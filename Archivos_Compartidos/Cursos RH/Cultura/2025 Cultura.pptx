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10"/>
  </p:notesMasterIdLst>
  <p:handoutMasterIdLst>
    <p:handoutMasterId r:id="rId11"/>
  </p:handoutMasterIdLst>
  <p:sldIdLst>
    <p:sldId id="373" r:id="rId2"/>
    <p:sldId id="2371" r:id="rId3"/>
    <p:sldId id="2372" r:id="rId4"/>
    <p:sldId id="2374" r:id="rId5"/>
    <p:sldId id="2375" r:id="rId6"/>
    <p:sldId id="2376" r:id="rId7"/>
    <p:sldId id="2378" r:id="rId8"/>
    <p:sldId id="335"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66DAB-4B7C-495F-94CC-1EFA65F6E0B3}" v="31" dt="2025-09-24T19:50:35.63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p:cViewPr varScale="1">
        <p:scale>
          <a:sx n="71" d="100"/>
          <a:sy n="71" d="100"/>
        </p:scale>
        <p:origin x="412" y="4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20107"/>
    </p:cViewPr>
  </p:sorterViewPr>
  <p:notesViewPr>
    <p:cSldViewPr snapToGrid="0">
      <p:cViewPr varScale="1">
        <p:scale>
          <a:sx n="84" d="100"/>
          <a:sy n="84" d="100"/>
        </p:scale>
        <p:origin x="391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z Juarez Mauricio Fabian" userId="a2f83152-83ed-464d-add9-bc524febfea8" providerId="ADAL" clId="{E3F66DAB-4B7C-495F-94CC-1EFA65F6E0B3}"/>
    <pc:docChg chg="undo redo custSel addSld delSld modSld sldOrd">
      <pc:chgData name="Rodriguez Juarez Mauricio Fabian" userId="a2f83152-83ed-464d-add9-bc524febfea8" providerId="ADAL" clId="{E3F66DAB-4B7C-495F-94CC-1EFA65F6E0B3}" dt="2025-09-24T19:59:30.489" v="671" actId="1035"/>
      <pc:docMkLst>
        <pc:docMk/>
      </pc:docMkLst>
      <pc:sldChg chg="modSp mod">
        <pc:chgData name="Rodriguez Juarez Mauricio Fabian" userId="a2f83152-83ed-464d-add9-bc524febfea8" providerId="ADAL" clId="{E3F66DAB-4B7C-495F-94CC-1EFA65F6E0B3}" dt="2025-09-24T19:19:47.702" v="85" actId="20577"/>
        <pc:sldMkLst>
          <pc:docMk/>
          <pc:sldMk cId="326356530" sldId="373"/>
        </pc:sldMkLst>
        <pc:spChg chg="mod">
          <ac:chgData name="Rodriguez Juarez Mauricio Fabian" userId="a2f83152-83ed-464d-add9-bc524febfea8" providerId="ADAL" clId="{E3F66DAB-4B7C-495F-94CC-1EFA65F6E0B3}" dt="2025-09-24T19:19:47.702" v="85" actId="20577"/>
          <ac:spMkLst>
            <pc:docMk/>
            <pc:sldMk cId="326356530" sldId="373"/>
            <ac:spMk id="2" creationId="{16AE2C9D-42CC-43C4-BEFD-EBCE679D808B}"/>
          </ac:spMkLst>
        </pc:spChg>
        <pc:spChg chg="mod">
          <ac:chgData name="Rodriguez Juarez Mauricio Fabian" userId="a2f83152-83ed-464d-add9-bc524febfea8" providerId="ADAL" clId="{E3F66DAB-4B7C-495F-94CC-1EFA65F6E0B3}" dt="2025-09-24T19:19:34.887" v="32" actId="20577"/>
          <ac:spMkLst>
            <pc:docMk/>
            <pc:sldMk cId="326356530" sldId="373"/>
            <ac:spMk id="3" creationId="{472D40F8-A16D-46C0-9476-0E7FA6F7242E}"/>
          </ac:spMkLst>
        </pc:spChg>
        <pc:spChg chg="mod">
          <ac:chgData name="Rodriguez Juarez Mauricio Fabian" userId="a2f83152-83ed-464d-add9-bc524febfea8" providerId="ADAL" clId="{E3F66DAB-4B7C-495F-94CC-1EFA65F6E0B3}" dt="2025-09-24T19:19:03.539" v="25" actId="20577"/>
          <ac:spMkLst>
            <pc:docMk/>
            <pc:sldMk cId="326356530" sldId="373"/>
            <ac:spMk id="4" creationId="{425DBB5A-98DF-49F8-A2C5-1A89960189A3}"/>
          </ac:spMkLst>
        </pc:spChg>
      </pc:sldChg>
      <pc:sldChg chg="del">
        <pc:chgData name="Rodriguez Juarez Mauricio Fabian" userId="a2f83152-83ed-464d-add9-bc524febfea8" providerId="ADAL" clId="{E3F66DAB-4B7C-495F-94CC-1EFA65F6E0B3}" dt="2025-09-24T19:20:21.746" v="86" actId="2696"/>
        <pc:sldMkLst>
          <pc:docMk/>
          <pc:sldMk cId="2429946636" sldId="394"/>
        </pc:sldMkLst>
      </pc:sldChg>
      <pc:sldChg chg="del">
        <pc:chgData name="Rodriguez Juarez Mauricio Fabian" userId="a2f83152-83ed-464d-add9-bc524febfea8" providerId="ADAL" clId="{E3F66DAB-4B7C-495F-94CC-1EFA65F6E0B3}" dt="2025-09-24T19:27:38.825" v="166" actId="47"/>
        <pc:sldMkLst>
          <pc:docMk/>
          <pc:sldMk cId="1984772391" sldId="2363"/>
        </pc:sldMkLst>
      </pc:sldChg>
      <pc:sldChg chg="del">
        <pc:chgData name="Rodriguez Juarez Mauricio Fabian" userId="a2f83152-83ed-464d-add9-bc524febfea8" providerId="ADAL" clId="{E3F66DAB-4B7C-495F-94CC-1EFA65F6E0B3}" dt="2025-09-24T19:27:38.825" v="166" actId="47"/>
        <pc:sldMkLst>
          <pc:docMk/>
          <pc:sldMk cId="1766185710" sldId="2364"/>
        </pc:sldMkLst>
      </pc:sldChg>
      <pc:sldChg chg="del">
        <pc:chgData name="Rodriguez Juarez Mauricio Fabian" userId="a2f83152-83ed-464d-add9-bc524febfea8" providerId="ADAL" clId="{E3F66DAB-4B7C-495F-94CC-1EFA65F6E0B3}" dt="2025-09-24T19:27:38.825" v="166" actId="47"/>
        <pc:sldMkLst>
          <pc:docMk/>
          <pc:sldMk cId="599707749" sldId="2365"/>
        </pc:sldMkLst>
      </pc:sldChg>
      <pc:sldChg chg="del">
        <pc:chgData name="Rodriguez Juarez Mauricio Fabian" userId="a2f83152-83ed-464d-add9-bc524febfea8" providerId="ADAL" clId="{E3F66DAB-4B7C-495F-94CC-1EFA65F6E0B3}" dt="2025-09-24T19:27:38.825" v="166" actId="47"/>
        <pc:sldMkLst>
          <pc:docMk/>
          <pc:sldMk cId="2993657710" sldId="2366"/>
        </pc:sldMkLst>
      </pc:sldChg>
      <pc:sldChg chg="del">
        <pc:chgData name="Rodriguez Juarez Mauricio Fabian" userId="a2f83152-83ed-464d-add9-bc524febfea8" providerId="ADAL" clId="{E3F66DAB-4B7C-495F-94CC-1EFA65F6E0B3}" dt="2025-09-24T19:27:46.008" v="167" actId="47"/>
        <pc:sldMkLst>
          <pc:docMk/>
          <pc:sldMk cId="3277001421" sldId="2367"/>
        </pc:sldMkLst>
      </pc:sldChg>
      <pc:sldChg chg="del">
        <pc:chgData name="Rodriguez Juarez Mauricio Fabian" userId="a2f83152-83ed-464d-add9-bc524febfea8" providerId="ADAL" clId="{E3F66DAB-4B7C-495F-94CC-1EFA65F6E0B3}" dt="2025-09-24T19:27:46.008" v="167" actId="47"/>
        <pc:sldMkLst>
          <pc:docMk/>
          <pc:sldMk cId="2464103214" sldId="2368"/>
        </pc:sldMkLst>
      </pc:sldChg>
      <pc:sldChg chg="del">
        <pc:chgData name="Rodriguez Juarez Mauricio Fabian" userId="a2f83152-83ed-464d-add9-bc524febfea8" providerId="ADAL" clId="{E3F66DAB-4B7C-495F-94CC-1EFA65F6E0B3}" dt="2025-09-24T19:27:46.008" v="167" actId="47"/>
        <pc:sldMkLst>
          <pc:docMk/>
          <pc:sldMk cId="3927238844" sldId="2369"/>
        </pc:sldMkLst>
      </pc:sldChg>
      <pc:sldChg chg="new del">
        <pc:chgData name="Rodriguez Juarez Mauricio Fabian" userId="a2f83152-83ed-464d-add9-bc524febfea8" providerId="ADAL" clId="{E3F66DAB-4B7C-495F-94CC-1EFA65F6E0B3}" dt="2025-09-24T19:23:06.097" v="91" actId="2696"/>
        <pc:sldMkLst>
          <pc:docMk/>
          <pc:sldMk cId="2500066892" sldId="2370"/>
        </pc:sldMkLst>
      </pc:sldChg>
      <pc:sldChg chg="new del">
        <pc:chgData name="Rodriguez Juarez Mauricio Fabian" userId="a2f83152-83ed-464d-add9-bc524febfea8" providerId="ADAL" clId="{E3F66DAB-4B7C-495F-94CC-1EFA65F6E0B3}" dt="2025-09-24T19:21:51.174" v="89" actId="680"/>
        <pc:sldMkLst>
          <pc:docMk/>
          <pc:sldMk cId="1124530874" sldId="2371"/>
        </pc:sldMkLst>
      </pc:sldChg>
      <pc:sldChg chg="addSp modSp new mod">
        <pc:chgData name="Rodriguez Juarez Mauricio Fabian" userId="a2f83152-83ed-464d-add9-bc524febfea8" providerId="ADAL" clId="{E3F66DAB-4B7C-495F-94CC-1EFA65F6E0B3}" dt="2025-09-24T19:53:25.038" v="657" actId="207"/>
        <pc:sldMkLst>
          <pc:docMk/>
          <pc:sldMk cId="2853768606" sldId="2371"/>
        </pc:sldMkLst>
        <pc:spChg chg="add mod">
          <ac:chgData name="Rodriguez Juarez Mauricio Fabian" userId="a2f83152-83ed-464d-add9-bc524febfea8" providerId="ADAL" clId="{E3F66DAB-4B7C-495F-94CC-1EFA65F6E0B3}" dt="2025-09-24T19:27:00.443" v="165" actId="1076"/>
          <ac:spMkLst>
            <pc:docMk/>
            <pc:sldMk cId="2853768606" sldId="2371"/>
            <ac:spMk id="2" creationId="{17309227-9A5D-7879-1F2F-089127880EDD}"/>
          </ac:spMkLst>
        </pc:spChg>
        <pc:spChg chg="add mod">
          <ac:chgData name="Rodriguez Juarez Mauricio Fabian" userId="a2f83152-83ed-464d-add9-bc524febfea8" providerId="ADAL" clId="{E3F66DAB-4B7C-495F-94CC-1EFA65F6E0B3}" dt="2025-09-24T19:53:25.038" v="657" actId="207"/>
          <ac:spMkLst>
            <pc:docMk/>
            <pc:sldMk cId="2853768606" sldId="2371"/>
            <ac:spMk id="3" creationId="{B1ABDC0D-59C1-19B8-CCDB-718BC0C88CCD}"/>
          </ac:spMkLst>
        </pc:spChg>
      </pc:sldChg>
      <pc:sldChg chg="addSp delSp modSp new del">
        <pc:chgData name="Rodriguez Juarez Mauricio Fabian" userId="a2f83152-83ed-464d-add9-bc524febfea8" providerId="ADAL" clId="{E3F66DAB-4B7C-495F-94CC-1EFA65F6E0B3}" dt="2025-09-24T19:29:45.091" v="173" actId="680"/>
        <pc:sldMkLst>
          <pc:docMk/>
          <pc:sldMk cId="567150839" sldId="2372"/>
        </pc:sldMkLst>
        <pc:spChg chg="add del">
          <ac:chgData name="Rodriguez Juarez Mauricio Fabian" userId="a2f83152-83ed-464d-add9-bc524febfea8" providerId="ADAL" clId="{E3F66DAB-4B7C-495F-94CC-1EFA65F6E0B3}" dt="2025-09-24T19:29:44.612" v="172"/>
          <ac:spMkLst>
            <pc:docMk/>
            <pc:sldMk cId="567150839" sldId="2372"/>
            <ac:spMk id="10" creationId="{6EF05EAF-4C4A-E24C-9A42-49362443842F}"/>
          </ac:spMkLst>
        </pc:spChg>
        <pc:picChg chg="add mod">
          <ac:chgData name="Rodriguez Juarez Mauricio Fabian" userId="a2f83152-83ed-464d-add9-bc524febfea8" providerId="ADAL" clId="{E3F66DAB-4B7C-495F-94CC-1EFA65F6E0B3}" dt="2025-09-24T19:29:44.612" v="172"/>
          <ac:picMkLst>
            <pc:docMk/>
            <pc:sldMk cId="567150839" sldId="2372"/>
            <ac:picMk id="13" creationId="{494A746C-AE0F-2444-3765-D0FD642410BF}"/>
          </ac:picMkLst>
        </pc:picChg>
      </pc:sldChg>
      <pc:sldChg chg="new del">
        <pc:chgData name="Rodriguez Juarez Mauricio Fabian" userId="a2f83152-83ed-464d-add9-bc524febfea8" providerId="ADAL" clId="{E3F66DAB-4B7C-495F-94CC-1EFA65F6E0B3}" dt="2025-09-24T19:28:15.069" v="169" actId="680"/>
        <pc:sldMkLst>
          <pc:docMk/>
          <pc:sldMk cId="772712911" sldId="2372"/>
        </pc:sldMkLst>
      </pc:sldChg>
      <pc:sldChg chg="addSp modSp new mod">
        <pc:chgData name="Rodriguez Juarez Mauricio Fabian" userId="a2f83152-83ed-464d-add9-bc524febfea8" providerId="ADAL" clId="{E3F66DAB-4B7C-495F-94CC-1EFA65F6E0B3}" dt="2025-09-24T19:32:31.426" v="181" actId="1036"/>
        <pc:sldMkLst>
          <pc:docMk/>
          <pc:sldMk cId="1127850877" sldId="2372"/>
        </pc:sldMkLst>
        <pc:spChg chg="mod">
          <ac:chgData name="Rodriguez Juarez Mauricio Fabian" userId="a2f83152-83ed-464d-add9-bc524febfea8" providerId="ADAL" clId="{E3F66DAB-4B7C-495F-94CC-1EFA65F6E0B3}" dt="2025-09-24T19:30:07.594" v="175"/>
          <ac:spMkLst>
            <pc:docMk/>
            <pc:sldMk cId="1127850877" sldId="2372"/>
            <ac:spMk id="7" creationId="{D825E115-56BB-DAF1-B449-9E4A6D621300}"/>
          </ac:spMkLst>
        </pc:spChg>
        <pc:spChg chg="mod">
          <ac:chgData name="Rodriguez Juarez Mauricio Fabian" userId="a2f83152-83ed-464d-add9-bc524febfea8" providerId="ADAL" clId="{E3F66DAB-4B7C-495F-94CC-1EFA65F6E0B3}" dt="2025-09-24T19:30:07.594" v="175"/>
          <ac:spMkLst>
            <pc:docMk/>
            <pc:sldMk cId="1127850877" sldId="2372"/>
            <ac:spMk id="8" creationId="{CF392C53-ACBB-6D78-91DB-3A4325B92DEF}"/>
          </ac:spMkLst>
        </pc:spChg>
        <pc:spChg chg="mod">
          <ac:chgData name="Rodriguez Juarez Mauricio Fabian" userId="a2f83152-83ed-464d-add9-bc524febfea8" providerId="ADAL" clId="{E3F66DAB-4B7C-495F-94CC-1EFA65F6E0B3}" dt="2025-09-24T19:30:07.594" v="175"/>
          <ac:spMkLst>
            <pc:docMk/>
            <pc:sldMk cId="1127850877" sldId="2372"/>
            <ac:spMk id="9" creationId="{E46101D7-C19A-FC65-1038-0AF9848AC716}"/>
          </ac:spMkLst>
        </pc:spChg>
        <pc:spChg chg="mod">
          <ac:chgData name="Rodriguez Juarez Mauricio Fabian" userId="a2f83152-83ed-464d-add9-bc524febfea8" providerId="ADAL" clId="{E3F66DAB-4B7C-495F-94CC-1EFA65F6E0B3}" dt="2025-09-24T19:30:07.594" v="175"/>
          <ac:spMkLst>
            <pc:docMk/>
            <pc:sldMk cId="1127850877" sldId="2372"/>
            <ac:spMk id="10" creationId="{B26F592E-D3B1-28F6-43F6-75AD33668754}"/>
          </ac:spMkLst>
        </pc:spChg>
        <pc:spChg chg="mod">
          <ac:chgData name="Rodriguez Juarez Mauricio Fabian" userId="a2f83152-83ed-464d-add9-bc524febfea8" providerId="ADAL" clId="{E3F66DAB-4B7C-495F-94CC-1EFA65F6E0B3}" dt="2025-09-24T19:30:07.594" v="175"/>
          <ac:spMkLst>
            <pc:docMk/>
            <pc:sldMk cId="1127850877" sldId="2372"/>
            <ac:spMk id="11" creationId="{3FCDB5F0-9B5D-AF8F-ED95-7928DF40414F}"/>
          </ac:spMkLst>
        </pc:spChg>
        <pc:spChg chg="mod">
          <ac:chgData name="Rodriguez Juarez Mauricio Fabian" userId="a2f83152-83ed-464d-add9-bc524febfea8" providerId="ADAL" clId="{E3F66DAB-4B7C-495F-94CC-1EFA65F6E0B3}" dt="2025-09-24T19:30:07.594" v="175"/>
          <ac:spMkLst>
            <pc:docMk/>
            <pc:sldMk cId="1127850877" sldId="2372"/>
            <ac:spMk id="16" creationId="{CA6C65C5-0F81-0A2F-FDD7-9C7633B4DED4}"/>
          </ac:spMkLst>
        </pc:spChg>
        <pc:spChg chg="mod">
          <ac:chgData name="Rodriguez Juarez Mauricio Fabian" userId="a2f83152-83ed-464d-add9-bc524febfea8" providerId="ADAL" clId="{E3F66DAB-4B7C-495F-94CC-1EFA65F6E0B3}" dt="2025-09-24T19:30:07.594" v="175"/>
          <ac:spMkLst>
            <pc:docMk/>
            <pc:sldMk cId="1127850877" sldId="2372"/>
            <ac:spMk id="17" creationId="{861FEC39-A7BC-9117-DC42-85949876C655}"/>
          </ac:spMkLst>
        </pc:spChg>
        <pc:spChg chg="mod">
          <ac:chgData name="Rodriguez Juarez Mauricio Fabian" userId="a2f83152-83ed-464d-add9-bc524febfea8" providerId="ADAL" clId="{E3F66DAB-4B7C-495F-94CC-1EFA65F6E0B3}" dt="2025-09-24T19:30:07.594" v="175"/>
          <ac:spMkLst>
            <pc:docMk/>
            <pc:sldMk cId="1127850877" sldId="2372"/>
            <ac:spMk id="18" creationId="{2397A11E-DE9F-AC83-04B9-33D463D4EF6B}"/>
          </ac:spMkLst>
        </pc:spChg>
        <pc:spChg chg="mod">
          <ac:chgData name="Rodriguez Juarez Mauricio Fabian" userId="a2f83152-83ed-464d-add9-bc524febfea8" providerId="ADAL" clId="{E3F66DAB-4B7C-495F-94CC-1EFA65F6E0B3}" dt="2025-09-24T19:30:07.594" v="175"/>
          <ac:spMkLst>
            <pc:docMk/>
            <pc:sldMk cId="1127850877" sldId="2372"/>
            <ac:spMk id="19" creationId="{F6CA33A1-4874-712F-F624-FE15BB02E60E}"/>
          </ac:spMkLst>
        </pc:spChg>
        <pc:spChg chg="mod">
          <ac:chgData name="Rodriguez Juarez Mauricio Fabian" userId="a2f83152-83ed-464d-add9-bc524febfea8" providerId="ADAL" clId="{E3F66DAB-4B7C-495F-94CC-1EFA65F6E0B3}" dt="2025-09-24T19:30:07.594" v="175"/>
          <ac:spMkLst>
            <pc:docMk/>
            <pc:sldMk cId="1127850877" sldId="2372"/>
            <ac:spMk id="20" creationId="{C4621C3A-8BFD-F390-F6D1-976B27F0EE7D}"/>
          </ac:spMkLst>
        </pc:spChg>
        <pc:spChg chg="add mod">
          <ac:chgData name="Rodriguez Juarez Mauricio Fabian" userId="a2f83152-83ed-464d-add9-bc524febfea8" providerId="ADAL" clId="{E3F66DAB-4B7C-495F-94CC-1EFA65F6E0B3}" dt="2025-09-24T19:32:13.300" v="180" actId="1076"/>
          <ac:spMkLst>
            <pc:docMk/>
            <pc:sldMk cId="1127850877" sldId="2372"/>
            <ac:spMk id="21" creationId="{57A0DDA7-6491-21A5-B75A-C0441BC46729}"/>
          </ac:spMkLst>
        </pc:spChg>
        <pc:grpChg chg="mod">
          <ac:chgData name="Rodriguez Juarez Mauricio Fabian" userId="a2f83152-83ed-464d-add9-bc524febfea8" providerId="ADAL" clId="{E3F66DAB-4B7C-495F-94CC-1EFA65F6E0B3}" dt="2025-09-24T19:32:31.426" v="181" actId="1036"/>
          <ac:grpSpMkLst>
            <pc:docMk/>
            <pc:sldMk cId="1127850877" sldId="2372"/>
            <ac:grpSpMk id="2" creationId="{5134A694-CF7B-D580-2A6A-A90B30ECC061}"/>
          </ac:grpSpMkLst>
        </pc:grpChg>
      </pc:sldChg>
      <pc:sldChg chg="new del">
        <pc:chgData name="Rodriguez Juarez Mauricio Fabian" userId="a2f83152-83ed-464d-add9-bc524febfea8" providerId="ADAL" clId="{E3F66DAB-4B7C-495F-94CC-1EFA65F6E0B3}" dt="2025-09-24T19:24:29.904" v="95" actId="2696"/>
        <pc:sldMkLst>
          <pc:docMk/>
          <pc:sldMk cId="2577489514" sldId="2372"/>
        </pc:sldMkLst>
      </pc:sldChg>
      <pc:sldChg chg="new del">
        <pc:chgData name="Rodriguez Juarez Mauricio Fabian" userId="a2f83152-83ed-464d-add9-bc524febfea8" providerId="ADAL" clId="{E3F66DAB-4B7C-495F-94CC-1EFA65F6E0B3}" dt="2025-09-24T19:24:17.189" v="93" actId="2696"/>
        <pc:sldMkLst>
          <pc:docMk/>
          <pc:sldMk cId="2586305140" sldId="2372"/>
        </pc:sldMkLst>
      </pc:sldChg>
      <pc:sldChg chg="new del">
        <pc:chgData name="Rodriguez Juarez Mauricio Fabian" userId="a2f83152-83ed-464d-add9-bc524febfea8" providerId="ADAL" clId="{E3F66DAB-4B7C-495F-94CC-1EFA65F6E0B3}" dt="2025-09-24T19:33:19.288" v="184" actId="2696"/>
        <pc:sldMkLst>
          <pc:docMk/>
          <pc:sldMk cId="2234548517" sldId="2373"/>
        </pc:sldMkLst>
      </pc:sldChg>
      <pc:sldChg chg="addSp modSp new mod">
        <pc:chgData name="Rodriguez Juarez Mauricio Fabian" userId="a2f83152-83ed-464d-add9-bc524febfea8" providerId="ADAL" clId="{E3F66DAB-4B7C-495F-94CC-1EFA65F6E0B3}" dt="2025-09-24T19:38:28.983" v="249" actId="1035"/>
        <pc:sldMkLst>
          <pc:docMk/>
          <pc:sldMk cId="1626719327" sldId="2374"/>
        </pc:sldMkLst>
        <pc:spChg chg="mod">
          <ac:chgData name="Rodriguez Juarez Mauricio Fabian" userId="a2f83152-83ed-464d-add9-bc524febfea8" providerId="ADAL" clId="{E3F66DAB-4B7C-495F-94CC-1EFA65F6E0B3}" dt="2025-09-24T19:35:56.733" v="213" actId="1036"/>
          <ac:spMkLst>
            <pc:docMk/>
            <pc:sldMk cId="1626719327" sldId="2374"/>
            <ac:spMk id="2" creationId="{3F4F6139-D0A8-B885-57E3-76AFF7817931}"/>
          </ac:spMkLst>
        </pc:spChg>
        <pc:spChg chg="mod">
          <ac:chgData name="Rodriguez Juarez Mauricio Fabian" userId="a2f83152-83ed-464d-add9-bc524febfea8" providerId="ADAL" clId="{E3F66DAB-4B7C-495F-94CC-1EFA65F6E0B3}" dt="2025-09-24T19:36:00.494" v="217" actId="1036"/>
          <ac:spMkLst>
            <pc:docMk/>
            <pc:sldMk cId="1626719327" sldId="2374"/>
            <ac:spMk id="3" creationId="{D9D0520B-E1A9-D42B-E59F-1B49A3DE99B3}"/>
          </ac:spMkLst>
        </pc:spChg>
        <pc:spChg chg="mod">
          <ac:chgData name="Rodriguez Juarez Mauricio Fabian" userId="a2f83152-83ed-464d-add9-bc524febfea8" providerId="ADAL" clId="{E3F66DAB-4B7C-495F-94CC-1EFA65F6E0B3}" dt="2025-09-24T19:36:25.396" v="219" actId="1076"/>
          <ac:spMkLst>
            <pc:docMk/>
            <pc:sldMk cId="1626719327" sldId="2374"/>
            <ac:spMk id="8" creationId="{09458F89-2F88-53C2-3821-D458F048E81A}"/>
          </ac:spMkLst>
        </pc:spChg>
        <pc:spChg chg="mod">
          <ac:chgData name="Rodriguez Juarez Mauricio Fabian" userId="a2f83152-83ed-464d-add9-bc524febfea8" providerId="ADAL" clId="{E3F66DAB-4B7C-495F-94CC-1EFA65F6E0B3}" dt="2025-09-24T19:36:25.396" v="219" actId="1076"/>
          <ac:spMkLst>
            <pc:docMk/>
            <pc:sldMk cId="1626719327" sldId="2374"/>
            <ac:spMk id="12" creationId="{BCE6F57E-6F72-2872-3215-38B9673FC2FD}"/>
          </ac:spMkLst>
        </pc:spChg>
        <pc:spChg chg="mod">
          <ac:chgData name="Rodriguez Juarez Mauricio Fabian" userId="a2f83152-83ed-464d-add9-bc524febfea8" providerId="ADAL" clId="{E3F66DAB-4B7C-495F-94CC-1EFA65F6E0B3}" dt="2025-09-24T19:36:25.396" v="219" actId="1076"/>
          <ac:spMkLst>
            <pc:docMk/>
            <pc:sldMk cId="1626719327" sldId="2374"/>
            <ac:spMk id="13" creationId="{C03C7146-B073-3E96-307F-4D9C26774040}"/>
          </ac:spMkLst>
        </pc:spChg>
        <pc:spChg chg="mod">
          <ac:chgData name="Rodriguez Juarez Mauricio Fabian" userId="a2f83152-83ed-464d-add9-bc524febfea8" providerId="ADAL" clId="{E3F66DAB-4B7C-495F-94CC-1EFA65F6E0B3}" dt="2025-09-24T19:36:25.396" v="219" actId="1076"/>
          <ac:spMkLst>
            <pc:docMk/>
            <pc:sldMk cId="1626719327" sldId="2374"/>
            <ac:spMk id="16" creationId="{D237B870-BB7B-4F57-74B3-7124DFCF4E04}"/>
          </ac:spMkLst>
        </pc:spChg>
        <pc:spChg chg="mod">
          <ac:chgData name="Rodriguez Juarez Mauricio Fabian" userId="a2f83152-83ed-464d-add9-bc524febfea8" providerId="ADAL" clId="{E3F66DAB-4B7C-495F-94CC-1EFA65F6E0B3}" dt="2025-09-24T19:36:25.396" v="219" actId="1076"/>
          <ac:spMkLst>
            <pc:docMk/>
            <pc:sldMk cId="1626719327" sldId="2374"/>
            <ac:spMk id="18" creationId="{7CA71E94-78B3-D5DD-792E-76EC8903ACFA}"/>
          </ac:spMkLst>
        </pc:spChg>
        <pc:spChg chg="mod">
          <ac:chgData name="Rodriguez Juarez Mauricio Fabian" userId="a2f83152-83ed-464d-add9-bc524febfea8" providerId="ADAL" clId="{E3F66DAB-4B7C-495F-94CC-1EFA65F6E0B3}" dt="2025-09-24T19:36:25.396" v="219" actId="1076"/>
          <ac:spMkLst>
            <pc:docMk/>
            <pc:sldMk cId="1626719327" sldId="2374"/>
            <ac:spMk id="20" creationId="{39E3CF90-DFF1-AF78-D79F-29A3FE79CD38}"/>
          </ac:spMkLst>
        </pc:spChg>
        <pc:spChg chg="mod">
          <ac:chgData name="Rodriguez Juarez Mauricio Fabian" userId="a2f83152-83ed-464d-add9-bc524febfea8" providerId="ADAL" clId="{E3F66DAB-4B7C-495F-94CC-1EFA65F6E0B3}" dt="2025-09-24T19:36:25.396" v="219" actId="1076"/>
          <ac:spMkLst>
            <pc:docMk/>
            <pc:sldMk cId="1626719327" sldId="2374"/>
            <ac:spMk id="24" creationId="{00407EF8-9B10-C7D7-964A-16AE8733C55B}"/>
          </ac:spMkLst>
        </pc:spChg>
        <pc:spChg chg="mod">
          <ac:chgData name="Rodriguez Juarez Mauricio Fabian" userId="a2f83152-83ed-464d-add9-bc524febfea8" providerId="ADAL" clId="{E3F66DAB-4B7C-495F-94CC-1EFA65F6E0B3}" dt="2025-09-24T19:36:25.396" v="219" actId="1076"/>
          <ac:spMkLst>
            <pc:docMk/>
            <pc:sldMk cId="1626719327" sldId="2374"/>
            <ac:spMk id="27" creationId="{7D445A2E-9355-7EC5-D044-1A836363A7E8}"/>
          </ac:spMkLst>
        </pc:spChg>
        <pc:spChg chg="mod">
          <ac:chgData name="Rodriguez Juarez Mauricio Fabian" userId="a2f83152-83ed-464d-add9-bc524febfea8" providerId="ADAL" clId="{E3F66DAB-4B7C-495F-94CC-1EFA65F6E0B3}" dt="2025-09-24T19:36:25.396" v="219" actId="1076"/>
          <ac:spMkLst>
            <pc:docMk/>
            <pc:sldMk cId="1626719327" sldId="2374"/>
            <ac:spMk id="28" creationId="{3F865CA2-B896-ED84-16B7-0D1CCA3FD9A5}"/>
          </ac:spMkLst>
        </pc:spChg>
        <pc:spChg chg="mod">
          <ac:chgData name="Rodriguez Juarez Mauricio Fabian" userId="a2f83152-83ed-464d-add9-bc524febfea8" providerId="ADAL" clId="{E3F66DAB-4B7C-495F-94CC-1EFA65F6E0B3}" dt="2025-09-24T19:36:25.396" v="219" actId="1076"/>
          <ac:spMkLst>
            <pc:docMk/>
            <pc:sldMk cId="1626719327" sldId="2374"/>
            <ac:spMk id="31" creationId="{3B579542-3F92-31A1-14FE-3143E0CDAA90}"/>
          </ac:spMkLst>
        </pc:spChg>
        <pc:spChg chg="add mod">
          <ac:chgData name="Rodriguez Juarez Mauricio Fabian" userId="a2f83152-83ed-464d-add9-bc524febfea8" providerId="ADAL" clId="{E3F66DAB-4B7C-495F-94CC-1EFA65F6E0B3}" dt="2025-09-24T19:38:28.983" v="249" actId="1035"/>
          <ac:spMkLst>
            <pc:docMk/>
            <pc:sldMk cId="1626719327" sldId="2374"/>
            <ac:spMk id="35" creationId="{52C58520-BF60-142D-3FEF-DB35F9FE902E}"/>
          </ac:spMkLst>
        </pc:spChg>
        <pc:spChg chg="add mod">
          <ac:chgData name="Rodriguez Juarez Mauricio Fabian" userId="a2f83152-83ed-464d-add9-bc524febfea8" providerId="ADAL" clId="{E3F66DAB-4B7C-495F-94CC-1EFA65F6E0B3}" dt="2025-09-24T19:38:28.983" v="249" actId="1035"/>
          <ac:spMkLst>
            <pc:docMk/>
            <pc:sldMk cId="1626719327" sldId="2374"/>
            <ac:spMk id="36" creationId="{C4F3CF6D-8BD2-3998-C89E-DBFE781E9FA5}"/>
          </ac:spMkLst>
        </pc:spChg>
        <pc:spChg chg="add mod">
          <ac:chgData name="Rodriguez Juarez Mauricio Fabian" userId="a2f83152-83ed-464d-add9-bc524febfea8" providerId="ADAL" clId="{E3F66DAB-4B7C-495F-94CC-1EFA65F6E0B3}" dt="2025-09-24T19:38:28.983" v="249" actId="1035"/>
          <ac:spMkLst>
            <pc:docMk/>
            <pc:sldMk cId="1626719327" sldId="2374"/>
            <ac:spMk id="37" creationId="{87610FC4-5407-04E6-6061-C88D76314D4B}"/>
          </ac:spMkLst>
        </pc:spChg>
        <pc:spChg chg="add mod">
          <ac:chgData name="Rodriguez Juarez Mauricio Fabian" userId="a2f83152-83ed-464d-add9-bc524febfea8" providerId="ADAL" clId="{E3F66DAB-4B7C-495F-94CC-1EFA65F6E0B3}" dt="2025-09-24T19:38:28.983" v="249" actId="1035"/>
          <ac:spMkLst>
            <pc:docMk/>
            <pc:sldMk cId="1626719327" sldId="2374"/>
            <ac:spMk id="38" creationId="{3862A855-E8FB-B412-BC63-6C6F9DF95C20}"/>
          </ac:spMkLst>
        </pc:spChg>
        <pc:picChg chg="add mod">
          <ac:chgData name="Rodriguez Juarez Mauricio Fabian" userId="a2f83152-83ed-464d-add9-bc524febfea8" providerId="ADAL" clId="{E3F66DAB-4B7C-495F-94CC-1EFA65F6E0B3}" dt="2025-09-24T19:35:38.517" v="209" actId="1076"/>
          <ac:picMkLst>
            <pc:docMk/>
            <pc:sldMk cId="1626719327" sldId="2374"/>
            <ac:picMk id="4" creationId="{9571DBC2-DB8D-E0BC-E0A0-3643E993047A}"/>
          </ac:picMkLst>
        </pc:picChg>
      </pc:sldChg>
      <pc:sldChg chg="addSp delSp modSp new mod ord">
        <pc:chgData name="Rodriguez Juarez Mauricio Fabian" userId="a2f83152-83ed-464d-add9-bc524febfea8" providerId="ADAL" clId="{E3F66DAB-4B7C-495F-94CC-1EFA65F6E0B3}" dt="2025-09-24T19:44:02.927" v="394"/>
        <pc:sldMkLst>
          <pc:docMk/>
          <pc:sldMk cId="229443431" sldId="2375"/>
        </pc:sldMkLst>
        <pc:spChg chg="del">
          <ac:chgData name="Rodriguez Juarez Mauricio Fabian" userId="a2f83152-83ed-464d-add9-bc524febfea8" providerId="ADAL" clId="{E3F66DAB-4B7C-495F-94CC-1EFA65F6E0B3}" dt="2025-09-24T19:42:21.096" v="389"/>
          <ac:spMkLst>
            <pc:docMk/>
            <pc:sldMk cId="229443431" sldId="2375"/>
            <ac:spMk id="2" creationId="{A7E82366-8D59-9F40-3466-EC64FC139B3B}"/>
          </ac:spMkLst>
        </pc:spChg>
        <pc:spChg chg="mod">
          <ac:chgData name="Rodriguez Juarez Mauricio Fabian" userId="a2f83152-83ed-464d-add9-bc524febfea8" providerId="ADAL" clId="{E3F66DAB-4B7C-495F-94CC-1EFA65F6E0B3}" dt="2025-09-24T19:42:08.611" v="388" actId="20577"/>
          <ac:spMkLst>
            <pc:docMk/>
            <pc:sldMk cId="229443431" sldId="2375"/>
            <ac:spMk id="3" creationId="{8EB4875D-EBE9-7887-CD24-34712CB41667}"/>
          </ac:spMkLst>
        </pc:spChg>
        <pc:spChg chg="mod">
          <ac:chgData name="Rodriguez Juarez Mauricio Fabian" userId="a2f83152-83ed-464d-add9-bc524febfea8" providerId="ADAL" clId="{E3F66DAB-4B7C-495F-94CC-1EFA65F6E0B3}" dt="2025-09-24T19:40:45.012" v="290" actId="1037"/>
          <ac:spMkLst>
            <pc:docMk/>
            <pc:sldMk cId="229443431" sldId="2375"/>
            <ac:spMk id="4" creationId="{E8C43183-3E4B-698B-6BF1-EACDA1E33738}"/>
          </ac:spMkLst>
        </pc:spChg>
        <pc:spChg chg="mod">
          <ac:chgData name="Rodriguez Juarez Mauricio Fabian" userId="a2f83152-83ed-464d-add9-bc524febfea8" providerId="ADAL" clId="{E3F66DAB-4B7C-495F-94CC-1EFA65F6E0B3}" dt="2025-09-24T19:40:58.877" v="313" actId="1037"/>
          <ac:spMkLst>
            <pc:docMk/>
            <pc:sldMk cId="229443431" sldId="2375"/>
            <ac:spMk id="5" creationId="{4A38CFD6-71B5-40EF-44C2-662F25426202}"/>
          </ac:spMkLst>
        </pc:spChg>
        <pc:spChg chg="del">
          <ac:chgData name="Rodriguez Juarez Mauricio Fabian" userId="a2f83152-83ed-464d-add9-bc524febfea8" providerId="ADAL" clId="{E3F66DAB-4B7C-495F-94CC-1EFA65F6E0B3}" dt="2025-09-24T19:43:31.239" v="392" actId="478"/>
          <ac:spMkLst>
            <pc:docMk/>
            <pc:sldMk cId="229443431" sldId="2375"/>
            <ac:spMk id="6" creationId="{E9D8E511-0922-0397-B054-0BFCC9A874DD}"/>
          </ac:spMkLst>
        </pc:spChg>
        <pc:spChg chg="mod">
          <ac:chgData name="Rodriguez Juarez Mauricio Fabian" userId="a2f83152-83ed-464d-add9-bc524febfea8" providerId="ADAL" clId="{E3F66DAB-4B7C-495F-94CC-1EFA65F6E0B3}" dt="2025-09-24T19:42:06.196" v="387" actId="20577"/>
          <ac:spMkLst>
            <pc:docMk/>
            <pc:sldMk cId="229443431" sldId="2375"/>
            <ac:spMk id="7" creationId="{B1109E50-E08A-7A15-370F-5041D9F8FC27}"/>
          </ac:spMkLst>
        </pc:spChg>
        <pc:spChg chg="del">
          <ac:chgData name="Rodriguez Juarez Mauricio Fabian" userId="a2f83152-83ed-464d-add9-bc524febfea8" providerId="ADAL" clId="{E3F66DAB-4B7C-495F-94CC-1EFA65F6E0B3}" dt="2025-09-24T19:44:02.927" v="394"/>
          <ac:spMkLst>
            <pc:docMk/>
            <pc:sldMk cId="229443431" sldId="2375"/>
            <ac:spMk id="8" creationId="{9D08A2B4-C9B9-9DAE-800D-A90DC05E246F}"/>
          </ac:spMkLst>
        </pc:spChg>
        <pc:spChg chg="mod">
          <ac:chgData name="Rodriguez Juarez Mauricio Fabian" userId="a2f83152-83ed-464d-add9-bc524febfea8" providerId="ADAL" clId="{E3F66DAB-4B7C-495F-94CC-1EFA65F6E0B3}" dt="2025-09-24T19:42:01.146" v="386" actId="20577"/>
          <ac:spMkLst>
            <pc:docMk/>
            <pc:sldMk cId="229443431" sldId="2375"/>
            <ac:spMk id="9" creationId="{303C54EB-1457-F519-1C1F-409402CACCF4}"/>
          </ac:spMkLst>
        </pc:spChg>
        <pc:spChg chg="add mod">
          <ac:chgData name="Rodriguez Juarez Mauricio Fabian" userId="a2f83152-83ed-464d-add9-bc524febfea8" providerId="ADAL" clId="{E3F66DAB-4B7C-495F-94CC-1EFA65F6E0B3}" dt="2025-09-24T19:42:21.096" v="389"/>
          <ac:spMkLst>
            <pc:docMk/>
            <pc:sldMk cId="229443431" sldId="2375"/>
            <ac:spMk id="11" creationId="{4E3E2919-EFE0-FC0F-0C4E-F574BC765795}"/>
          </ac:spMkLst>
        </pc:spChg>
        <pc:spChg chg="add mod">
          <ac:chgData name="Rodriguez Juarez Mauricio Fabian" userId="a2f83152-83ed-464d-add9-bc524febfea8" providerId="ADAL" clId="{E3F66DAB-4B7C-495F-94CC-1EFA65F6E0B3}" dt="2025-09-24T19:44:02.927" v="394"/>
          <ac:spMkLst>
            <pc:docMk/>
            <pc:sldMk cId="229443431" sldId="2375"/>
            <ac:spMk id="13" creationId="{64A2F77D-78EC-74CD-2429-8EACC3A99CB6}"/>
          </ac:spMkLst>
        </pc:spChg>
        <pc:picChg chg="add mod">
          <ac:chgData name="Rodriguez Juarez Mauricio Fabian" userId="a2f83152-83ed-464d-add9-bc524febfea8" providerId="ADAL" clId="{E3F66DAB-4B7C-495F-94CC-1EFA65F6E0B3}" dt="2025-09-24T19:41:14.476" v="325" actId="1036"/>
          <ac:picMkLst>
            <pc:docMk/>
            <pc:sldMk cId="229443431" sldId="2375"/>
            <ac:picMk id="10" creationId="{5D9B8455-D508-3089-686E-164E2BDB48C8}"/>
          </ac:picMkLst>
        </pc:picChg>
        <pc:picChg chg="add mod">
          <ac:chgData name="Rodriguez Juarez Mauricio Fabian" userId="a2f83152-83ed-464d-add9-bc524febfea8" providerId="ADAL" clId="{E3F66DAB-4B7C-495F-94CC-1EFA65F6E0B3}" dt="2025-09-24T19:43:43.575" v="393" actId="1076"/>
          <ac:picMkLst>
            <pc:docMk/>
            <pc:sldMk cId="229443431" sldId="2375"/>
            <ac:picMk id="12" creationId="{5456F5D5-88FC-5CAB-EFDE-363F7B07B7EE}"/>
          </ac:picMkLst>
        </pc:picChg>
      </pc:sldChg>
      <pc:sldChg chg="new del">
        <pc:chgData name="Rodriguez Juarez Mauricio Fabian" userId="a2f83152-83ed-464d-add9-bc524febfea8" providerId="ADAL" clId="{E3F66DAB-4B7C-495F-94CC-1EFA65F6E0B3}" dt="2025-09-24T19:39:31.576" v="251" actId="2696"/>
        <pc:sldMkLst>
          <pc:docMk/>
          <pc:sldMk cId="2664959637" sldId="2375"/>
        </pc:sldMkLst>
      </pc:sldChg>
      <pc:sldChg chg="new del">
        <pc:chgData name="Rodriguez Juarez Mauricio Fabian" userId="a2f83152-83ed-464d-add9-bc524febfea8" providerId="ADAL" clId="{E3F66DAB-4B7C-495F-94CC-1EFA65F6E0B3}" dt="2025-09-24T19:36:44.942" v="221" actId="680"/>
        <pc:sldMkLst>
          <pc:docMk/>
          <pc:sldMk cId="3635448002" sldId="2375"/>
        </pc:sldMkLst>
      </pc:sldChg>
      <pc:sldChg chg="addSp delSp modSp new mod">
        <pc:chgData name="Rodriguez Juarez Mauricio Fabian" userId="a2f83152-83ed-464d-add9-bc524febfea8" providerId="ADAL" clId="{E3F66DAB-4B7C-495F-94CC-1EFA65F6E0B3}" dt="2025-09-24T19:59:30.489" v="671" actId="1035"/>
        <pc:sldMkLst>
          <pc:docMk/>
          <pc:sldMk cId="2230412970" sldId="2376"/>
        </pc:sldMkLst>
        <pc:spChg chg="del">
          <ac:chgData name="Rodriguez Juarez Mauricio Fabian" userId="a2f83152-83ed-464d-add9-bc524febfea8" providerId="ADAL" clId="{E3F66DAB-4B7C-495F-94CC-1EFA65F6E0B3}" dt="2025-09-24T19:46:31.294" v="436"/>
          <ac:spMkLst>
            <pc:docMk/>
            <pc:sldMk cId="2230412970" sldId="2376"/>
            <ac:spMk id="2" creationId="{349291F0-A646-A3D0-E4AC-7FF62966C1DC}"/>
          </ac:spMkLst>
        </pc:spChg>
        <pc:spChg chg="mod">
          <ac:chgData name="Rodriguez Juarez Mauricio Fabian" userId="a2f83152-83ed-464d-add9-bc524febfea8" providerId="ADAL" clId="{E3F66DAB-4B7C-495F-94CC-1EFA65F6E0B3}" dt="2025-09-24T19:59:30.489" v="671" actId="1035"/>
          <ac:spMkLst>
            <pc:docMk/>
            <pc:sldMk cId="2230412970" sldId="2376"/>
            <ac:spMk id="3" creationId="{251493EF-EBF1-8CF9-97CE-885DA5AE6009}"/>
          </ac:spMkLst>
        </pc:spChg>
        <pc:spChg chg="del">
          <ac:chgData name="Rodriguez Juarez Mauricio Fabian" userId="a2f83152-83ed-464d-add9-bc524febfea8" providerId="ADAL" clId="{E3F66DAB-4B7C-495F-94CC-1EFA65F6E0B3}" dt="2025-09-24T19:47:10.544" v="474"/>
          <ac:spMkLst>
            <pc:docMk/>
            <pc:sldMk cId="2230412970" sldId="2376"/>
            <ac:spMk id="4" creationId="{C4496D28-E8DE-514F-839E-75E594094036}"/>
          </ac:spMkLst>
        </pc:spChg>
        <pc:spChg chg="mod">
          <ac:chgData name="Rodriguez Juarez Mauricio Fabian" userId="a2f83152-83ed-464d-add9-bc524febfea8" providerId="ADAL" clId="{E3F66DAB-4B7C-495F-94CC-1EFA65F6E0B3}" dt="2025-09-24T19:59:30.489" v="671" actId="1035"/>
          <ac:spMkLst>
            <pc:docMk/>
            <pc:sldMk cId="2230412970" sldId="2376"/>
            <ac:spMk id="5" creationId="{2DECDDCA-8955-EFBD-56A8-7399E5925B6C}"/>
          </ac:spMkLst>
        </pc:spChg>
        <pc:spChg chg="mod">
          <ac:chgData name="Rodriguez Juarez Mauricio Fabian" userId="a2f83152-83ed-464d-add9-bc524febfea8" providerId="ADAL" clId="{E3F66DAB-4B7C-495F-94CC-1EFA65F6E0B3}" dt="2025-09-24T19:59:01.234" v="662" actId="1036"/>
          <ac:spMkLst>
            <pc:docMk/>
            <pc:sldMk cId="2230412970" sldId="2376"/>
            <ac:spMk id="6" creationId="{8B620F49-4A63-EC93-7076-A16A1E928B7A}"/>
          </ac:spMkLst>
        </pc:spChg>
        <pc:spChg chg="del">
          <ac:chgData name="Rodriguez Juarez Mauricio Fabian" userId="a2f83152-83ed-464d-add9-bc524febfea8" providerId="ADAL" clId="{E3F66DAB-4B7C-495F-94CC-1EFA65F6E0B3}" dt="2025-09-24T19:45:21.732" v="413" actId="478"/>
          <ac:spMkLst>
            <pc:docMk/>
            <pc:sldMk cId="2230412970" sldId="2376"/>
            <ac:spMk id="7" creationId="{FBCCF230-3D93-8773-218A-439CB970A26E}"/>
          </ac:spMkLst>
        </pc:spChg>
        <pc:spChg chg="add mod">
          <ac:chgData name="Rodriguez Juarez Mauricio Fabian" userId="a2f83152-83ed-464d-add9-bc524febfea8" providerId="ADAL" clId="{E3F66DAB-4B7C-495F-94CC-1EFA65F6E0B3}" dt="2025-09-24T19:59:30.489" v="671" actId="1035"/>
          <ac:spMkLst>
            <pc:docMk/>
            <pc:sldMk cId="2230412970" sldId="2376"/>
            <ac:spMk id="8" creationId="{67D5B7A9-FFCF-54FB-BB1C-448C48D614E9}"/>
          </ac:spMkLst>
        </pc:spChg>
        <pc:spChg chg="add mod">
          <ac:chgData name="Rodriguez Juarez Mauricio Fabian" userId="a2f83152-83ed-464d-add9-bc524febfea8" providerId="ADAL" clId="{E3F66DAB-4B7C-495F-94CC-1EFA65F6E0B3}" dt="2025-09-24T19:59:30.489" v="671" actId="1035"/>
          <ac:spMkLst>
            <pc:docMk/>
            <pc:sldMk cId="2230412970" sldId="2376"/>
            <ac:spMk id="9" creationId="{A321B388-D814-D73B-65F2-C84525643769}"/>
          </ac:spMkLst>
        </pc:spChg>
        <pc:picChg chg="add mod">
          <ac:chgData name="Rodriguez Juarez Mauricio Fabian" userId="a2f83152-83ed-464d-add9-bc524febfea8" providerId="ADAL" clId="{E3F66DAB-4B7C-495F-94CC-1EFA65F6E0B3}" dt="2025-09-24T19:59:30.489" v="671" actId="1035"/>
          <ac:picMkLst>
            <pc:docMk/>
            <pc:sldMk cId="2230412970" sldId="2376"/>
            <ac:picMk id="10" creationId="{DAF184E6-8E18-205D-9D96-3C5DF4401575}"/>
          </ac:picMkLst>
        </pc:picChg>
        <pc:picChg chg="add mod">
          <ac:chgData name="Rodriguez Juarez Mauricio Fabian" userId="a2f83152-83ed-464d-add9-bc524febfea8" providerId="ADAL" clId="{E3F66DAB-4B7C-495F-94CC-1EFA65F6E0B3}" dt="2025-09-24T19:59:30.489" v="671" actId="1035"/>
          <ac:picMkLst>
            <pc:docMk/>
            <pc:sldMk cId="2230412970" sldId="2376"/>
            <ac:picMk id="11" creationId="{F9E9EEBB-2C46-1DFD-0DD6-D86B1B901A54}"/>
          </ac:picMkLst>
        </pc:picChg>
      </pc:sldChg>
      <pc:sldChg chg="add del">
        <pc:chgData name="Rodriguez Juarez Mauricio Fabian" userId="a2f83152-83ed-464d-add9-bc524febfea8" providerId="ADAL" clId="{E3F66DAB-4B7C-495F-94CC-1EFA65F6E0B3}" dt="2025-09-24T19:50:16.361" v="590"/>
        <pc:sldMkLst>
          <pc:docMk/>
          <pc:sldMk cId="432461434" sldId="2377"/>
        </pc:sldMkLst>
      </pc:sldChg>
      <pc:sldChg chg="new del">
        <pc:chgData name="Rodriguez Juarez Mauricio Fabian" userId="a2f83152-83ed-464d-add9-bc524febfea8" providerId="ADAL" clId="{E3F66DAB-4B7C-495F-94CC-1EFA65F6E0B3}" dt="2025-09-24T19:50:12.922" v="588" actId="2696"/>
        <pc:sldMkLst>
          <pc:docMk/>
          <pc:sldMk cId="3754267138" sldId="2377"/>
        </pc:sldMkLst>
      </pc:sldChg>
      <pc:sldChg chg="addSp modSp new mod">
        <pc:chgData name="Rodriguez Juarez Mauricio Fabian" userId="a2f83152-83ed-464d-add9-bc524febfea8" providerId="ADAL" clId="{E3F66DAB-4B7C-495F-94CC-1EFA65F6E0B3}" dt="2025-09-24T19:53:08.870" v="656" actId="207"/>
        <pc:sldMkLst>
          <pc:docMk/>
          <pc:sldMk cId="4157979783" sldId="2378"/>
        </pc:sldMkLst>
        <pc:spChg chg="add mod">
          <ac:chgData name="Rodriguez Juarez Mauricio Fabian" userId="a2f83152-83ed-464d-add9-bc524febfea8" providerId="ADAL" clId="{E3F66DAB-4B7C-495F-94CC-1EFA65F6E0B3}" dt="2025-09-24T19:51:45.176" v="654" actId="1076"/>
          <ac:spMkLst>
            <pc:docMk/>
            <pc:sldMk cId="4157979783" sldId="2378"/>
            <ac:spMk id="2" creationId="{BC494305-82C1-173D-A10E-12371D043FF7}"/>
          </ac:spMkLst>
        </pc:spChg>
        <pc:spChg chg="add mod">
          <ac:chgData name="Rodriguez Juarez Mauricio Fabian" userId="a2f83152-83ed-464d-add9-bc524febfea8" providerId="ADAL" clId="{E3F66DAB-4B7C-495F-94CC-1EFA65F6E0B3}" dt="2025-09-24T19:53:08.870" v="656" actId="207"/>
          <ac:spMkLst>
            <pc:docMk/>
            <pc:sldMk cId="4157979783" sldId="2378"/>
            <ac:spMk id="3" creationId="{D8687F81-BF22-6B48-79EC-53366A99034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5A30BFD-5B92-43CE-8CD8-E8EF1A6B0F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F3BAA549-7B84-40A3-A402-9F4A98915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2F59F7-E66B-4CA2-8205-288AF67F3862}" type="datetimeFigureOut">
              <a:rPr lang="es-MX" smtClean="0"/>
              <a:t>24/09/2025</a:t>
            </a:fld>
            <a:endParaRPr lang="es-MX"/>
          </a:p>
        </p:txBody>
      </p:sp>
      <p:sp>
        <p:nvSpPr>
          <p:cNvPr id="4" name="Marcador de pie de página 3">
            <a:extLst>
              <a:ext uri="{FF2B5EF4-FFF2-40B4-BE49-F238E27FC236}">
                <a16:creationId xmlns:a16="http://schemas.microsoft.com/office/drawing/2014/main" id="{0DCA6C64-0938-43D5-8D42-BCD93A0A6B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9CD73D7A-A10D-4F4E-AD03-B9E35DE831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704C66-7516-4CAE-9EAE-F2B7B24D32FF}" type="slidenum">
              <a:rPr lang="es-MX" smtClean="0"/>
              <a:t>‹Nº›</a:t>
            </a:fld>
            <a:endParaRPr lang="es-MX"/>
          </a:p>
        </p:txBody>
      </p:sp>
    </p:spTree>
    <p:extLst>
      <p:ext uri="{BB962C8B-B14F-4D97-AF65-F5344CB8AC3E}">
        <p14:creationId xmlns:p14="http://schemas.microsoft.com/office/powerpoint/2010/main" val="433983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1E617-74EF-4E53-8782-02EB80686749}" type="datetimeFigureOut">
              <a:rPr lang="es-MX" smtClean="0"/>
              <a:t>24/09/2025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97426D-9BC3-4043-A161-0643933328F8}" type="slidenum">
              <a:rPr lang="es-MX" smtClean="0"/>
              <a:t>‹Nº›</a:t>
            </a:fld>
            <a:endParaRPr lang="es-MX"/>
          </a:p>
        </p:txBody>
      </p:sp>
    </p:spTree>
    <p:extLst>
      <p:ext uri="{BB962C8B-B14F-4D97-AF65-F5344CB8AC3E}">
        <p14:creationId xmlns:p14="http://schemas.microsoft.com/office/powerpoint/2010/main" val="1738380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50380B-E120-4098-ACE4-02CF6992DFB3}"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2648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50380B-E120-4098-ACE4-02CF6992DFB3}"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110796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eg"/><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emf"/><Relationship Id="rId10" Type="http://schemas.openxmlformats.org/officeDocument/2006/relationships/image" Target="../media/image10.svg"/><Relationship Id="rId4" Type="http://schemas.openxmlformats.org/officeDocument/2006/relationships/oleObject" Target="../embeddings/oleObject2.bin"/><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3.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p:spTree>
      <p:nvGrpSpPr>
        <p:cNvPr id="1" name=""/>
        <p:cNvGrpSpPr/>
        <p:nvPr/>
      </p:nvGrpSpPr>
      <p:grpSpPr>
        <a:xfrm>
          <a:off x="0" y="0"/>
          <a:ext cx="0" cy="0"/>
          <a:chOff x="0" y="0"/>
          <a:chExt cx="0" cy="0"/>
        </a:xfrm>
      </p:grpSpPr>
      <p:pic>
        <p:nvPicPr>
          <p:cNvPr id="15" name="Imagen 14" descr="Imagen de la pantalla de un videojuego&#10;&#10;Descripción generada automáticamente con confianza baja">
            <a:extLst>
              <a:ext uri="{FF2B5EF4-FFF2-40B4-BE49-F238E27FC236}">
                <a16:creationId xmlns:a16="http://schemas.microsoft.com/office/drawing/2014/main" id="{CF861513-CEF3-FE9E-9422-1C987DBA94A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3065" y="-96279"/>
            <a:ext cx="12205065" cy="7134175"/>
          </a:xfrm>
          <a:prstGeom prst="rect">
            <a:avLst/>
          </a:prstGeom>
        </p:spPr>
      </p:pic>
      <p:sp>
        <p:nvSpPr>
          <p:cNvPr id="23" name="Rectángulo 22">
            <a:extLst>
              <a:ext uri="{FF2B5EF4-FFF2-40B4-BE49-F238E27FC236}">
                <a16:creationId xmlns:a16="http://schemas.microsoft.com/office/drawing/2014/main" id="{8339032D-637F-5B49-B0F7-D973018F108C}"/>
              </a:ext>
            </a:extLst>
          </p:cNvPr>
          <p:cNvSpPr/>
          <p:nvPr/>
        </p:nvSpPr>
        <p:spPr>
          <a:xfrm rot="5400000">
            <a:off x="1250969" y="-225405"/>
            <a:ext cx="5832434" cy="8334379"/>
          </a:xfrm>
          <a:prstGeom prst="rect">
            <a:avLst/>
          </a:prstGeom>
          <a:gradFill flip="none" rotWithShape="1">
            <a:gsLst>
              <a:gs pos="0">
                <a:schemeClr val="accent1">
                  <a:alpha val="0"/>
                </a:schemeClr>
              </a:gs>
              <a:gs pos="100000">
                <a:schemeClr val="accent1">
                  <a:alpha val="43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graphicFrame>
        <p:nvGraphicFramePr>
          <p:cNvPr id="2" name="think-cell data - do not delete" hidden="1">
            <a:extLst>
              <a:ext uri="{FF2B5EF4-FFF2-40B4-BE49-F238E27FC236}">
                <a16:creationId xmlns:a16="http://schemas.microsoft.com/office/drawing/2014/main" id="{B74BB49E-CE83-29B3-35B4-F8E50B8D4F58}"/>
              </a:ext>
            </a:extLst>
          </p:cNvPr>
          <p:cNvGraphicFramePr>
            <a:graphicFrameLocks noChangeAspect="1"/>
          </p:cNvGraphicFramePr>
          <p:nvPr>
            <p:custDataLst>
              <p:tags r:id="rId1"/>
            </p:custDataLst>
            <p:extLst>
              <p:ext uri="{D42A27DB-BD31-4B8C-83A1-F6EECF244321}">
                <p14:modId xmlns:p14="http://schemas.microsoft.com/office/powerpoint/2010/main" val="2173422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2" name="think-cell data - do not delete" hidden="1">
                        <a:extLst>
                          <a:ext uri="{FF2B5EF4-FFF2-40B4-BE49-F238E27FC236}">
                            <a16:creationId xmlns:a16="http://schemas.microsoft.com/office/drawing/2014/main" id="{B74BB49E-CE83-29B3-35B4-F8E50B8D4F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CuadroTexto 15">
            <a:extLst>
              <a:ext uri="{FF2B5EF4-FFF2-40B4-BE49-F238E27FC236}">
                <a16:creationId xmlns:a16="http://schemas.microsoft.com/office/drawing/2014/main" id="{D2D32E26-ABB2-97A0-FDA8-C7E66207A19C}"/>
              </a:ext>
            </a:extLst>
          </p:cNvPr>
          <p:cNvSpPr txBox="1"/>
          <p:nvPr/>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dirty="0">
                <a:solidFill>
                  <a:schemeClr val="bg1"/>
                </a:solidFill>
              </a:rPr>
              <a:t>*Santander Asset Management es una marca licenciada a SAM Asset Management, S.A. de C.V., Sociedad Operadora de Fondos de Inversión, entidad financiera mexicana subsidiaria mayoritariamente de la empresa extranjera Santander Asset Management UK Holdings </a:t>
            </a:r>
            <a:r>
              <a:rPr lang="es-ES" sz="850" b="0" i="0" u="none" strike="noStrike" baseline="0" dirty="0" err="1">
                <a:solidFill>
                  <a:schemeClr val="bg1"/>
                </a:solidFill>
              </a:rPr>
              <a:t>Limited</a:t>
            </a:r>
            <a:r>
              <a:rPr lang="es-ES" sz="850" b="0" i="0" u="none" strike="noStrike" baseline="0" dirty="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dirty="0">
                <a:solidFill>
                  <a:schemeClr val="bg1"/>
                </a:solidFill>
                <a:latin typeface="Santander Text" panose="020B0504020201020104" pitchFamily="34" charset="0"/>
              </a:rPr>
              <a:t>Es importante destacar que SAM Asset Management, S.A. de C.V., Sociedad Operadora de Fondos de Inversión, NO es integrante de Grupo Financiero Santander México, S.A. de C.V., </a:t>
            </a:r>
            <a:r>
              <a:rPr lang="es-ES" sz="850" b="0" i="0" u="none" strike="noStrike" baseline="0" dirty="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dirty="0">
              <a:solidFill>
                <a:schemeClr val="bg1"/>
              </a:solidFill>
            </a:endParaRPr>
          </a:p>
        </p:txBody>
      </p:sp>
      <p:pic>
        <p:nvPicPr>
          <p:cNvPr id="17" name="Gráfico 16">
            <a:extLst>
              <a:ext uri="{FF2B5EF4-FFF2-40B4-BE49-F238E27FC236}">
                <a16:creationId xmlns:a16="http://schemas.microsoft.com/office/drawing/2014/main" id="{9EB4F473-4011-7A9E-4D8D-0A9C134164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4732" y="247351"/>
            <a:ext cx="4133113" cy="874800"/>
          </a:xfrm>
          <a:prstGeom prst="rect">
            <a:avLst/>
          </a:prstGeom>
        </p:spPr>
      </p:pic>
      <p:pic>
        <p:nvPicPr>
          <p:cNvPr id="18" name="Imagen 17">
            <a:extLst>
              <a:ext uri="{FF2B5EF4-FFF2-40B4-BE49-F238E27FC236}">
                <a16:creationId xmlns:a16="http://schemas.microsoft.com/office/drawing/2014/main" id="{2F30EAE9-BD79-FBBE-525A-9500D1F326A6}"/>
              </a:ext>
            </a:extLst>
          </p:cNvPr>
          <p:cNvPicPr>
            <a:picLocks noChangeAspect="1"/>
          </p:cNvPicPr>
          <p:nvPr/>
        </p:nvPicPr>
        <p:blipFill>
          <a:blip r:embed="rId8">
            <a:alphaModFix amt="20000"/>
          </a:blip>
          <a:srcRect l="1194" b="37251"/>
          <a:stretch/>
        </p:blipFill>
        <p:spPr>
          <a:xfrm>
            <a:off x="-13066" y="4111611"/>
            <a:ext cx="12046527" cy="2926285"/>
          </a:xfrm>
          <a:prstGeom prst="rect">
            <a:avLst/>
          </a:prstGeom>
        </p:spPr>
      </p:pic>
      <p:pic>
        <p:nvPicPr>
          <p:cNvPr id="19" name="Gráfico 18">
            <a:extLst>
              <a:ext uri="{FF2B5EF4-FFF2-40B4-BE49-F238E27FC236}">
                <a16:creationId xmlns:a16="http://schemas.microsoft.com/office/drawing/2014/main" id="{C5C52179-6754-E542-BB5D-54E2150E380B}"/>
              </a:ext>
            </a:extLst>
          </p:cNvPr>
          <p:cNvPicPr>
            <a:picLocks noChangeAspect="1"/>
          </p:cNvPicPr>
          <p:nvPr/>
        </p:nvPicPr>
        <p:blipFill>
          <a:blip r:embed="rId9">
            <a:extLst>
              <a:ext uri="{96DAC541-7B7A-43D3-8B79-37D633B846F1}">
                <asvg:svgBlip xmlns:asvg="http://schemas.microsoft.com/office/drawing/2016/SVG/main" r:embed="rId10"/>
              </a:ext>
            </a:extLst>
          </a:blip>
          <a:srcRect l="8597" b="53789"/>
          <a:stretch/>
        </p:blipFill>
        <p:spPr>
          <a:xfrm rot="10800000">
            <a:off x="171778" y="-96279"/>
            <a:ext cx="12020222" cy="3995990"/>
          </a:xfrm>
          <a:prstGeom prst="rect">
            <a:avLst/>
          </a:prstGeom>
        </p:spPr>
      </p:pic>
    </p:spTree>
    <p:extLst>
      <p:ext uri="{BB962C8B-B14F-4D97-AF65-F5344CB8AC3E}">
        <p14:creationId xmlns:p14="http://schemas.microsoft.com/office/powerpoint/2010/main" val="209403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illa">
    <p:spTree>
      <p:nvGrpSpPr>
        <p:cNvPr id="1" name=""/>
        <p:cNvGrpSpPr/>
        <p:nvPr/>
      </p:nvGrpSpPr>
      <p:grpSpPr>
        <a:xfrm>
          <a:off x="0" y="0"/>
          <a:ext cx="0" cy="0"/>
          <a:chOff x="0" y="0"/>
          <a:chExt cx="0" cy="0"/>
        </a:xfrm>
      </p:grpSpPr>
      <p:pic>
        <p:nvPicPr>
          <p:cNvPr id="5" name="Imagen 4" descr="Imagen de la pantalla de un videojuego&#10;&#10;Descripción generada automáticamente con confianza baja">
            <a:extLst>
              <a:ext uri="{FF2B5EF4-FFF2-40B4-BE49-F238E27FC236}">
                <a16:creationId xmlns:a16="http://schemas.microsoft.com/office/drawing/2014/main" id="{495C83E7-26A6-EB2C-991F-B9B3925E3DCD}"/>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533" y="1025566"/>
            <a:ext cx="11582583" cy="5832434"/>
          </a:xfrm>
          <a:prstGeom prst="rect">
            <a:avLst/>
          </a:prstGeom>
        </p:spPr>
      </p:pic>
      <p:graphicFrame>
        <p:nvGraphicFramePr>
          <p:cNvPr id="3" name="think-cell data - do not delete" hidden="1">
            <a:extLst>
              <a:ext uri="{FF2B5EF4-FFF2-40B4-BE49-F238E27FC236}">
                <a16:creationId xmlns:a16="http://schemas.microsoft.com/office/drawing/2014/main" id="{5F337042-EA5D-7C6E-C612-8619D4B2E9A5}"/>
              </a:ext>
            </a:extLst>
          </p:cNvPr>
          <p:cNvGraphicFramePr>
            <a:graphicFrameLocks noChangeAspect="1"/>
          </p:cNvGraphicFramePr>
          <p:nvPr>
            <p:custDataLst>
              <p:tags r:id="rId1"/>
            </p:custDataLst>
            <p:extLst>
              <p:ext uri="{D42A27DB-BD31-4B8C-83A1-F6EECF244321}">
                <p14:modId xmlns:p14="http://schemas.microsoft.com/office/powerpoint/2010/main" val="76756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 name="think-cell data - do not delete" hidden="1">
                        <a:extLst>
                          <a:ext uri="{FF2B5EF4-FFF2-40B4-BE49-F238E27FC236}">
                            <a16:creationId xmlns:a16="http://schemas.microsoft.com/office/drawing/2014/main" id="{5F337042-EA5D-7C6E-C612-8619D4B2E9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D67E3540-7051-F4A5-6F1E-4DE762F335A7}"/>
              </a:ext>
            </a:extLst>
          </p:cNvPr>
          <p:cNvSpPr/>
          <p:nvPr/>
        </p:nvSpPr>
        <p:spPr>
          <a:xfrm rot="5400000">
            <a:off x="1250969" y="-225405"/>
            <a:ext cx="5832434" cy="8334379"/>
          </a:xfrm>
          <a:prstGeom prst="rect">
            <a:avLst/>
          </a:prstGeom>
          <a:gradFill flip="none" rotWithShape="1">
            <a:gsLst>
              <a:gs pos="0">
                <a:schemeClr val="accent1">
                  <a:alpha val="0"/>
                </a:schemeClr>
              </a:gs>
              <a:gs pos="100000">
                <a:schemeClr val="accent1">
                  <a:alpha val="43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Gráfico 7">
            <a:extLst>
              <a:ext uri="{FF2B5EF4-FFF2-40B4-BE49-F238E27FC236}">
                <a16:creationId xmlns:a16="http://schemas.microsoft.com/office/drawing/2014/main" id="{24B3E037-F755-4890-5C51-7BA517348517}"/>
              </a:ext>
            </a:extLst>
          </p:cNvPr>
          <p:cNvPicPr/>
          <p:nvPr/>
        </p:nvPicPr>
        <p:blipFill>
          <a:blip r:embed="rId6">
            <a:extLst>
              <a:ext uri="{96DAC541-7B7A-43D3-8B79-37D633B846F1}">
                <asvg:svgBlip xmlns:asvg="http://schemas.microsoft.com/office/drawing/2016/SVG/main" r:embed="rId7"/>
              </a:ext>
            </a:extLst>
          </a:blip>
          <a:stretch>
            <a:fillRect/>
          </a:stretch>
        </p:blipFill>
        <p:spPr>
          <a:xfrm>
            <a:off x="-366197" y="2396828"/>
            <a:ext cx="7305167" cy="5676213"/>
          </a:xfrm>
          <a:prstGeom prst="rect">
            <a:avLst/>
          </a:prstGeom>
        </p:spPr>
      </p:pic>
      <p:sp>
        <p:nvSpPr>
          <p:cNvPr id="2" name="object 9">
            <a:extLst>
              <a:ext uri="{FF2B5EF4-FFF2-40B4-BE49-F238E27FC236}">
                <a16:creationId xmlns:a16="http://schemas.microsoft.com/office/drawing/2014/main" id="{B5DB8D98-A3C8-6E4F-5BC8-A3A165EB9CE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667253387"/>
      </p:ext>
    </p:extLst>
  </p:cSld>
  <p:clrMapOvr>
    <a:masterClrMapping/>
  </p:clrMapOvr>
  <p:extLst>
    <p:ext uri="{DCECCB84-F9BA-43D5-87BE-67443E8EF086}">
      <p15:sldGuideLst xmlns:p15="http://schemas.microsoft.com/office/powerpoint/2012/main">
        <p15:guide id="2" pos="740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4_Portadilla_0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E781A73-A03B-5633-27EB-791F6E6F1494}"/>
              </a:ext>
            </a:extLst>
          </p:cNvPr>
          <p:cNvSpPr/>
          <p:nvPr/>
        </p:nvSpPr>
        <p:spPr>
          <a:xfrm>
            <a:off x="-4" y="1025566"/>
            <a:ext cx="11576050" cy="5832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5F337042-EA5D-7C6E-C612-8619D4B2E9A5}"/>
              </a:ext>
            </a:extLst>
          </p:cNvPr>
          <p:cNvGraphicFramePr>
            <a:graphicFrameLocks noChangeAspect="1"/>
          </p:cNvGraphicFramePr>
          <p:nvPr>
            <p:custDataLst>
              <p:tags r:id="rId1"/>
            </p:custDataLst>
            <p:extLst>
              <p:ext uri="{D42A27DB-BD31-4B8C-83A1-F6EECF244321}">
                <p14:modId xmlns:p14="http://schemas.microsoft.com/office/powerpoint/2010/main" val="76756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5F337042-EA5D-7C6E-C612-8619D4B2E9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D67E3540-7051-F4A5-6F1E-4DE762F335A7}"/>
              </a:ext>
            </a:extLst>
          </p:cNvPr>
          <p:cNvSpPr/>
          <p:nvPr/>
        </p:nvSpPr>
        <p:spPr>
          <a:xfrm rot="5400000">
            <a:off x="2270145" y="-1244581"/>
            <a:ext cx="5832434" cy="10372731"/>
          </a:xfrm>
          <a:prstGeom prst="rect">
            <a:avLst/>
          </a:prstGeom>
          <a:gradFill flip="none" rotWithShape="1">
            <a:gsLst>
              <a:gs pos="0">
                <a:schemeClr val="accent1">
                  <a:alpha val="0"/>
                </a:schemeClr>
              </a:gs>
              <a:gs pos="42000">
                <a:schemeClr val="accent1">
                  <a:alpha val="58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Gráfico 7">
            <a:extLst>
              <a:ext uri="{FF2B5EF4-FFF2-40B4-BE49-F238E27FC236}">
                <a16:creationId xmlns:a16="http://schemas.microsoft.com/office/drawing/2014/main" id="{24B3E037-F755-4890-5C51-7BA517348517}"/>
              </a:ext>
            </a:extLst>
          </p:cNvPr>
          <p:cNvPicPr/>
          <p:nvPr/>
        </p:nvPicPr>
        <p:blipFill>
          <a:blip r:embed="rId5">
            <a:extLst>
              <a:ext uri="{96DAC541-7B7A-43D3-8B79-37D633B846F1}">
                <asvg:svgBlip xmlns:asvg="http://schemas.microsoft.com/office/drawing/2016/SVG/main" r:embed="rId6"/>
              </a:ext>
            </a:extLst>
          </a:blip>
          <a:stretch>
            <a:fillRect/>
          </a:stretch>
        </p:blipFill>
        <p:spPr>
          <a:xfrm flipH="1">
            <a:off x="2187167" y="1196160"/>
            <a:ext cx="9862050" cy="7662945"/>
          </a:xfrm>
          <a:prstGeom prst="rect">
            <a:avLst/>
          </a:prstGeom>
        </p:spPr>
      </p:pic>
      <p:sp>
        <p:nvSpPr>
          <p:cNvPr id="2" name="object 9">
            <a:extLst>
              <a:ext uri="{FF2B5EF4-FFF2-40B4-BE49-F238E27FC236}">
                <a16:creationId xmlns:a16="http://schemas.microsoft.com/office/drawing/2014/main" id="{B5DB8D98-A3C8-6E4F-5BC8-A3A165EB9CE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513756548"/>
      </p:ext>
    </p:extLst>
  </p:cSld>
  <p:clrMapOvr>
    <a:masterClrMapping/>
  </p:clrMapOvr>
  <p:extLst>
    <p:ext uri="{DCECCB84-F9BA-43D5-87BE-67443E8EF086}">
      <p15:sldGuideLst xmlns:p15="http://schemas.microsoft.com/office/powerpoint/2012/main">
        <p15:guide id="2" pos="740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dice 6 títulos">
    <p:spTree>
      <p:nvGrpSpPr>
        <p:cNvPr id="1" name=""/>
        <p:cNvGrpSpPr/>
        <p:nvPr/>
      </p:nvGrpSpPr>
      <p:grpSpPr>
        <a:xfrm>
          <a:off x="0" y="0"/>
          <a:ext cx="0" cy="0"/>
          <a:chOff x="0" y="0"/>
          <a:chExt cx="0" cy="0"/>
        </a:xfrm>
      </p:grpSpPr>
      <p:pic>
        <p:nvPicPr>
          <p:cNvPr id="8" name="Imagen 7" descr="Imagen de la pantalla de un videojuego&#10;&#10;Descripción generada automáticamente con confianza baja">
            <a:extLst>
              <a:ext uri="{FF2B5EF4-FFF2-40B4-BE49-F238E27FC236}">
                <a16:creationId xmlns:a16="http://schemas.microsoft.com/office/drawing/2014/main" id="{6340CAE9-6296-9E61-F9A4-4998FC788FFE}"/>
              </a:ext>
            </a:extLst>
          </p:cNvPr>
          <p:cNvPicPr>
            <a:picLocks noChangeAspect="1"/>
          </p:cNvPicPr>
          <p:nvPr/>
        </p:nvPicPr>
        <p:blipFill>
          <a:blip r:embed="rId2" cstate="screen">
            <a:extLst>
              <a:ext uri="{28A0092B-C50C-407E-A947-70E740481C1C}">
                <a14:useLocalDpi xmlns:a14="http://schemas.microsoft.com/office/drawing/2010/main"/>
              </a:ext>
            </a:extLst>
          </a:blip>
          <a:srcRect t="1890" r="1890"/>
          <a:stretch/>
        </p:blipFill>
        <p:spPr>
          <a:xfrm>
            <a:off x="2878624" y="1025566"/>
            <a:ext cx="8697426" cy="5827851"/>
          </a:xfrm>
          <a:prstGeom prst="rect">
            <a:avLst/>
          </a:prstGeom>
        </p:spPr>
      </p:pic>
      <p:sp>
        <p:nvSpPr>
          <p:cNvPr id="9" name="Rectángulo 8">
            <a:extLst>
              <a:ext uri="{FF2B5EF4-FFF2-40B4-BE49-F238E27FC236}">
                <a16:creationId xmlns:a16="http://schemas.microsoft.com/office/drawing/2014/main" id="{AAEB0640-716E-9919-E683-D3D92D3343BB}"/>
              </a:ext>
            </a:extLst>
          </p:cNvPr>
          <p:cNvSpPr/>
          <p:nvPr/>
        </p:nvSpPr>
        <p:spPr>
          <a:xfrm>
            <a:off x="2878622" y="1025566"/>
            <a:ext cx="8676302" cy="5832435"/>
          </a:xfrm>
          <a:prstGeom prst="rect">
            <a:avLst/>
          </a:prstGeom>
          <a:gradFill flip="none" rotWithShape="1">
            <a:gsLst>
              <a:gs pos="0">
                <a:schemeClr val="accent1">
                  <a:alpha val="0"/>
                </a:schemeClr>
              </a:gs>
              <a:gs pos="99000">
                <a:schemeClr val="accent1">
                  <a:alpha val="8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Marcador de número de diapositiva 2">
            <a:extLst>
              <a:ext uri="{FF2B5EF4-FFF2-40B4-BE49-F238E27FC236}">
                <a16:creationId xmlns:a16="http://schemas.microsoft.com/office/drawing/2014/main" id="{E2073F32-19A5-0217-B6C5-7F882E795EA0}"/>
              </a:ext>
            </a:extLst>
          </p:cNvPr>
          <p:cNvSpPr>
            <a:spLocks noGrp="1"/>
          </p:cNvSpPr>
          <p:nvPr>
            <p:ph type="sldNum" sz="quarter" idx="10"/>
          </p:nvPr>
        </p:nvSpPr>
        <p:spPr>
          <a:xfrm>
            <a:off x="11775946" y="6460524"/>
            <a:ext cx="358904" cy="123111"/>
          </a:xfrm>
          <a:prstGeom prst="rect">
            <a:avLst/>
          </a:prstGeom>
        </p:spPr>
        <p:txBody>
          <a:bodyPr/>
          <a:lstStyle/>
          <a:p>
            <a:pPr>
              <a:spcBef>
                <a:spcPts val="204"/>
              </a:spcBef>
            </a:pPr>
            <a:fld id="{81D60167-4931-47E6-BA6A-407CBD079E47}" type="slidenum">
              <a:rPr lang="en-US" smtClean="0"/>
              <a:pPr>
                <a:spcBef>
                  <a:spcPts val="204"/>
                </a:spcBef>
              </a:pPr>
              <a:t>‹Nº›</a:t>
            </a:fld>
            <a:endParaRPr lang="en-US" dirty="0"/>
          </a:p>
        </p:txBody>
      </p:sp>
      <p:sp>
        <p:nvSpPr>
          <p:cNvPr id="5" name="Título 16">
            <a:extLst>
              <a:ext uri="{FF2B5EF4-FFF2-40B4-BE49-F238E27FC236}">
                <a16:creationId xmlns:a16="http://schemas.microsoft.com/office/drawing/2014/main" id="{3613CAA6-2478-D731-6768-C1299631AAD9}"/>
              </a:ext>
            </a:extLst>
          </p:cNvPr>
          <p:cNvSpPr>
            <a:spLocks noGrp="1"/>
          </p:cNvSpPr>
          <p:nvPr>
            <p:ph type="title" hasCustomPrompt="1"/>
          </p:nvPr>
        </p:nvSpPr>
        <p:spPr>
          <a:xfrm>
            <a:off x="448453" y="1207572"/>
            <a:ext cx="1748647" cy="354970"/>
          </a:xfrm>
          <a:prstGeom prst="rect">
            <a:avLst/>
          </a:prstGeom>
        </p:spPr>
        <p:txBody>
          <a:bodyPr lIns="0" tIns="0" rIns="0" bIns="0"/>
          <a:lstStyle>
            <a:lvl1pPr>
              <a:defRPr sz="2800"/>
            </a:lvl1pPr>
          </a:lstStyle>
          <a:p>
            <a:r>
              <a:rPr lang="es-ES" dirty="0"/>
              <a:t>Índice</a:t>
            </a:r>
          </a:p>
        </p:txBody>
      </p:sp>
      <p:cxnSp>
        <p:nvCxnSpPr>
          <p:cNvPr id="7" name="Conector recto 6">
            <a:extLst>
              <a:ext uri="{FF2B5EF4-FFF2-40B4-BE49-F238E27FC236}">
                <a16:creationId xmlns:a16="http://schemas.microsoft.com/office/drawing/2014/main" id="{7FE702AE-7275-AF2A-587D-2C757CDEDB71}"/>
              </a:ext>
            </a:extLst>
          </p:cNvPr>
          <p:cNvCxnSpPr/>
          <p:nvPr/>
        </p:nvCxnSpPr>
        <p:spPr>
          <a:xfrm>
            <a:off x="442913" y="1695892"/>
            <a:ext cx="241458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Marcador de texto 4">
            <a:extLst>
              <a:ext uri="{FF2B5EF4-FFF2-40B4-BE49-F238E27FC236}">
                <a16:creationId xmlns:a16="http://schemas.microsoft.com/office/drawing/2014/main" id="{CF08DF58-FF2B-2C96-9DDA-FA9C40F390CF}"/>
              </a:ext>
            </a:extLst>
          </p:cNvPr>
          <p:cNvSpPr>
            <a:spLocks noGrp="1"/>
          </p:cNvSpPr>
          <p:nvPr>
            <p:ph type="body" sz="quarter" idx="51" hasCustomPrompt="1"/>
          </p:nvPr>
        </p:nvSpPr>
        <p:spPr>
          <a:xfrm>
            <a:off x="3299789"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01</a:t>
            </a:r>
          </a:p>
        </p:txBody>
      </p:sp>
      <p:sp>
        <p:nvSpPr>
          <p:cNvPr id="14" name="Marcador de texto 4">
            <a:extLst>
              <a:ext uri="{FF2B5EF4-FFF2-40B4-BE49-F238E27FC236}">
                <a16:creationId xmlns:a16="http://schemas.microsoft.com/office/drawing/2014/main" id="{99016C12-D5D9-C224-FDA6-6C81F30163CB}"/>
              </a:ext>
            </a:extLst>
          </p:cNvPr>
          <p:cNvSpPr>
            <a:spLocks noGrp="1"/>
          </p:cNvSpPr>
          <p:nvPr>
            <p:ph type="body" sz="quarter" idx="52" hasCustomPrompt="1"/>
          </p:nvPr>
        </p:nvSpPr>
        <p:spPr>
          <a:xfrm>
            <a:off x="3299790"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1</a:t>
            </a:r>
          </a:p>
        </p:txBody>
      </p:sp>
      <p:cxnSp>
        <p:nvCxnSpPr>
          <p:cNvPr id="16" name="Conector recto 15">
            <a:extLst>
              <a:ext uri="{FF2B5EF4-FFF2-40B4-BE49-F238E27FC236}">
                <a16:creationId xmlns:a16="http://schemas.microsoft.com/office/drawing/2014/main" id="{D1B37B03-052F-4F96-64EC-00A30DB439B3}"/>
              </a:ext>
            </a:extLst>
          </p:cNvPr>
          <p:cNvCxnSpPr/>
          <p:nvPr/>
        </p:nvCxnSpPr>
        <p:spPr>
          <a:xfrm>
            <a:off x="3299789"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Marcador de texto 4">
            <a:extLst>
              <a:ext uri="{FF2B5EF4-FFF2-40B4-BE49-F238E27FC236}">
                <a16:creationId xmlns:a16="http://schemas.microsoft.com/office/drawing/2014/main" id="{FDA4D0A3-8E8C-161F-B318-BA2F7695F8C8}"/>
              </a:ext>
            </a:extLst>
          </p:cNvPr>
          <p:cNvSpPr>
            <a:spLocks noGrp="1"/>
          </p:cNvSpPr>
          <p:nvPr>
            <p:ph type="body" sz="quarter" idx="53" hasCustomPrompt="1"/>
          </p:nvPr>
        </p:nvSpPr>
        <p:spPr>
          <a:xfrm>
            <a:off x="5713010"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02</a:t>
            </a:r>
          </a:p>
        </p:txBody>
      </p:sp>
      <p:sp>
        <p:nvSpPr>
          <p:cNvPr id="18" name="Marcador de texto 4">
            <a:extLst>
              <a:ext uri="{FF2B5EF4-FFF2-40B4-BE49-F238E27FC236}">
                <a16:creationId xmlns:a16="http://schemas.microsoft.com/office/drawing/2014/main" id="{A48D7EF1-B298-7EBE-7287-4017E8A2DEF9}"/>
              </a:ext>
            </a:extLst>
          </p:cNvPr>
          <p:cNvSpPr>
            <a:spLocks noGrp="1"/>
          </p:cNvSpPr>
          <p:nvPr>
            <p:ph type="body" sz="quarter" idx="54" hasCustomPrompt="1"/>
          </p:nvPr>
        </p:nvSpPr>
        <p:spPr>
          <a:xfrm>
            <a:off x="5713011"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2</a:t>
            </a:r>
          </a:p>
        </p:txBody>
      </p:sp>
      <p:cxnSp>
        <p:nvCxnSpPr>
          <p:cNvPr id="19" name="Conector recto 18">
            <a:extLst>
              <a:ext uri="{FF2B5EF4-FFF2-40B4-BE49-F238E27FC236}">
                <a16:creationId xmlns:a16="http://schemas.microsoft.com/office/drawing/2014/main" id="{C7B2AB38-3E84-6D53-546C-86CA938B6BA0}"/>
              </a:ext>
            </a:extLst>
          </p:cNvPr>
          <p:cNvCxnSpPr/>
          <p:nvPr/>
        </p:nvCxnSpPr>
        <p:spPr>
          <a:xfrm>
            <a:off x="5713010"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Marcador de texto 4">
            <a:extLst>
              <a:ext uri="{FF2B5EF4-FFF2-40B4-BE49-F238E27FC236}">
                <a16:creationId xmlns:a16="http://schemas.microsoft.com/office/drawing/2014/main" id="{9BE78114-1D4F-B3D6-D895-DD8F190B8CEF}"/>
              </a:ext>
            </a:extLst>
          </p:cNvPr>
          <p:cNvSpPr>
            <a:spLocks noGrp="1"/>
          </p:cNvSpPr>
          <p:nvPr>
            <p:ph type="body" sz="quarter" idx="55" hasCustomPrompt="1"/>
          </p:nvPr>
        </p:nvSpPr>
        <p:spPr>
          <a:xfrm>
            <a:off x="8126231"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03</a:t>
            </a:r>
          </a:p>
        </p:txBody>
      </p:sp>
      <p:sp>
        <p:nvSpPr>
          <p:cNvPr id="21" name="Marcador de texto 4">
            <a:extLst>
              <a:ext uri="{FF2B5EF4-FFF2-40B4-BE49-F238E27FC236}">
                <a16:creationId xmlns:a16="http://schemas.microsoft.com/office/drawing/2014/main" id="{E934A825-0F7B-F7AF-718C-52ACB1DC9D53}"/>
              </a:ext>
            </a:extLst>
          </p:cNvPr>
          <p:cNvSpPr>
            <a:spLocks noGrp="1"/>
          </p:cNvSpPr>
          <p:nvPr>
            <p:ph type="body" sz="quarter" idx="56" hasCustomPrompt="1"/>
          </p:nvPr>
        </p:nvSpPr>
        <p:spPr>
          <a:xfrm>
            <a:off x="8126232"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3</a:t>
            </a:r>
          </a:p>
        </p:txBody>
      </p:sp>
      <p:cxnSp>
        <p:nvCxnSpPr>
          <p:cNvPr id="22" name="Conector recto 21">
            <a:extLst>
              <a:ext uri="{FF2B5EF4-FFF2-40B4-BE49-F238E27FC236}">
                <a16:creationId xmlns:a16="http://schemas.microsoft.com/office/drawing/2014/main" id="{6AF1F46B-4E1C-3DC3-34AE-0A80A8DEB0AB}"/>
              </a:ext>
            </a:extLst>
          </p:cNvPr>
          <p:cNvCxnSpPr/>
          <p:nvPr/>
        </p:nvCxnSpPr>
        <p:spPr>
          <a:xfrm>
            <a:off x="8126231"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Marcador de texto 4">
            <a:extLst>
              <a:ext uri="{FF2B5EF4-FFF2-40B4-BE49-F238E27FC236}">
                <a16:creationId xmlns:a16="http://schemas.microsoft.com/office/drawing/2014/main" id="{4672BE44-0620-F4CC-FF21-5F13F2181FDF}"/>
              </a:ext>
            </a:extLst>
          </p:cNvPr>
          <p:cNvSpPr>
            <a:spLocks noGrp="1"/>
          </p:cNvSpPr>
          <p:nvPr>
            <p:ph type="body" sz="quarter" idx="57" hasCustomPrompt="1"/>
          </p:nvPr>
        </p:nvSpPr>
        <p:spPr>
          <a:xfrm>
            <a:off x="3299789"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04</a:t>
            </a:r>
          </a:p>
        </p:txBody>
      </p:sp>
      <p:sp>
        <p:nvSpPr>
          <p:cNvPr id="24" name="Marcador de texto 4">
            <a:extLst>
              <a:ext uri="{FF2B5EF4-FFF2-40B4-BE49-F238E27FC236}">
                <a16:creationId xmlns:a16="http://schemas.microsoft.com/office/drawing/2014/main" id="{65D61519-92BF-FBD3-BF72-C2A6E5A341D4}"/>
              </a:ext>
            </a:extLst>
          </p:cNvPr>
          <p:cNvSpPr>
            <a:spLocks noGrp="1"/>
          </p:cNvSpPr>
          <p:nvPr>
            <p:ph type="body" sz="quarter" idx="58" hasCustomPrompt="1"/>
          </p:nvPr>
        </p:nvSpPr>
        <p:spPr>
          <a:xfrm>
            <a:off x="3299790"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4</a:t>
            </a:r>
          </a:p>
        </p:txBody>
      </p:sp>
      <p:cxnSp>
        <p:nvCxnSpPr>
          <p:cNvPr id="25" name="Conector recto 24">
            <a:extLst>
              <a:ext uri="{FF2B5EF4-FFF2-40B4-BE49-F238E27FC236}">
                <a16:creationId xmlns:a16="http://schemas.microsoft.com/office/drawing/2014/main" id="{88270C32-DD40-E31E-1152-6F77343BB7C7}"/>
              </a:ext>
            </a:extLst>
          </p:cNvPr>
          <p:cNvCxnSpPr/>
          <p:nvPr/>
        </p:nvCxnSpPr>
        <p:spPr>
          <a:xfrm>
            <a:off x="3299789"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Marcador de texto 4">
            <a:extLst>
              <a:ext uri="{FF2B5EF4-FFF2-40B4-BE49-F238E27FC236}">
                <a16:creationId xmlns:a16="http://schemas.microsoft.com/office/drawing/2014/main" id="{DACE9625-8731-AE28-0195-DB5EBF88DFC2}"/>
              </a:ext>
            </a:extLst>
          </p:cNvPr>
          <p:cNvSpPr>
            <a:spLocks noGrp="1"/>
          </p:cNvSpPr>
          <p:nvPr>
            <p:ph type="body" sz="quarter" idx="59" hasCustomPrompt="1"/>
          </p:nvPr>
        </p:nvSpPr>
        <p:spPr>
          <a:xfrm>
            <a:off x="5713010"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05</a:t>
            </a:r>
          </a:p>
        </p:txBody>
      </p:sp>
      <p:sp>
        <p:nvSpPr>
          <p:cNvPr id="27" name="Marcador de texto 4">
            <a:extLst>
              <a:ext uri="{FF2B5EF4-FFF2-40B4-BE49-F238E27FC236}">
                <a16:creationId xmlns:a16="http://schemas.microsoft.com/office/drawing/2014/main" id="{2E599CDA-9BE5-5D5D-E8E0-BF1908DF8F95}"/>
              </a:ext>
            </a:extLst>
          </p:cNvPr>
          <p:cNvSpPr>
            <a:spLocks noGrp="1"/>
          </p:cNvSpPr>
          <p:nvPr>
            <p:ph type="body" sz="quarter" idx="60" hasCustomPrompt="1"/>
          </p:nvPr>
        </p:nvSpPr>
        <p:spPr>
          <a:xfrm>
            <a:off x="5713011"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5</a:t>
            </a:r>
          </a:p>
        </p:txBody>
      </p:sp>
      <p:cxnSp>
        <p:nvCxnSpPr>
          <p:cNvPr id="28" name="Conector recto 27">
            <a:extLst>
              <a:ext uri="{FF2B5EF4-FFF2-40B4-BE49-F238E27FC236}">
                <a16:creationId xmlns:a16="http://schemas.microsoft.com/office/drawing/2014/main" id="{E1A64F8C-2647-7E07-2F8B-BCFDCD91AB07}"/>
              </a:ext>
            </a:extLst>
          </p:cNvPr>
          <p:cNvCxnSpPr/>
          <p:nvPr/>
        </p:nvCxnSpPr>
        <p:spPr>
          <a:xfrm>
            <a:off x="5713010"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Marcador de texto 4">
            <a:extLst>
              <a:ext uri="{FF2B5EF4-FFF2-40B4-BE49-F238E27FC236}">
                <a16:creationId xmlns:a16="http://schemas.microsoft.com/office/drawing/2014/main" id="{E1E5A804-0318-EE65-859A-61D4E80AAA93}"/>
              </a:ext>
            </a:extLst>
          </p:cNvPr>
          <p:cNvSpPr>
            <a:spLocks noGrp="1"/>
          </p:cNvSpPr>
          <p:nvPr>
            <p:ph type="body" sz="quarter" idx="61" hasCustomPrompt="1"/>
          </p:nvPr>
        </p:nvSpPr>
        <p:spPr>
          <a:xfrm>
            <a:off x="8126231"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06</a:t>
            </a:r>
          </a:p>
        </p:txBody>
      </p:sp>
      <p:sp>
        <p:nvSpPr>
          <p:cNvPr id="30" name="Marcador de texto 4">
            <a:extLst>
              <a:ext uri="{FF2B5EF4-FFF2-40B4-BE49-F238E27FC236}">
                <a16:creationId xmlns:a16="http://schemas.microsoft.com/office/drawing/2014/main" id="{8F8BFFD0-A02B-8566-DD9B-C17A1BA9B3D0}"/>
              </a:ext>
            </a:extLst>
          </p:cNvPr>
          <p:cNvSpPr>
            <a:spLocks noGrp="1"/>
          </p:cNvSpPr>
          <p:nvPr>
            <p:ph type="body" sz="quarter" idx="62" hasCustomPrompt="1"/>
          </p:nvPr>
        </p:nvSpPr>
        <p:spPr>
          <a:xfrm>
            <a:off x="8126232"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6</a:t>
            </a:r>
          </a:p>
        </p:txBody>
      </p:sp>
      <p:sp>
        <p:nvSpPr>
          <p:cNvPr id="2" name="Rectángulo 1">
            <a:extLst>
              <a:ext uri="{FF2B5EF4-FFF2-40B4-BE49-F238E27FC236}">
                <a16:creationId xmlns:a16="http://schemas.microsoft.com/office/drawing/2014/main" id="{784A0E01-8841-3206-F7BC-E6B8689616A5}"/>
              </a:ext>
            </a:extLst>
          </p:cNvPr>
          <p:cNvSpPr/>
          <p:nvPr/>
        </p:nvSpPr>
        <p:spPr>
          <a:xfrm>
            <a:off x="342900" y="5873750"/>
            <a:ext cx="2514598"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011646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dice 12 títulos">
    <p:spTree>
      <p:nvGrpSpPr>
        <p:cNvPr id="1" name=""/>
        <p:cNvGrpSpPr/>
        <p:nvPr/>
      </p:nvGrpSpPr>
      <p:grpSpPr>
        <a:xfrm>
          <a:off x="0" y="0"/>
          <a:ext cx="0" cy="0"/>
          <a:chOff x="0" y="0"/>
          <a:chExt cx="0" cy="0"/>
        </a:xfrm>
      </p:grpSpPr>
      <p:pic>
        <p:nvPicPr>
          <p:cNvPr id="6" name="Imagen 5" descr="Imagen de la pantalla de un videojuego&#10;&#10;Descripción generada automáticamente con confianza baja">
            <a:extLst>
              <a:ext uri="{FF2B5EF4-FFF2-40B4-BE49-F238E27FC236}">
                <a16:creationId xmlns:a16="http://schemas.microsoft.com/office/drawing/2014/main" id="{17DE91D6-0DB9-CAE7-45B3-C695680608C5}"/>
              </a:ext>
            </a:extLst>
          </p:cNvPr>
          <p:cNvPicPr>
            <a:picLocks noChangeAspect="1"/>
          </p:cNvPicPr>
          <p:nvPr/>
        </p:nvPicPr>
        <p:blipFill>
          <a:blip r:embed="rId2" cstate="screen">
            <a:extLst>
              <a:ext uri="{28A0092B-C50C-407E-A947-70E740481C1C}">
                <a14:useLocalDpi xmlns:a14="http://schemas.microsoft.com/office/drawing/2010/main"/>
              </a:ext>
            </a:extLst>
          </a:blip>
          <a:srcRect t="1890" r="1890"/>
          <a:stretch/>
        </p:blipFill>
        <p:spPr>
          <a:xfrm>
            <a:off x="2878624" y="1025566"/>
            <a:ext cx="8697426" cy="5827851"/>
          </a:xfrm>
          <a:prstGeom prst="rect">
            <a:avLst/>
          </a:prstGeom>
        </p:spPr>
      </p:pic>
      <p:sp>
        <p:nvSpPr>
          <p:cNvPr id="9" name="Rectángulo 8">
            <a:extLst>
              <a:ext uri="{FF2B5EF4-FFF2-40B4-BE49-F238E27FC236}">
                <a16:creationId xmlns:a16="http://schemas.microsoft.com/office/drawing/2014/main" id="{173291F5-C6D2-D9EE-6214-618B956B6745}"/>
              </a:ext>
            </a:extLst>
          </p:cNvPr>
          <p:cNvSpPr/>
          <p:nvPr/>
        </p:nvSpPr>
        <p:spPr>
          <a:xfrm>
            <a:off x="2878624" y="1025566"/>
            <a:ext cx="8676300" cy="5832435"/>
          </a:xfrm>
          <a:prstGeom prst="rect">
            <a:avLst/>
          </a:prstGeom>
          <a:gradFill flip="none" rotWithShape="1">
            <a:gsLst>
              <a:gs pos="0">
                <a:schemeClr val="accent1">
                  <a:alpha val="0"/>
                </a:schemeClr>
              </a:gs>
              <a:gs pos="99000">
                <a:schemeClr val="accent1">
                  <a:alpha val="8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Marcador de número de diapositiva 2">
            <a:extLst>
              <a:ext uri="{FF2B5EF4-FFF2-40B4-BE49-F238E27FC236}">
                <a16:creationId xmlns:a16="http://schemas.microsoft.com/office/drawing/2014/main" id="{E2073F32-19A5-0217-B6C5-7F882E795EA0}"/>
              </a:ext>
            </a:extLst>
          </p:cNvPr>
          <p:cNvSpPr>
            <a:spLocks noGrp="1"/>
          </p:cNvSpPr>
          <p:nvPr>
            <p:ph type="sldNum" sz="quarter" idx="10"/>
          </p:nvPr>
        </p:nvSpPr>
        <p:spPr>
          <a:xfrm>
            <a:off x="11775946" y="6460524"/>
            <a:ext cx="358904" cy="123111"/>
          </a:xfrm>
          <a:prstGeom prst="rect">
            <a:avLst/>
          </a:prstGeom>
        </p:spPr>
        <p:txBody>
          <a:bodyPr/>
          <a:lstStyle/>
          <a:p>
            <a:pPr>
              <a:spcBef>
                <a:spcPts val="204"/>
              </a:spcBef>
            </a:pPr>
            <a:fld id="{81D60167-4931-47E6-BA6A-407CBD079E47}" type="slidenum">
              <a:rPr lang="en-US" smtClean="0"/>
              <a:pPr>
                <a:spcBef>
                  <a:spcPts val="204"/>
                </a:spcBef>
              </a:pPr>
              <a:t>‹Nº›</a:t>
            </a:fld>
            <a:endParaRPr lang="en-US" dirty="0"/>
          </a:p>
        </p:txBody>
      </p:sp>
      <p:sp>
        <p:nvSpPr>
          <p:cNvPr id="5" name="Título 16">
            <a:extLst>
              <a:ext uri="{FF2B5EF4-FFF2-40B4-BE49-F238E27FC236}">
                <a16:creationId xmlns:a16="http://schemas.microsoft.com/office/drawing/2014/main" id="{3613CAA6-2478-D731-6768-C1299631AAD9}"/>
              </a:ext>
            </a:extLst>
          </p:cNvPr>
          <p:cNvSpPr>
            <a:spLocks noGrp="1"/>
          </p:cNvSpPr>
          <p:nvPr>
            <p:ph type="title" hasCustomPrompt="1"/>
          </p:nvPr>
        </p:nvSpPr>
        <p:spPr>
          <a:xfrm>
            <a:off x="448453" y="1207572"/>
            <a:ext cx="1748647" cy="354970"/>
          </a:xfrm>
          <a:prstGeom prst="rect">
            <a:avLst/>
          </a:prstGeom>
        </p:spPr>
        <p:txBody>
          <a:bodyPr lIns="0" tIns="0" rIns="0" bIns="0"/>
          <a:lstStyle>
            <a:lvl1pPr>
              <a:defRPr sz="2800"/>
            </a:lvl1pPr>
          </a:lstStyle>
          <a:p>
            <a:r>
              <a:rPr lang="es-ES" dirty="0"/>
              <a:t>Índice</a:t>
            </a:r>
          </a:p>
        </p:txBody>
      </p:sp>
      <p:cxnSp>
        <p:nvCxnSpPr>
          <p:cNvPr id="7" name="Conector recto 6">
            <a:extLst>
              <a:ext uri="{FF2B5EF4-FFF2-40B4-BE49-F238E27FC236}">
                <a16:creationId xmlns:a16="http://schemas.microsoft.com/office/drawing/2014/main" id="{7FE702AE-7275-AF2A-587D-2C757CDEDB71}"/>
              </a:ext>
            </a:extLst>
          </p:cNvPr>
          <p:cNvCxnSpPr/>
          <p:nvPr/>
        </p:nvCxnSpPr>
        <p:spPr>
          <a:xfrm>
            <a:off x="442913" y="1695892"/>
            <a:ext cx="241458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Marcador de texto 4">
            <a:extLst>
              <a:ext uri="{FF2B5EF4-FFF2-40B4-BE49-F238E27FC236}">
                <a16:creationId xmlns:a16="http://schemas.microsoft.com/office/drawing/2014/main" id="{CF08DF58-FF2B-2C96-9DDA-FA9C40F390CF}"/>
              </a:ext>
            </a:extLst>
          </p:cNvPr>
          <p:cNvSpPr>
            <a:spLocks noGrp="1"/>
          </p:cNvSpPr>
          <p:nvPr>
            <p:ph type="body" sz="quarter" idx="51" hasCustomPrompt="1"/>
          </p:nvPr>
        </p:nvSpPr>
        <p:spPr>
          <a:xfrm>
            <a:off x="3299789"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01</a:t>
            </a:r>
          </a:p>
        </p:txBody>
      </p:sp>
      <p:sp>
        <p:nvSpPr>
          <p:cNvPr id="14" name="Marcador de texto 4">
            <a:extLst>
              <a:ext uri="{FF2B5EF4-FFF2-40B4-BE49-F238E27FC236}">
                <a16:creationId xmlns:a16="http://schemas.microsoft.com/office/drawing/2014/main" id="{99016C12-D5D9-C224-FDA6-6C81F30163CB}"/>
              </a:ext>
            </a:extLst>
          </p:cNvPr>
          <p:cNvSpPr>
            <a:spLocks noGrp="1"/>
          </p:cNvSpPr>
          <p:nvPr>
            <p:ph type="body" sz="quarter" idx="52" hasCustomPrompt="1"/>
          </p:nvPr>
        </p:nvSpPr>
        <p:spPr>
          <a:xfrm>
            <a:off x="3299790"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1</a:t>
            </a:r>
          </a:p>
        </p:txBody>
      </p:sp>
      <p:cxnSp>
        <p:nvCxnSpPr>
          <p:cNvPr id="16" name="Conector recto 15">
            <a:extLst>
              <a:ext uri="{FF2B5EF4-FFF2-40B4-BE49-F238E27FC236}">
                <a16:creationId xmlns:a16="http://schemas.microsoft.com/office/drawing/2014/main" id="{D1B37B03-052F-4F96-64EC-00A30DB439B3}"/>
              </a:ext>
            </a:extLst>
          </p:cNvPr>
          <p:cNvCxnSpPr>
            <a:cxnSpLocks/>
          </p:cNvCxnSpPr>
          <p:nvPr/>
        </p:nvCxnSpPr>
        <p:spPr>
          <a:xfrm>
            <a:off x="3299789"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Marcador de texto 4">
            <a:extLst>
              <a:ext uri="{FF2B5EF4-FFF2-40B4-BE49-F238E27FC236}">
                <a16:creationId xmlns:a16="http://schemas.microsoft.com/office/drawing/2014/main" id="{87371C35-2659-5E21-E692-C3596A9C88D6}"/>
              </a:ext>
            </a:extLst>
          </p:cNvPr>
          <p:cNvSpPr>
            <a:spLocks noGrp="1"/>
          </p:cNvSpPr>
          <p:nvPr>
            <p:ph type="body" sz="quarter" idx="53" hasCustomPrompt="1"/>
          </p:nvPr>
        </p:nvSpPr>
        <p:spPr>
          <a:xfrm>
            <a:off x="5160395"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02</a:t>
            </a:r>
          </a:p>
        </p:txBody>
      </p:sp>
      <p:sp>
        <p:nvSpPr>
          <p:cNvPr id="36" name="Marcador de texto 4">
            <a:extLst>
              <a:ext uri="{FF2B5EF4-FFF2-40B4-BE49-F238E27FC236}">
                <a16:creationId xmlns:a16="http://schemas.microsoft.com/office/drawing/2014/main" id="{454DEC2B-29AD-14CA-ED8A-B400FEF6D231}"/>
              </a:ext>
            </a:extLst>
          </p:cNvPr>
          <p:cNvSpPr>
            <a:spLocks noGrp="1"/>
          </p:cNvSpPr>
          <p:nvPr>
            <p:ph type="body" sz="quarter" idx="54" hasCustomPrompt="1"/>
          </p:nvPr>
        </p:nvSpPr>
        <p:spPr>
          <a:xfrm>
            <a:off x="5160396"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2</a:t>
            </a:r>
          </a:p>
        </p:txBody>
      </p:sp>
      <p:cxnSp>
        <p:nvCxnSpPr>
          <p:cNvPr id="37" name="Conector recto 36">
            <a:extLst>
              <a:ext uri="{FF2B5EF4-FFF2-40B4-BE49-F238E27FC236}">
                <a16:creationId xmlns:a16="http://schemas.microsoft.com/office/drawing/2014/main" id="{DF52E3AC-3D89-97C4-C9DE-FB928BFCC92E}"/>
              </a:ext>
            </a:extLst>
          </p:cNvPr>
          <p:cNvCxnSpPr>
            <a:cxnSpLocks/>
          </p:cNvCxnSpPr>
          <p:nvPr/>
        </p:nvCxnSpPr>
        <p:spPr>
          <a:xfrm>
            <a:off x="5160395"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Marcador de texto 4">
            <a:extLst>
              <a:ext uri="{FF2B5EF4-FFF2-40B4-BE49-F238E27FC236}">
                <a16:creationId xmlns:a16="http://schemas.microsoft.com/office/drawing/2014/main" id="{7C58E8B1-472F-5C85-B78C-DA87590D7D28}"/>
              </a:ext>
            </a:extLst>
          </p:cNvPr>
          <p:cNvSpPr>
            <a:spLocks noGrp="1"/>
          </p:cNvSpPr>
          <p:nvPr>
            <p:ph type="body" sz="quarter" idx="55" hasCustomPrompt="1"/>
          </p:nvPr>
        </p:nvSpPr>
        <p:spPr>
          <a:xfrm>
            <a:off x="7021001"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03</a:t>
            </a:r>
          </a:p>
        </p:txBody>
      </p:sp>
      <p:sp>
        <p:nvSpPr>
          <p:cNvPr id="39" name="Marcador de texto 4">
            <a:extLst>
              <a:ext uri="{FF2B5EF4-FFF2-40B4-BE49-F238E27FC236}">
                <a16:creationId xmlns:a16="http://schemas.microsoft.com/office/drawing/2014/main" id="{76EF1E71-7AA9-8CA9-2268-BA2F3C29F597}"/>
              </a:ext>
            </a:extLst>
          </p:cNvPr>
          <p:cNvSpPr>
            <a:spLocks noGrp="1"/>
          </p:cNvSpPr>
          <p:nvPr>
            <p:ph type="body" sz="quarter" idx="56" hasCustomPrompt="1"/>
          </p:nvPr>
        </p:nvSpPr>
        <p:spPr>
          <a:xfrm>
            <a:off x="7021002"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3</a:t>
            </a:r>
          </a:p>
        </p:txBody>
      </p:sp>
      <p:cxnSp>
        <p:nvCxnSpPr>
          <p:cNvPr id="40" name="Conector recto 39">
            <a:extLst>
              <a:ext uri="{FF2B5EF4-FFF2-40B4-BE49-F238E27FC236}">
                <a16:creationId xmlns:a16="http://schemas.microsoft.com/office/drawing/2014/main" id="{A62A59CE-DD23-F58D-78FF-EDCCCE3C07F4}"/>
              </a:ext>
            </a:extLst>
          </p:cNvPr>
          <p:cNvCxnSpPr>
            <a:cxnSpLocks/>
          </p:cNvCxnSpPr>
          <p:nvPr/>
        </p:nvCxnSpPr>
        <p:spPr>
          <a:xfrm>
            <a:off x="7021001"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Marcador de texto 4">
            <a:extLst>
              <a:ext uri="{FF2B5EF4-FFF2-40B4-BE49-F238E27FC236}">
                <a16:creationId xmlns:a16="http://schemas.microsoft.com/office/drawing/2014/main" id="{64855F4C-DA40-EBAF-CE96-4E7D46D03E07}"/>
              </a:ext>
            </a:extLst>
          </p:cNvPr>
          <p:cNvSpPr>
            <a:spLocks noGrp="1"/>
          </p:cNvSpPr>
          <p:nvPr>
            <p:ph type="body" sz="quarter" idx="57" hasCustomPrompt="1"/>
          </p:nvPr>
        </p:nvSpPr>
        <p:spPr>
          <a:xfrm>
            <a:off x="8881606"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04</a:t>
            </a:r>
          </a:p>
        </p:txBody>
      </p:sp>
      <p:sp>
        <p:nvSpPr>
          <p:cNvPr id="42" name="Marcador de texto 4">
            <a:extLst>
              <a:ext uri="{FF2B5EF4-FFF2-40B4-BE49-F238E27FC236}">
                <a16:creationId xmlns:a16="http://schemas.microsoft.com/office/drawing/2014/main" id="{B436FEF1-FA8F-7CDD-8E72-A8FA75548A69}"/>
              </a:ext>
            </a:extLst>
          </p:cNvPr>
          <p:cNvSpPr>
            <a:spLocks noGrp="1"/>
          </p:cNvSpPr>
          <p:nvPr>
            <p:ph type="body" sz="quarter" idx="58" hasCustomPrompt="1"/>
          </p:nvPr>
        </p:nvSpPr>
        <p:spPr>
          <a:xfrm>
            <a:off x="8881607"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4</a:t>
            </a:r>
          </a:p>
        </p:txBody>
      </p:sp>
      <p:cxnSp>
        <p:nvCxnSpPr>
          <p:cNvPr id="43" name="Conector recto 42">
            <a:extLst>
              <a:ext uri="{FF2B5EF4-FFF2-40B4-BE49-F238E27FC236}">
                <a16:creationId xmlns:a16="http://schemas.microsoft.com/office/drawing/2014/main" id="{432F24E9-F214-7823-CC8A-EB6575268CA6}"/>
              </a:ext>
            </a:extLst>
          </p:cNvPr>
          <p:cNvCxnSpPr>
            <a:cxnSpLocks/>
          </p:cNvCxnSpPr>
          <p:nvPr/>
        </p:nvCxnSpPr>
        <p:spPr>
          <a:xfrm>
            <a:off x="8881606"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Marcador de texto 4">
            <a:extLst>
              <a:ext uri="{FF2B5EF4-FFF2-40B4-BE49-F238E27FC236}">
                <a16:creationId xmlns:a16="http://schemas.microsoft.com/office/drawing/2014/main" id="{BB0EE182-5CD5-0197-C94B-00228974F728}"/>
              </a:ext>
            </a:extLst>
          </p:cNvPr>
          <p:cNvSpPr>
            <a:spLocks noGrp="1"/>
          </p:cNvSpPr>
          <p:nvPr>
            <p:ph type="body" sz="quarter" idx="59" hasCustomPrompt="1"/>
          </p:nvPr>
        </p:nvSpPr>
        <p:spPr>
          <a:xfrm>
            <a:off x="3299789"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05</a:t>
            </a:r>
          </a:p>
        </p:txBody>
      </p:sp>
      <p:sp>
        <p:nvSpPr>
          <p:cNvPr id="45" name="Marcador de texto 4">
            <a:extLst>
              <a:ext uri="{FF2B5EF4-FFF2-40B4-BE49-F238E27FC236}">
                <a16:creationId xmlns:a16="http://schemas.microsoft.com/office/drawing/2014/main" id="{607968CD-9382-252B-C4C6-679ED0EB8401}"/>
              </a:ext>
            </a:extLst>
          </p:cNvPr>
          <p:cNvSpPr>
            <a:spLocks noGrp="1"/>
          </p:cNvSpPr>
          <p:nvPr>
            <p:ph type="body" sz="quarter" idx="60" hasCustomPrompt="1"/>
          </p:nvPr>
        </p:nvSpPr>
        <p:spPr>
          <a:xfrm>
            <a:off x="3299790"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5</a:t>
            </a:r>
          </a:p>
        </p:txBody>
      </p:sp>
      <p:cxnSp>
        <p:nvCxnSpPr>
          <p:cNvPr id="46" name="Conector recto 45">
            <a:extLst>
              <a:ext uri="{FF2B5EF4-FFF2-40B4-BE49-F238E27FC236}">
                <a16:creationId xmlns:a16="http://schemas.microsoft.com/office/drawing/2014/main" id="{5334F5FD-A0DC-F534-3D23-32D123E0FE8C}"/>
              </a:ext>
            </a:extLst>
          </p:cNvPr>
          <p:cNvCxnSpPr>
            <a:cxnSpLocks/>
          </p:cNvCxnSpPr>
          <p:nvPr/>
        </p:nvCxnSpPr>
        <p:spPr>
          <a:xfrm>
            <a:off x="3299789"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Marcador de texto 4">
            <a:extLst>
              <a:ext uri="{FF2B5EF4-FFF2-40B4-BE49-F238E27FC236}">
                <a16:creationId xmlns:a16="http://schemas.microsoft.com/office/drawing/2014/main" id="{3DA5F44D-061C-8215-B401-0A6EEF66CB45}"/>
              </a:ext>
            </a:extLst>
          </p:cNvPr>
          <p:cNvSpPr>
            <a:spLocks noGrp="1"/>
          </p:cNvSpPr>
          <p:nvPr>
            <p:ph type="body" sz="quarter" idx="61" hasCustomPrompt="1"/>
          </p:nvPr>
        </p:nvSpPr>
        <p:spPr>
          <a:xfrm>
            <a:off x="5160395"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06</a:t>
            </a:r>
          </a:p>
        </p:txBody>
      </p:sp>
      <p:sp>
        <p:nvSpPr>
          <p:cNvPr id="48" name="Marcador de texto 4">
            <a:extLst>
              <a:ext uri="{FF2B5EF4-FFF2-40B4-BE49-F238E27FC236}">
                <a16:creationId xmlns:a16="http://schemas.microsoft.com/office/drawing/2014/main" id="{6BFF182E-00F0-8C3C-AE0B-D2BCA5A81227}"/>
              </a:ext>
            </a:extLst>
          </p:cNvPr>
          <p:cNvSpPr>
            <a:spLocks noGrp="1"/>
          </p:cNvSpPr>
          <p:nvPr>
            <p:ph type="body" sz="quarter" idx="62" hasCustomPrompt="1"/>
          </p:nvPr>
        </p:nvSpPr>
        <p:spPr>
          <a:xfrm>
            <a:off x="5160396"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6</a:t>
            </a:r>
          </a:p>
        </p:txBody>
      </p:sp>
      <p:cxnSp>
        <p:nvCxnSpPr>
          <p:cNvPr id="49" name="Conector recto 48">
            <a:extLst>
              <a:ext uri="{FF2B5EF4-FFF2-40B4-BE49-F238E27FC236}">
                <a16:creationId xmlns:a16="http://schemas.microsoft.com/office/drawing/2014/main" id="{D6AB981D-1922-5842-9235-9D5449A11284}"/>
              </a:ext>
            </a:extLst>
          </p:cNvPr>
          <p:cNvCxnSpPr>
            <a:cxnSpLocks/>
          </p:cNvCxnSpPr>
          <p:nvPr/>
        </p:nvCxnSpPr>
        <p:spPr>
          <a:xfrm>
            <a:off x="5160395"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Marcador de texto 4">
            <a:extLst>
              <a:ext uri="{FF2B5EF4-FFF2-40B4-BE49-F238E27FC236}">
                <a16:creationId xmlns:a16="http://schemas.microsoft.com/office/drawing/2014/main" id="{B9FE870E-167C-D58F-D3D5-87EC0411A4AB}"/>
              </a:ext>
            </a:extLst>
          </p:cNvPr>
          <p:cNvSpPr>
            <a:spLocks noGrp="1"/>
          </p:cNvSpPr>
          <p:nvPr>
            <p:ph type="body" sz="quarter" idx="63" hasCustomPrompt="1"/>
          </p:nvPr>
        </p:nvSpPr>
        <p:spPr>
          <a:xfrm>
            <a:off x="7021001"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07</a:t>
            </a:r>
          </a:p>
        </p:txBody>
      </p:sp>
      <p:sp>
        <p:nvSpPr>
          <p:cNvPr id="51" name="Marcador de texto 4">
            <a:extLst>
              <a:ext uri="{FF2B5EF4-FFF2-40B4-BE49-F238E27FC236}">
                <a16:creationId xmlns:a16="http://schemas.microsoft.com/office/drawing/2014/main" id="{D808651B-6AB5-02D7-84CE-A5EDB46C9A10}"/>
              </a:ext>
            </a:extLst>
          </p:cNvPr>
          <p:cNvSpPr>
            <a:spLocks noGrp="1"/>
          </p:cNvSpPr>
          <p:nvPr>
            <p:ph type="body" sz="quarter" idx="64" hasCustomPrompt="1"/>
          </p:nvPr>
        </p:nvSpPr>
        <p:spPr>
          <a:xfrm>
            <a:off x="7021002"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7</a:t>
            </a:r>
          </a:p>
        </p:txBody>
      </p:sp>
      <p:cxnSp>
        <p:nvCxnSpPr>
          <p:cNvPr id="52" name="Conector recto 51">
            <a:extLst>
              <a:ext uri="{FF2B5EF4-FFF2-40B4-BE49-F238E27FC236}">
                <a16:creationId xmlns:a16="http://schemas.microsoft.com/office/drawing/2014/main" id="{3334F187-7E08-C6BA-CD43-242409C6C995}"/>
              </a:ext>
            </a:extLst>
          </p:cNvPr>
          <p:cNvCxnSpPr>
            <a:cxnSpLocks/>
          </p:cNvCxnSpPr>
          <p:nvPr/>
        </p:nvCxnSpPr>
        <p:spPr>
          <a:xfrm>
            <a:off x="7021001"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Marcador de texto 4">
            <a:extLst>
              <a:ext uri="{FF2B5EF4-FFF2-40B4-BE49-F238E27FC236}">
                <a16:creationId xmlns:a16="http://schemas.microsoft.com/office/drawing/2014/main" id="{826D5739-58A2-D5DB-24B6-43C8B26AD335}"/>
              </a:ext>
            </a:extLst>
          </p:cNvPr>
          <p:cNvSpPr>
            <a:spLocks noGrp="1"/>
          </p:cNvSpPr>
          <p:nvPr>
            <p:ph type="body" sz="quarter" idx="65" hasCustomPrompt="1"/>
          </p:nvPr>
        </p:nvSpPr>
        <p:spPr>
          <a:xfrm>
            <a:off x="8881606"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08</a:t>
            </a:r>
          </a:p>
        </p:txBody>
      </p:sp>
      <p:sp>
        <p:nvSpPr>
          <p:cNvPr id="54" name="Marcador de texto 4">
            <a:extLst>
              <a:ext uri="{FF2B5EF4-FFF2-40B4-BE49-F238E27FC236}">
                <a16:creationId xmlns:a16="http://schemas.microsoft.com/office/drawing/2014/main" id="{E4B7C7E1-5E5A-3560-D786-24A48E6F7048}"/>
              </a:ext>
            </a:extLst>
          </p:cNvPr>
          <p:cNvSpPr>
            <a:spLocks noGrp="1"/>
          </p:cNvSpPr>
          <p:nvPr>
            <p:ph type="body" sz="quarter" idx="66" hasCustomPrompt="1"/>
          </p:nvPr>
        </p:nvSpPr>
        <p:spPr>
          <a:xfrm>
            <a:off x="8881607"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8</a:t>
            </a:r>
          </a:p>
        </p:txBody>
      </p:sp>
      <p:cxnSp>
        <p:nvCxnSpPr>
          <p:cNvPr id="55" name="Conector recto 54">
            <a:extLst>
              <a:ext uri="{FF2B5EF4-FFF2-40B4-BE49-F238E27FC236}">
                <a16:creationId xmlns:a16="http://schemas.microsoft.com/office/drawing/2014/main" id="{B6F232D2-828A-800F-D66D-3C471B0E05B8}"/>
              </a:ext>
            </a:extLst>
          </p:cNvPr>
          <p:cNvCxnSpPr>
            <a:cxnSpLocks/>
          </p:cNvCxnSpPr>
          <p:nvPr/>
        </p:nvCxnSpPr>
        <p:spPr>
          <a:xfrm>
            <a:off x="8881606"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Marcador de texto 4">
            <a:extLst>
              <a:ext uri="{FF2B5EF4-FFF2-40B4-BE49-F238E27FC236}">
                <a16:creationId xmlns:a16="http://schemas.microsoft.com/office/drawing/2014/main" id="{06F95356-57C9-D64F-0737-AEF339A94104}"/>
              </a:ext>
            </a:extLst>
          </p:cNvPr>
          <p:cNvSpPr>
            <a:spLocks noGrp="1"/>
          </p:cNvSpPr>
          <p:nvPr>
            <p:ph type="body" sz="quarter" idx="67" hasCustomPrompt="1"/>
          </p:nvPr>
        </p:nvSpPr>
        <p:spPr>
          <a:xfrm>
            <a:off x="3299789"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09</a:t>
            </a:r>
          </a:p>
        </p:txBody>
      </p:sp>
      <p:sp>
        <p:nvSpPr>
          <p:cNvPr id="57" name="Marcador de texto 4">
            <a:extLst>
              <a:ext uri="{FF2B5EF4-FFF2-40B4-BE49-F238E27FC236}">
                <a16:creationId xmlns:a16="http://schemas.microsoft.com/office/drawing/2014/main" id="{D163A76B-796E-9215-338F-7D9B92FC7AF4}"/>
              </a:ext>
            </a:extLst>
          </p:cNvPr>
          <p:cNvSpPr>
            <a:spLocks noGrp="1"/>
          </p:cNvSpPr>
          <p:nvPr>
            <p:ph type="body" sz="quarter" idx="68" hasCustomPrompt="1"/>
          </p:nvPr>
        </p:nvSpPr>
        <p:spPr>
          <a:xfrm>
            <a:off x="3299790"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9</a:t>
            </a:r>
          </a:p>
        </p:txBody>
      </p:sp>
      <p:cxnSp>
        <p:nvCxnSpPr>
          <p:cNvPr id="58" name="Conector recto 57">
            <a:extLst>
              <a:ext uri="{FF2B5EF4-FFF2-40B4-BE49-F238E27FC236}">
                <a16:creationId xmlns:a16="http://schemas.microsoft.com/office/drawing/2014/main" id="{FD6EB312-A362-9C63-F4ED-1006D57A262F}"/>
              </a:ext>
            </a:extLst>
          </p:cNvPr>
          <p:cNvCxnSpPr>
            <a:cxnSpLocks/>
          </p:cNvCxnSpPr>
          <p:nvPr/>
        </p:nvCxnSpPr>
        <p:spPr>
          <a:xfrm>
            <a:off x="3299789"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Marcador de texto 4">
            <a:extLst>
              <a:ext uri="{FF2B5EF4-FFF2-40B4-BE49-F238E27FC236}">
                <a16:creationId xmlns:a16="http://schemas.microsoft.com/office/drawing/2014/main" id="{7A7A9D5A-1BFD-06A8-C799-812AE2222C94}"/>
              </a:ext>
            </a:extLst>
          </p:cNvPr>
          <p:cNvSpPr>
            <a:spLocks noGrp="1"/>
          </p:cNvSpPr>
          <p:nvPr>
            <p:ph type="body" sz="quarter" idx="69" hasCustomPrompt="1"/>
          </p:nvPr>
        </p:nvSpPr>
        <p:spPr>
          <a:xfrm>
            <a:off x="5160395"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10</a:t>
            </a:r>
          </a:p>
        </p:txBody>
      </p:sp>
      <p:sp>
        <p:nvSpPr>
          <p:cNvPr id="60" name="Marcador de texto 4">
            <a:extLst>
              <a:ext uri="{FF2B5EF4-FFF2-40B4-BE49-F238E27FC236}">
                <a16:creationId xmlns:a16="http://schemas.microsoft.com/office/drawing/2014/main" id="{F261C518-E3AA-FC82-293E-DE566DFE93AF}"/>
              </a:ext>
            </a:extLst>
          </p:cNvPr>
          <p:cNvSpPr>
            <a:spLocks noGrp="1"/>
          </p:cNvSpPr>
          <p:nvPr>
            <p:ph type="body" sz="quarter" idx="70" hasCustomPrompt="1"/>
          </p:nvPr>
        </p:nvSpPr>
        <p:spPr>
          <a:xfrm>
            <a:off x="5160396"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10</a:t>
            </a:r>
          </a:p>
        </p:txBody>
      </p:sp>
      <p:cxnSp>
        <p:nvCxnSpPr>
          <p:cNvPr id="61" name="Conector recto 60">
            <a:extLst>
              <a:ext uri="{FF2B5EF4-FFF2-40B4-BE49-F238E27FC236}">
                <a16:creationId xmlns:a16="http://schemas.microsoft.com/office/drawing/2014/main" id="{6775A782-F9DD-4EE0-702A-BB89B95AC095}"/>
              </a:ext>
            </a:extLst>
          </p:cNvPr>
          <p:cNvCxnSpPr>
            <a:cxnSpLocks/>
          </p:cNvCxnSpPr>
          <p:nvPr/>
        </p:nvCxnSpPr>
        <p:spPr>
          <a:xfrm>
            <a:off x="5160395"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Marcador de texto 4">
            <a:extLst>
              <a:ext uri="{FF2B5EF4-FFF2-40B4-BE49-F238E27FC236}">
                <a16:creationId xmlns:a16="http://schemas.microsoft.com/office/drawing/2014/main" id="{B91BFF74-8C23-6108-330F-B62411AB9D7D}"/>
              </a:ext>
            </a:extLst>
          </p:cNvPr>
          <p:cNvSpPr>
            <a:spLocks noGrp="1"/>
          </p:cNvSpPr>
          <p:nvPr>
            <p:ph type="body" sz="quarter" idx="71" hasCustomPrompt="1"/>
          </p:nvPr>
        </p:nvSpPr>
        <p:spPr>
          <a:xfrm>
            <a:off x="7021001"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11</a:t>
            </a:r>
          </a:p>
        </p:txBody>
      </p:sp>
      <p:sp>
        <p:nvSpPr>
          <p:cNvPr id="63" name="Marcador de texto 4">
            <a:extLst>
              <a:ext uri="{FF2B5EF4-FFF2-40B4-BE49-F238E27FC236}">
                <a16:creationId xmlns:a16="http://schemas.microsoft.com/office/drawing/2014/main" id="{E95CF94D-5E58-C90D-7A25-E089C2A97F23}"/>
              </a:ext>
            </a:extLst>
          </p:cNvPr>
          <p:cNvSpPr>
            <a:spLocks noGrp="1"/>
          </p:cNvSpPr>
          <p:nvPr>
            <p:ph type="body" sz="quarter" idx="72" hasCustomPrompt="1"/>
          </p:nvPr>
        </p:nvSpPr>
        <p:spPr>
          <a:xfrm>
            <a:off x="7021002"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11</a:t>
            </a:r>
          </a:p>
        </p:txBody>
      </p:sp>
      <p:cxnSp>
        <p:nvCxnSpPr>
          <p:cNvPr id="64" name="Conector recto 63">
            <a:extLst>
              <a:ext uri="{FF2B5EF4-FFF2-40B4-BE49-F238E27FC236}">
                <a16:creationId xmlns:a16="http://schemas.microsoft.com/office/drawing/2014/main" id="{3C457794-23D8-74C8-7924-CA60674EA62B}"/>
              </a:ext>
            </a:extLst>
          </p:cNvPr>
          <p:cNvCxnSpPr>
            <a:cxnSpLocks/>
          </p:cNvCxnSpPr>
          <p:nvPr/>
        </p:nvCxnSpPr>
        <p:spPr>
          <a:xfrm>
            <a:off x="7021001"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Marcador de texto 4">
            <a:extLst>
              <a:ext uri="{FF2B5EF4-FFF2-40B4-BE49-F238E27FC236}">
                <a16:creationId xmlns:a16="http://schemas.microsoft.com/office/drawing/2014/main" id="{B0601D5B-1F41-A0EC-A884-C705555F3E9D}"/>
              </a:ext>
            </a:extLst>
          </p:cNvPr>
          <p:cNvSpPr>
            <a:spLocks noGrp="1"/>
          </p:cNvSpPr>
          <p:nvPr>
            <p:ph type="body" sz="quarter" idx="73" hasCustomPrompt="1"/>
          </p:nvPr>
        </p:nvSpPr>
        <p:spPr>
          <a:xfrm>
            <a:off x="8881606"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12</a:t>
            </a:r>
          </a:p>
        </p:txBody>
      </p:sp>
      <p:sp>
        <p:nvSpPr>
          <p:cNvPr id="66" name="Marcador de texto 4">
            <a:extLst>
              <a:ext uri="{FF2B5EF4-FFF2-40B4-BE49-F238E27FC236}">
                <a16:creationId xmlns:a16="http://schemas.microsoft.com/office/drawing/2014/main" id="{C4D3B927-4D50-44B3-E16B-B7BD788BE1B3}"/>
              </a:ext>
            </a:extLst>
          </p:cNvPr>
          <p:cNvSpPr>
            <a:spLocks noGrp="1"/>
          </p:cNvSpPr>
          <p:nvPr>
            <p:ph type="body" sz="quarter" idx="74" hasCustomPrompt="1"/>
          </p:nvPr>
        </p:nvSpPr>
        <p:spPr>
          <a:xfrm>
            <a:off x="8881607"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doble línea de capítulo 12</a:t>
            </a:r>
          </a:p>
        </p:txBody>
      </p:sp>
      <p:cxnSp>
        <p:nvCxnSpPr>
          <p:cNvPr id="67" name="Conector recto 66">
            <a:extLst>
              <a:ext uri="{FF2B5EF4-FFF2-40B4-BE49-F238E27FC236}">
                <a16:creationId xmlns:a16="http://schemas.microsoft.com/office/drawing/2014/main" id="{B86832B4-E618-3FAE-E7DE-C15059D0BE1E}"/>
              </a:ext>
            </a:extLst>
          </p:cNvPr>
          <p:cNvCxnSpPr>
            <a:cxnSpLocks/>
          </p:cNvCxnSpPr>
          <p:nvPr/>
        </p:nvCxnSpPr>
        <p:spPr>
          <a:xfrm>
            <a:off x="8881606"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1692AD58-EFB5-CA31-D82C-77232A42FDCA}"/>
              </a:ext>
            </a:extLst>
          </p:cNvPr>
          <p:cNvSpPr/>
          <p:nvPr/>
        </p:nvSpPr>
        <p:spPr>
          <a:xfrm>
            <a:off x="342900" y="5873750"/>
            <a:ext cx="2514598"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565645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stacado izquier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893A869-B45E-4E30-EC77-CDC259E7DB71}"/>
              </a:ext>
            </a:extLst>
          </p:cNvPr>
          <p:cNvSpPr/>
          <p:nvPr/>
        </p:nvSpPr>
        <p:spPr>
          <a:xfrm>
            <a:off x="0" y="0"/>
            <a:ext cx="465151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9">
            <a:extLst>
              <a:ext uri="{FF2B5EF4-FFF2-40B4-BE49-F238E27FC236}">
                <a16:creationId xmlns:a16="http://schemas.microsoft.com/office/drawing/2014/main" id="{8677B2EF-E589-D3CD-51F8-5E89B7FECA4E}"/>
              </a:ext>
            </a:extLst>
          </p:cNvPr>
          <p:cNvCxnSpPr>
            <a:cxnSpLocks/>
          </p:cNvCxnSpPr>
          <p:nvPr/>
        </p:nvCxnSpPr>
        <p:spPr>
          <a:xfrm>
            <a:off x="453224" y="1013917"/>
            <a:ext cx="35621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453224" y="1098875"/>
            <a:ext cx="3562185" cy="354970"/>
          </a:xfrm>
          <a:prstGeom prst="rect">
            <a:avLst/>
          </a:prstGeom>
        </p:spPr>
        <p:txBody>
          <a:bodyPr lIns="0" tIns="0" rIns="0" bIns="0"/>
          <a:lstStyle>
            <a:lvl1pPr>
              <a:defRPr sz="2800">
                <a:solidFill>
                  <a:schemeClr val="bg1"/>
                </a:solidFill>
              </a:defRPr>
            </a:lvl1pPr>
          </a:lstStyle>
          <a:p>
            <a:r>
              <a:rPr lang="es-ES" dirty="0"/>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3580116" cy="613228"/>
          </a:xfrm>
          <a:prstGeom prst="rect">
            <a:avLst/>
          </a:prstGeom>
        </p:spPr>
        <p:txBody>
          <a:bodyPr lIns="0" tIns="0" rIns="0" bIns="0"/>
          <a:lstStyle>
            <a:lvl1pPr marL="0" indent="0">
              <a:buNone/>
              <a:defRPr sz="2000">
                <a:solidFill>
                  <a:schemeClr val="bg1"/>
                </a:solidFill>
                <a:latin typeface="+mj-lt"/>
              </a:defRPr>
            </a:lvl1pPr>
            <a:lvl2pPr marL="371475" indent="0">
              <a:buNone/>
              <a:defRPr/>
            </a:lvl2pPr>
          </a:lstStyle>
          <a:p>
            <a:pPr lvl="0"/>
            <a:r>
              <a:rPr lang="es-ES"/>
              <a:t>Haga clic para modificar los estilos de texto del patrón</a:t>
            </a:r>
          </a:p>
        </p:txBody>
      </p:sp>
      <p:pic>
        <p:nvPicPr>
          <p:cNvPr id="15" name="Gráfico 14">
            <a:extLst>
              <a:ext uri="{FF2B5EF4-FFF2-40B4-BE49-F238E27FC236}">
                <a16:creationId xmlns:a16="http://schemas.microsoft.com/office/drawing/2014/main" id="{4A63DA36-3B2F-3F23-5A44-E9021FEB53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2913" y="182663"/>
            <a:ext cx="3942212" cy="644400"/>
          </a:xfrm>
          <a:prstGeom prst="rect">
            <a:avLst/>
          </a:prstGeom>
        </p:spPr>
      </p:pic>
      <p:pic>
        <p:nvPicPr>
          <p:cNvPr id="16" name="Imagen 15">
            <a:extLst>
              <a:ext uri="{FF2B5EF4-FFF2-40B4-BE49-F238E27FC236}">
                <a16:creationId xmlns:a16="http://schemas.microsoft.com/office/drawing/2014/main" id="{0F51C48A-2D0F-6EC2-2B95-4072F52F7599}"/>
              </a:ext>
            </a:extLst>
          </p:cNvPr>
          <p:cNvPicPr>
            <a:picLocks noChangeAspect="1"/>
          </p:cNvPicPr>
          <p:nvPr/>
        </p:nvPicPr>
        <p:blipFill>
          <a:blip r:embed="rId4">
            <a:alphaModFix amt="20000"/>
          </a:blip>
          <a:srcRect r="51322"/>
          <a:stretch/>
        </p:blipFill>
        <p:spPr>
          <a:xfrm>
            <a:off x="42725" y="3202943"/>
            <a:ext cx="4651513" cy="3655057"/>
          </a:xfrm>
          <a:prstGeom prst="rect">
            <a:avLst/>
          </a:prstGeom>
        </p:spPr>
      </p:pic>
      <p:sp>
        <p:nvSpPr>
          <p:cNvPr id="5" name="object 9">
            <a:extLst>
              <a:ext uri="{FF2B5EF4-FFF2-40B4-BE49-F238E27FC236}">
                <a16:creationId xmlns:a16="http://schemas.microsoft.com/office/drawing/2014/main" id="{EBDAB953-0C3C-5FB2-E2E6-5CDEE047A2C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421438151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stacado derech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A4955E-1C0C-A2ED-8B0C-5529B4D06B5A}"/>
              </a:ext>
            </a:extLst>
          </p:cNvPr>
          <p:cNvSpPr/>
          <p:nvPr/>
        </p:nvSpPr>
        <p:spPr>
          <a:xfrm>
            <a:off x="4638675" y="0"/>
            <a:ext cx="678656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9">
            <a:extLst>
              <a:ext uri="{FF2B5EF4-FFF2-40B4-BE49-F238E27FC236}">
                <a16:creationId xmlns:a16="http://schemas.microsoft.com/office/drawing/2014/main" id="{8677B2EF-E589-D3CD-51F8-5E89B7FECA4E}"/>
              </a:ext>
            </a:extLst>
          </p:cNvPr>
          <p:cNvCxnSpPr>
            <a:cxnSpLocks/>
          </p:cNvCxnSpPr>
          <p:nvPr/>
        </p:nvCxnSpPr>
        <p:spPr>
          <a:xfrm>
            <a:off x="453224" y="1013917"/>
            <a:ext cx="356218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453224" y="1098875"/>
            <a:ext cx="3562185" cy="354970"/>
          </a:xfrm>
          <a:prstGeom prst="rect">
            <a:avLst/>
          </a:prstGeom>
        </p:spPr>
        <p:txBody>
          <a:bodyPr lIns="0" tIns="0" rIns="0" bIns="0"/>
          <a:lstStyle>
            <a:lvl1pPr>
              <a:defRPr sz="2800">
                <a:solidFill>
                  <a:schemeClr val="tx1"/>
                </a:solidFill>
              </a:defRPr>
            </a:lvl1pPr>
          </a:lstStyle>
          <a:p>
            <a:r>
              <a:rPr lang="es-ES" dirty="0"/>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3580116" cy="613228"/>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pic>
        <p:nvPicPr>
          <p:cNvPr id="16" name="Imagen 15">
            <a:extLst>
              <a:ext uri="{FF2B5EF4-FFF2-40B4-BE49-F238E27FC236}">
                <a16:creationId xmlns:a16="http://schemas.microsoft.com/office/drawing/2014/main" id="{0F51C48A-2D0F-6EC2-2B95-4072F52F7599}"/>
              </a:ext>
            </a:extLst>
          </p:cNvPr>
          <p:cNvPicPr>
            <a:picLocks noChangeAspect="1"/>
          </p:cNvPicPr>
          <p:nvPr/>
        </p:nvPicPr>
        <p:blipFill>
          <a:blip r:embed="rId2">
            <a:alphaModFix amt="20000"/>
          </a:blip>
          <a:srcRect l="9024" t="-9640" r="19954" b="9640"/>
          <a:stretch/>
        </p:blipFill>
        <p:spPr>
          <a:xfrm rot="10800000">
            <a:off x="4638674" y="-21351"/>
            <a:ext cx="6786563" cy="3655057"/>
          </a:xfrm>
          <a:prstGeom prst="rect">
            <a:avLst/>
          </a:prstGeom>
        </p:spPr>
      </p:pic>
      <p:sp>
        <p:nvSpPr>
          <p:cNvPr id="6" name="Rectángulo 5">
            <a:extLst>
              <a:ext uri="{FF2B5EF4-FFF2-40B4-BE49-F238E27FC236}">
                <a16:creationId xmlns:a16="http://schemas.microsoft.com/office/drawing/2014/main" id="{9665FFC6-33B1-BD65-BD4A-B9EE368F4DA5}"/>
              </a:ext>
            </a:extLst>
          </p:cNvPr>
          <p:cNvSpPr/>
          <p:nvPr/>
        </p:nvSpPr>
        <p:spPr>
          <a:xfrm>
            <a:off x="-1" y="5873750"/>
            <a:ext cx="4632325"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object 9">
            <a:extLst>
              <a:ext uri="{FF2B5EF4-FFF2-40B4-BE49-F238E27FC236}">
                <a16:creationId xmlns:a16="http://schemas.microsoft.com/office/drawing/2014/main" id="{52B19AD7-C51D-E81B-7B1A-7729F097AEB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18509010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stacado superior">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A4955E-1C0C-A2ED-8B0C-5529B4D06B5A}"/>
              </a:ext>
            </a:extLst>
          </p:cNvPr>
          <p:cNvSpPr/>
          <p:nvPr/>
        </p:nvSpPr>
        <p:spPr>
          <a:xfrm>
            <a:off x="0" y="1013918"/>
            <a:ext cx="11425238" cy="45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631184" y="1153467"/>
            <a:ext cx="3384225" cy="354970"/>
          </a:xfrm>
          <a:prstGeom prst="rect">
            <a:avLst/>
          </a:prstGeom>
        </p:spPr>
        <p:txBody>
          <a:bodyPr lIns="0" tIns="0" rIns="0" bIns="0"/>
          <a:lstStyle>
            <a:lvl1pPr>
              <a:defRPr sz="2800">
                <a:solidFill>
                  <a:schemeClr val="bg1"/>
                </a:solidFill>
              </a:defRPr>
            </a:lvl1pPr>
          </a:lstStyle>
          <a:p>
            <a:r>
              <a:rPr lang="es-ES" dirty="0"/>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614149" y="1554157"/>
            <a:ext cx="3401260" cy="613228"/>
          </a:xfrm>
          <a:prstGeom prst="rect">
            <a:avLst/>
          </a:prstGeom>
        </p:spPr>
        <p:txBody>
          <a:bodyPr lIns="0" tIns="0" rIns="0" bIns="0"/>
          <a:lstStyle>
            <a:lvl1pPr marL="0" indent="0">
              <a:buNone/>
              <a:defRPr sz="2000">
                <a:solidFill>
                  <a:schemeClr val="bg1"/>
                </a:solidFill>
                <a:latin typeface="+mj-lt"/>
              </a:defRPr>
            </a:lvl1pPr>
            <a:lvl2pPr marL="371475" indent="0">
              <a:buNone/>
              <a:defRPr/>
            </a:lvl2pPr>
          </a:lstStyle>
          <a:p>
            <a:pPr lvl="0"/>
            <a:r>
              <a:rPr lang="es-ES"/>
              <a:t>Haga clic para modificar los estilos de texto del patrón</a:t>
            </a:r>
          </a:p>
        </p:txBody>
      </p:sp>
      <p:sp>
        <p:nvSpPr>
          <p:cNvPr id="6" name="object 9">
            <a:extLst>
              <a:ext uri="{FF2B5EF4-FFF2-40B4-BE49-F238E27FC236}">
                <a16:creationId xmlns:a16="http://schemas.microsoft.com/office/drawing/2014/main" id="{41622A1E-4B46-807A-A835-406858E329F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74782191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stacado inferior">
    <p:spTree>
      <p:nvGrpSpPr>
        <p:cNvPr id="1" name=""/>
        <p:cNvGrpSpPr/>
        <p:nvPr/>
      </p:nvGrpSpPr>
      <p:grpSpPr>
        <a:xfrm>
          <a:off x="0" y="0"/>
          <a:ext cx="0" cy="0"/>
          <a:chOff x="0" y="0"/>
          <a:chExt cx="0" cy="0"/>
        </a:xfrm>
      </p:grpSpPr>
      <p:cxnSp>
        <p:nvCxnSpPr>
          <p:cNvPr id="7" name="Conector recto 6">
            <a:extLst>
              <a:ext uri="{FF2B5EF4-FFF2-40B4-BE49-F238E27FC236}">
                <a16:creationId xmlns:a16="http://schemas.microsoft.com/office/drawing/2014/main" id="{D557B99B-EB5B-743D-D040-A78CB7E09F0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ítulo 16">
            <a:extLst>
              <a:ext uri="{FF2B5EF4-FFF2-40B4-BE49-F238E27FC236}">
                <a16:creationId xmlns:a16="http://schemas.microsoft.com/office/drawing/2014/main" id="{E518C389-C3AF-ACB8-E6B0-0E90EE698386}"/>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9" name="Marcador de texto 23">
            <a:extLst>
              <a:ext uri="{FF2B5EF4-FFF2-40B4-BE49-F238E27FC236}">
                <a16:creationId xmlns:a16="http://schemas.microsoft.com/office/drawing/2014/main" id="{ED8DCA47-19F9-A49C-DDE3-601EBD512D28}"/>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77100D7B-40D6-8187-1EC1-75F10AD22CF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
        <p:nvSpPr>
          <p:cNvPr id="3" name="Rectángulo 2">
            <a:extLst>
              <a:ext uri="{FF2B5EF4-FFF2-40B4-BE49-F238E27FC236}">
                <a16:creationId xmlns:a16="http://schemas.microsoft.com/office/drawing/2014/main" id="{4C455573-B877-F894-1150-061517FF96BF}"/>
              </a:ext>
            </a:extLst>
          </p:cNvPr>
          <p:cNvSpPr/>
          <p:nvPr/>
        </p:nvSpPr>
        <p:spPr>
          <a:xfrm>
            <a:off x="0" y="5537200"/>
            <a:ext cx="11425238" cy="13207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93879819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stacado inferior 2">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78EAB2C-2E05-3C88-DEEC-0866BDA8EDF2}"/>
              </a:ext>
            </a:extLst>
          </p:cNvPr>
          <p:cNvSpPr/>
          <p:nvPr/>
        </p:nvSpPr>
        <p:spPr>
          <a:xfrm>
            <a:off x="0" y="4299154"/>
            <a:ext cx="11425238" cy="2558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Conector recto 6">
            <a:extLst>
              <a:ext uri="{FF2B5EF4-FFF2-40B4-BE49-F238E27FC236}">
                <a16:creationId xmlns:a16="http://schemas.microsoft.com/office/drawing/2014/main" id="{D557B99B-EB5B-743D-D040-A78CB7E09F0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ítulo 16">
            <a:extLst>
              <a:ext uri="{FF2B5EF4-FFF2-40B4-BE49-F238E27FC236}">
                <a16:creationId xmlns:a16="http://schemas.microsoft.com/office/drawing/2014/main" id="{E518C389-C3AF-ACB8-E6B0-0E90EE698386}"/>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9" name="Marcador de texto 23">
            <a:extLst>
              <a:ext uri="{FF2B5EF4-FFF2-40B4-BE49-F238E27FC236}">
                <a16:creationId xmlns:a16="http://schemas.microsoft.com/office/drawing/2014/main" id="{ED8DCA47-19F9-A49C-DDE3-601EBD512D28}"/>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984D3EAB-408A-1F91-2762-5F8A4F89782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286098937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Diapositiva_Título y subtítulo">
    <p:spTree>
      <p:nvGrpSpPr>
        <p:cNvPr id="1" name=""/>
        <p:cNvGrpSpPr/>
        <p:nvPr/>
      </p:nvGrpSpPr>
      <p:grpSpPr>
        <a:xfrm>
          <a:off x="0" y="0"/>
          <a:ext cx="0" cy="0"/>
          <a:chOff x="0" y="0"/>
          <a:chExt cx="0" cy="0"/>
        </a:xfrm>
      </p:grpSpPr>
      <p:cxnSp>
        <p:nvCxnSpPr>
          <p:cNvPr id="2" name="Conector recto 1">
            <a:extLst>
              <a:ext uri="{FF2B5EF4-FFF2-40B4-BE49-F238E27FC236}">
                <a16:creationId xmlns:a16="http://schemas.microsoft.com/office/drawing/2014/main" id="{74691444-A7AD-CD65-EE22-2037D3602C00}"/>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Tree>
    <p:extLst>
      <p:ext uri="{BB962C8B-B14F-4D97-AF65-F5344CB8AC3E}">
        <p14:creationId xmlns:p14="http://schemas.microsoft.com/office/powerpoint/2010/main" val="330374853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apositiva 2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51748"/>
            <a:ext cx="5119686"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2451748"/>
            <a:ext cx="5119686"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21418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CC4CBF3F-D013-B09D-0705-914EAC4707A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269158586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apositiva 2 párrafos de texto con imagen">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4256393"/>
            <a:ext cx="5119686" cy="217231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4256393"/>
            <a:ext cx="5119686" cy="217231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cxnSp>
        <p:nvCxnSpPr>
          <p:cNvPr id="10" name="Conector recto 9">
            <a:extLst>
              <a:ext uri="{FF2B5EF4-FFF2-40B4-BE49-F238E27FC236}">
                <a16:creationId xmlns:a16="http://schemas.microsoft.com/office/drawing/2014/main" id="{7E3FC5CD-47F9-D3A7-E805-9E33FFBC3C42}"/>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6" name="Marcador de posición de imagen 4">
            <a:extLst>
              <a:ext uri="{FF2B5EF4-FFF2-40B4-BE49-F238E27FC236}">
                <a16:creationId xmlns:a16="http://schemas.microsoft.com/office/drawing/2014/main" id="{634C1001-BEA9-89FE-0B45-D3832B396F7A}"/>
              </a:ext>
            </a:extLst>
          </p:cNvPr>
          <p:cNvSpPr>
            <a:spLocks noGrp="1"/>
          </p:cNvSpPr>
          <p:nvPr>
            <p:ph type="pic" sz="quarter" idx="42"/>
          </p:nvPr>
        </p:nvSpPr>
        <p:spPr>
          <a:xfrm>
            <a:off x="442914" y="2132118"/>
            <a:ext cx="5119686"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17" name="Marcador de posición de imagen 4">
            <a:extLst>
              <a:ext uri="{FF2B5EF4-FFF2-40B4-BE49-F238E27FC236}">
                <a16:creationId xmlns:a16="http://schemas.microsoft.com/office/drawing/2014/main" id="{CED6FD4E-11E0-3353-C85E-12358277BE90}"/>
              </a:ext>
            </a:extLst>
          </p:cNvPr>
          <p:cNvSpPr>
            <a:spLocks noGrp="1"/>
          </p:cNvSpPr>
          <p:nvPr>
            <p:ph type="pic" sz="quarter" idx="54"/>
          </p:nvPr>
        </p:nvSpPr>
        <p:spPr>
          <a:xfrm>
            <a:off x="6305398" y="2132118"/>
            <a:ext cx="5119686"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2" name="object 9">
            <a:extLst>
              <a:ext uri="{FF2B5EF4-FFF2-40B4-BE49-F238E27FC236}">
                <a16:creationId xmlns:a16="http://schemas.microsoft.com/office/drawing/2014/main" id="{07B592F0-4B66-5CE2-7AE2-4E590157855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229459439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Diapositiva 2 párrafos de texto con graficos">
    <p:spTree>
      <p:nvGrpSpPr>
        <p:cNvPr id="1" name=""/>
        <p:cNvGrpSpPr/>
        <p:nvPr/>
      </p:nvGrpSpPr>
      <p:grpSpPr>
        <a:xfrm>
          <a:off x="0" y="0"/>
          <a:ext cx="0" cy="0"/>
          <a:chOff x="0" y="0"/>
          <a:chExt cx="0" cy="0"/>
        </a:xfrm>
      </p:grpSpPr>
      <p:cxnSp>
        <p:nvCxnSpPr>
          <p:cNvPr id="10" name="Conector recto 9">
            <a:extLst>
              <a:ext uri="{FF2B5EF4-FFF2-40B4-BE49-F238E27FC236}">
                <a16:creationId xmlns:a16="http://schemas.microsoft.com/office/drawing/2014/main" id="{7E3FC5CD-47F9-D3A7-E805-9E33FFBC3C42}"/>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3" name="Marcador de gráfico 2">
            <a:extLst>
              <a:ext uri="{FF2B5EF4-FFF2-40B4-BE49-F238E27FC236}">
                <a16:creationId xmlns:a16="http://schemas.microsoft.com/office/drawing/2014/main" id="{E738606C-2CE1-E274-9D1E-0300D75760F0}"/>
              </a:ext>
            </a:extLst>
          </p:cNvPr>
          <p:cNvSpPr>
            <a:spLocks noGrp="1"/>
          </p:cNvSpPr>
          <p:nvPr>
            <p:ph type="chart" sz="quarter" idx="54"/>
          </p:nvPr>
        </p:nvSpPr>
        <p:spPr>
          <a:xfrm>
            <a:off x="434975" y="4232845"/>
            <a:ext cx="5127625" cy="1644650"/>
          </a:xfrm>
          <a:prstGeom prst="rect">
            <a:avLst/>
          </a:prstGeom>
        </p:spPr>
        <p:txBody>
          <a:bodyPr/>
          <a:lstStyle>
            <a:lvl1pPr marL="0" indent="0">
              <a:buNone/>
              <a:defRPr sz="1400"/>
            </a:lvl1pPr>
          </a:lstStyle>
          <a:p>
            <a:r>
              <a:rPr lang="es-ES"/>
              <a:t>Haga clic en el icono para agregar un gráfico</a:t>
            </a:r>
          </a:p>
        </p:txBody>
      </p:sp>
      <p:sp>
        <p:nvSpPr>
          <p:cNvPr id="4" name="Marcador de gráfico 2">
            <a:extLst>
              <a:ext uri="{FF2B5EF4-FFF2-40B4-BE49-F238E27FC236}">
                <a16:creationId xmlns:a16="http://schemas.microsoft.com/office/drawing/2014/main" id="{F836F98C-43DF-B348-AF4B-8DA4BADD9CFE}"/>
              </a:ext>
            </a:extLst>
          </p:cNvPr>
          <p:cNvSpPr>
            <a:spLocks noGrp="1"/>
          </p:cNvSpPr>
          <p:nvPr>
            <p:ph type="chart" sz="quarter" idx="55"/>
          </p:nvPr>
        </p:nvSpPr>
        <p:spPr>
          <a:xfrm>
            <a:off x="6289675" y="4232845"/>
            <a:ext cx="5127625" cy="1644650"/>
          </a:xfrm>
          <a:prstGeom prst="rect">
            <a:avLst/>
          </a:prstGeom>
        </p:spPr>
        <p:txBody>
          <a:bodyPr/>
          <a:lstStyle>
            <a:lvl1pPr marL="0" indent="0">
              <a:buNone/>
              <a:defRPr sz="1400"/>
            </a:lvl1pPr>
          </a:lstStyle>
          <a:p>
            <a:r>
              <a:rPr lang="es-ES"/>
              <a:t>Haga clic en el icono para agregar un gráfico</a:t>
            </a:r>
          </a:p>
        </p:txBody>
      </p:sp>
      <p:sp>
        <p:nvSpPr>
          <p:cNvPr id="5"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27600"/>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29167"/>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9"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2427600"/>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8"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2129167"/>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2" name="object 9">
            <a:extLst>
              <a:ext uri="{FF2B5EF4-FFF2-40B4-BE49-F238E27FC236}">
                <a16:creationId xmlns:a16="http://schemas.microsoft.com/office/drawing/2014/main" id="{B1C9E0F5-71AC-C3E1-9BDC-6CC827F8017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42930140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2 párrafos de texto con imagen superior e inferior">
    <p:spTree>
      <p:nvGrpSpPr>
        <p:cNvPr id="1" name=""/>
        <p:cNvGrpSpPr/>
        <p:nvPr/>
      </p:nvGrpSpPr>
      <p:grpSpPr>
        <a:xfrm>
          <a:off x="0" y="0"/>
          <a:ext cx="0" cy="0"/>
          <a:chOff x="0" y="0"/>
          <a:chExt cx="0" cy="0"/>
        </a:xfrm>
      </p:grpSpPr>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456223" y="2427136"/>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456222" y="2128703"/>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cxnSp>
        <p:nvCxnSpPr>
          <p:cNvPr id="10" name="Conector recto 9">
            <a:extLst>
              <a:ext uri="{FF2B5EF4-FFF2-40B4-BE49-F238E27FC236}">
                <a16:creationId xmlns:a16="http://schemas.microsoft.com/office/drawing/2014/main" id="{7E3FC5CD-47F9-D3A7-E805-9E33FFBC3C42}"/>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Marcador de posición de imagen 4">
            <a:extLst>
              <a:ext uri="{FF2B5EF4-FFF2-40B4-BE49-F238E27FC236}">
                <a16:creationId xmlns:a16="http://schemas.microsoft.com/office/drawing/2014/main" id="{CED6FD4E-11E0-3353-C85E-12358277BE90}"/>
              </a:ext>
            </a:extLst>
          </p:cNvPr>
          <p:cNvSpPr>
            <a:spLocks noGrp="1"/>
          </p:cNvSpPr>
          <p:nvPr>
            <p:ph type="pic" sz="quarter" idx="54"/>
          </p:nvPr>
        </p:nvSpPr>
        <p:spPr>
          <a:xfrm>
            <a:off x="456221" y="4241013"/>
            <a:ext cx="5119686" cy="1497828"/>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cxnSp>
        <p:nvCxnSpPr>
          <p:cNvPr id="19" name="Conector recto 18">
            <a:extLst>
              <a:ext uri="{FF2B5EF4-FFF2-40B4-BE49-F238E27FC236}">
                <a16:creationId xmlns:a16="http://schemas.microsoft.com/office/drawing/2014/main" id="{310E6557-275E-AFEE-40DD-7010A814FBAB}"/>
              </a:ext>
            </a:extLst>
          </p:cNvPr>
          <p:cNvCxnSpPr>
            <a:cxnSpLocks/>
          </p:cNvCxnSpPr>
          <p:nvPr/>
        </p:nvCxnSpPr>
        <p:spPr>
          <a:xfrm>
            <a:off x="457656" y="4070553"/>
            <a:ext cx="5119686"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0" name="Grupo 19">
            <a:extLst>
              <a:ext uri="{FF2B5EF4-FFF2-40B4-BE49-F238E27FC236}">
                <a16:creationId xmlns:a16="http://schemas.microsoft.com/office/drawing/2014/main" id="{48583958-BC17-6291-C298-90D9B092702C}"/>
              </a:ext>
            </a:extLst>
          </p:cNvPr>
          <p:cNvGrpSpPr/>
          <p:nvPr/>
        </p:nvGrpSpPr>
        <p:grpSpPr>
          <a:xfrm rot="5400000">
            <a:off x="2925602" y="3980298"/>
            <a:ext cx="183795" cy="183795"/>
            <a:chOff x="2103120" y="3131820"/>
            <a:chExt cx="182880" cy="182880"/>
          </a:xfrm>
          <a:solidFill>
            <a:schemeClr val="accent3"/>
          </a:solidFill>
        </p:grpSpPr>
        <p:sp>
          <p:nvSpPr>
            <p:cNvPr id="21" name="Elipse 20">
              <a:extLst>
                <a:ext uri="{FF2B5EF4-FFF2-40B4-BE49-F238E27FC236}">
                  <a16:creationId xmlns:a16="http://schemas.microsoft.com/office/drawing/2014/main" id="{8D3DCC7C-BFD4-4422-F9E4-08D8C1CD8251}"/>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object 21">
              <a:extLst>
                <a:ext uri="{FF2B5EF4-FFF2-40B4-BE49-F238E27FC236}">
                  <a16:creationId xmlns:a16="http://schemas.microsoft.com/office/drawing/2014/main" id="{4E383C8D-7890-6726-7728-F046F18C1C99}"/>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3"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6305400" y="4256393"/>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4"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6305399"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25" name="Marcador de posición de imagen 4">
            <a:extLst>
              <a:ext uri="{FF2B5EF4-FFF2-40B4-BE49-F238E27FC236}">
                <a16:creationId xmlns:a16="http://schemas.microsoft.com/office/drawing/2014/main" id="{634C1001-BEA9-89FE-0B45-D3832B396F7A}"/>
              </a:ext>
            </a:extLst>
          </p:cNvPr>
          <p:cNvSpPr>
            <a:spLocks noGrp="1"/>
          </p:cNvSpPr>
          <p:nvPr>
            <p:ph type="pic" sz="quarter" idx="42"/>
          </p:nvPr>
        </p:nvSpPr>
        <p:spPr>
          <a:xfrm>
            <a:off x="6305400" y="2132118"/>
            <a:ext cx="5119686" cy="1497828"/>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cxnSp>
        <p:nvCxnSpPr>
          <p:cNvPr id="26" name="Conector recto 25">
            <a:extLst>
              <a:ext uri="{FF2B5EF4-FFF2-40B4-BE49-F238E27FC236}">
                <a16:creationId xmlns:a16="http://schemas.microsoft.com/office/drawing/2014/main" id="{8C69C394-A7BE-D8F5-2C18-DC71E12DE2D9}"/>
              </a:ext>
            </a:extLst>
          </p:cNvPr>
          <p:cNvCxnSpPr>
            <a:cxnSpLocks/>
          </p:cNvCxnSpPr>
          <p:nvPr/>
        </p:nvCxnSpPr>
        <p:spPr>
          <a:xfrm>
            <a:off x="6305399" y="3782961"/>
            <a:ext cx="5119686"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7" name="Grupo 26">
            <a:extLst>
              <a:ext uri="{FF2B5EF4-FFF2-40B4-BE49-F238E27FC236}">
                <a16:creationId xmlns:a16="http://schemas.microsoft.com/office/drawing/2014/main" id="{AAEB6E8C-CAC0-C89F-E9C5-8C7816597643}"/>
              </a:ext>
            </a:extLst>
          </p:cNvPr>
          <p:cNvGrpSpPr/>
          <p:nvPr/>
        </p:nvGrpSpPr>
        <p:grpSpPr>
          <a:xfrm rot="16200000">
            <a:off x="8773345" y="3692706"/>
            <a:ext cx="183795" cy="183795"/>
            <a:chOff x="2103120" y="3131820"/>
            <a:chExt cx="182880" cy="182880"/>
          </a:xfrm>
          <a:solidFill>
            <a:schemeClr val="accent3"/>
          </a:solidFill>
        </p:grpSpPr>
        <p:sp>
          <p:nvSpPr>
            <p:cNvPr id="28" name="Elipse 27">
              <a:extLst>
                <a:ext uri="{FF2B5EF4-FFF2-40B4-BE49-F238E27FC236}">
                  <a16:creationId xmlns:a16="http://schemas.microsoft.com/office/drawing/2014/main" id="{0E264123-15B7-C798-8196-A2B110A9BD3D}"/>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object 21">
              <a:extLst>
                <a:ext uri="{FF2B5EF4-FFF2-40B4-BE49-F238E27FC236}">
                  <a16:creationId xmlns:a16="http://schemas.microsoft.com/office/drawing/2014/main" id="{DF06CBFA-841A-F839-EC31-26B2322AD06F}"/>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3" name="object 9">
            <a:extLst>
              <a:ext uri="{FF2B5EF4-FFF2-40B4-BE49-F238E27FC236}">
                <a16:creationId xmlns:a16="http://schemas.microsoft.com/office/drawing/2014/main" id="{1E8B384D-EFE8-B254-B57E-CDBD7E22700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199590794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3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Marcador de texto 4">
            <a:extLst>
              <a:ext uri="{FF2B5EF4-FFF2-40B4-BE49-F238E27FC236}">
                <a16:creationId xmlns:a16="http://schemas.microsoft.com/office/drawing/2014/main" id="{B74EB114-074D-5CC5-0A00-2B8F9BF2B214}"/>
              </a:ext>
            </a:extLst>
          </p:cNvPr>
          <p:cNvSpPr>
            <a:spLocks noGrp="1"/>
          </p:cNvSpPr>
          <p:nvPr>
            <p:ph type="body" sz="quarter" idx="52" hasCustomPrompt="1"/>
          </p:nvPr>
        </p:nvSpPr>
        <p:spPr>
          <a:xfrm>
            <a:off x="4310679"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3" name="Marcador de texto 4">
            <a:extLst>
              <a:ext uri="{FF2B5EF4-FFF2-40B4-BE49-F238E27FC236}">
                <a16:creationId xmlns:a16="http://schemas.microsoft.com/office/drawing/2014/main" id="{4FBFB1E4-5815-4C8D-5150-22B72F2C9C28}"/>
              </a:ext>
            </a:extLst>
          </p:cNvPr>
          <p:cNvSpPr>
            <a:spLocks noGrp="1"/>
          </p:cNvSpPr>
          <p:nvPr>
            <p:ph type="body" sz="quarter" idx="53" hasCustomPrompt="1"/>
          </p:nvPr>
        </p:nvSpPr>
        <p:spPr>
          <a:xfrm>
            <a:off x="4310678"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4" name="Marcador de texto 4">
            <a:extLst>
              <a:ext uri="{FF2B5EF4-FFF2-40B4-BE49-F238E27FC236}">
                <a16:creationId xmlns:a16="http://schemas.microsoft.com/office/drawing/2014/main" id="{C615139D-31E1-B8FE-684A-4C4F3617BB73}"/>
              </a:ext>
            </a:extLst>
          </p:cNvPr>
          <p:cNvSpPr>
            <a:spLocks noGrp="1"/>
          </p:cNvSpPr>
          <p:nvPr>
            <p:ph type="body" sz="quarter" idx="54" hasCustomPrompt="1"/>
          </p:nvPr>
        </p:nvSpPr>
        <p:spPr>
          <a:xfrm>
            <a:off x="8178443"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5" name="Marcador de texto 4">
            <a:extLst>
              <a:ext uri="{FF2B5EF4-FFF2-40B4-BE49-F238E27FC236}">
                <a16:creationId xmlns:a16="http://schemas.microsoft.com/office/drawing/2014/main" id="{B50B2677-5E13-2B6C-9AE1-DFB657EEF1D9}"/>
              </a:ext>
            </a:extLst>
          </p:cNvPr>
          <p:cNvSpPr>
            <a:spLocks noGrp="1"/>
          </p:cNvSpPr>
          <p:nvPr>
            <p:ph type="body" sz="quarter" idx="55" hasCustomPrompt="1"/>
          </p:nvPr>
        </p:nvSpPr>
        <p:spPr>
          <a:xfrm>
            <a:off x="8178442"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6" name="object 9">
            <a:extLst>
              <a:ext uri="{FF2B5EF4-FFF2-40B4-BE49-F238E27FC236}">
                <a16:creationId xmlns:a16="http://schemas.microsoft.com/office/drawing/2014/main" id="{8407850B-0CD6-58B7-A3DF-2A98C0F3A1A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2407364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apositiva 3 párrafos de texto con imagen">
    <p:spTree>
      <p:nvGrpSpPr>
        <p:cNvPr id="1" name=""/>
        <p:cNvGrpSpPr/>
        <p:nvPr/>
      </p:nvGrpSpPr>
      <p:grpSpPr>
        <a:xfrm>
          <a:off x="0" y="0"/>
          <a:ext cx="0" cy="0"/>
          <a:chOff x="0" y="0"/>
          <a:chExt cx="0" cy="0"/>
        </a:xfrm>
      </p:grpSpPr>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5607B768-CEA6-BA6B-EE81-63F07C9EA3FB}"/>
              </a:ext>
            </a:extLst>
          </p:cNvPr>
          <p:cNvSpPr>
            <a:spLocks noGrp="1"/>
          </p:cNvSpPr>
          <p:nvPr>
            <p:ph type="body" sz="quarter" idx="55" hasCustomPrompt="1"/>
          </p:nvPr>
        </p:nvSpPr>
        <p:spPr>
          <a:xfrm>
            <a:off x="442914"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9" name="Marcador de texto 4">
            <a:extLst>
              <a:ext uri="{FF2B5EF4-FFF2-40B4-BE49-F238E27FC236}">
                <a16:creationId xmlns:a16="http://schemas.microsoft.com/office/drawing/2014/main" id="{AFFF5A3B-3001-8540-21C8-F10281FC5EDE}"/>
              </a:ext>
            </a:extLst>
          </p:cNvPr>
          <p:cNvSpPr>
            <a:spLocks noGrp="1"/>
          </p:cNvSpPr>
          <p:nvPr>
            <p:ph type="body" sz="quarter" idx="56" hasCustomPrompt="1"/>
          </p:nvPr>
        </p:nvSpPr>
        <p:spPr>
          <a:xfrm>
            <a:off x="442913"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0" name="Marcador de texto 4">
            <a:extLst>
              <a:ext uri="{FF2B5EF4-FFF2-40B4-BE49-F238E27FC236}">
                <a16:creationId xmlns:a16="http://schemas.microsoft.com/office/drawing/2014/main" id="{DDCFA597-DF40-2F91-B2F2-7E5AE006C751}"/>
              </a:ext>
            </a:extLst>
          </p:cNvPr>
          <p:cNvSpPr>
            <a:spLocks noGrp="1"/>
          </p:cNvSpPr>
          <p:nvPr>
            <p:ph type="body" sz="quarter" idx="57" hasCustomPrompt="1"/>
          </p:nvPr>
        </p:nvSpPr>
        <p:spPr>
          <a:xfrm>
            <a:off x="4310679"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1" name="Marcador de texto 4">
            <a:extLst>
              <a:ext uri="{FF2B5EF4-FFF2-40B4-BE49-F238E27FC236}">
                <a16:creationId xmlns:a16="http://schemas.microsoft.com/office/drawing/2014/main" id="{449FDE88-0107-32A9-DDAE-8F43880E1DDF}"/>
              </a:ext>
            </a:extLst>
          </p:cNvPr>
          <p:cNvSpPr>
            <a:spLocks noGrp="1"/>
          </p:cNvSpPr>
          <p:nvPr>
            <p:ph type="body" sz="quarter" idx="58" hasCustomPrompt="1"/>
          </p:nvPr>
        </p:nvSpPr>
        <p:spPr>
          <a:xfrm>
            <a:off x="4310678"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2" name="Marcador de texto 4">
            <a:extLst>
              <a:ext uri="{FF2B5EF4-FFF2-40B4-BE49-F238E27FC236}">
                <a16:creationId xmlns:a16="http://schemas.microsoft.com/office/drawing/2014/main" id="{06FD8B27-DA92-BDDB-C2C7-9929057CB345}"/>
              </a:ext>
            </a:extLst>
          </p:cNvPr>
          <p:cNvSpPr>
            <a:spLocks noGrp="1"/>
          </p:cNvSpPr>
          <p:nvPr>
            <p:ph type="body" sz="quarter" idx="59" hasCustomPrompt="1"/>
          </p:nvPr>
        </p:nvSpPr>
        <p:spPr>
          <a:xfrm>
            <a:off x="8178443"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7" name="Marcador de texto 4">
            <a:extLst>
              <a:ext uri="{FF2B5EF4-FFF2-40B4-BE49-F238E27FC236}">
                <a16:creationId xmlns:a16="http://schemas.microsoft.com/office/drawing/2014/main" id="{0BE056E9-7176-9BA9-19A0-1F58B2069DC7}"/>
              </a:ext>
            </a:extLst>
          </p:cNvPr>
          <p:cNvSpPr>
            <a:spLocks noGrp="1"/>
          </p:cNvSpPr>
          <p:nvPr>
            <p:ph type="body" sz="quarter" idx="60" hasCustomPrompt="1"/>
          </p:nvPr>
        </p:nvSpPr>
        <p:spPr>
          <a:xfrm>
            <a:off x="8178442"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8" name="Marcador de posición de imagen 4">
            <a:extLst>
              <a:ext uri="{FF2B5EF4-FFF2-40B4-BE49-F238E27FC236}">
                <a16:creationId xmlns:a16="http://schemas.microsoft.com/office/drawing/2014/main" id="{827BC936-6F9D-A69A-B20A-5CC20B80DB97}"/>
              </a:ext>
            </a:extLst>
          </p:cNvPr>
          <p:cNvSpPr>
            <a:spLocks noGrp="1"/>
          </p:cNvSpPr>
          <p:nvPr>
            <p:ph type="pic" sz="quarter" idx="42"/>
          </p:nvPr>
        </p:nvSpPr>
        <p:spPr>
          <a:xfrm>
            <a:off x="44291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19" name="Marcador de posición de imagen 4">
            <a:extLst>
              <a:ext uri="{FF2B5EF4-FFF2-40B4-BE49-F238E27FC236}">
                <a16:creationId xmlns:a16="http://schemas.microsoft.com/office/drawing/2014/main" id="{1F69E759-AE0E-4A65-4206-A4111BE5588B}"/>
              </a:ext>
            </a:extLst>
          </p:cNvPr>
          <p:cNvSpPr>
            <a:spLocks noGrp="1"/>
          </p:cNvSpPr>
          <p:nvPr>
            <p:ph type="pic" sz="quarter" idx="61"/>
          </p:nvPr>
        </p:nvSpPr>
        <p:spPr>
          <a:xfrm>
            <a:off x="4306992"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20" name="Marcador de posición de imagen 4">
            <a:extLst>
              <a:ext uri="{FF2B5EF4-FFF2-40B4-BE49-F238E27FC236}">
                <a16:creationId xmlns:a16="http://schemas.microsoft.com/office/drawing/2014/main" id="{97ED321E-2434-112B-1DF2-8983C0FD6B35}"/>
              </a:ext>
            </a:extLst>
          </p:cNvPr>
          <p:cNvSpPr>
            <a:spLocks noGrp="1"/>
          </p:cNvSpPr>
          <p:nvPr>
            <p:ph type="pic" sz="quarter" idx="62"/>
          </p:nvPr>
        </p:nvSpPr>
        <p:spPr>
          <a:xfrm>
            <a:off x="817844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2" name="object 9">
            <a:extLst>
              <a:ext uri="{FF2B5EF4-FFF2-40B4-BE49-F238E27FC236}">
                <a16:creationId xmlns:a16="http://schemas.microsoft.com/office/drawing/2014/main" id="{29200278-49F6-31B4-8982-011B10B0C33C}"/>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121865117"/>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apositiva 3 párrafos de texto con imagen 2">
    <p:spTree>
      <p:nvGrpSpPr>
        <p:cNvPr id="1" name=""/>
        <p:cNvGrpSpPr/>
        <p:nvPr/>
      </p:nvGrpSpPr>
      <p:grpSpPr>
        <a:xfrm>
          <a:off x="0" y="0"/>
          <a:ext cx="0" cy="0"/>
          <a:chOff x="0" y="0"/>
          <a:chExt cx="0" cy="0"/>
        </a:xfrm>
      </p:grpSpPr>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5607B768-CEA6-BA6B-EE81-63F07C9EA3FB}"/>
              </a:ext>
            </a:extLst>
          </p:cNvPr>
          <p:cNvSpPr>
            <a:spLocks noGrp="1"/>
          </p:cNvSpPr>
          <p:nvPr>
            <p:ph type="body" sz="quarter" idx="55" hasCustomPrompt="1"/>
          </p:nvPr>
        </p:nvSpPr>
        <p:spPr>
          <a:xfrm>
            <a:off x="442914" y="4404474"/>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9" name="Marcador de texto 4">
            <a:extLst>
              <a:ext uri="{FF2B5EF4-FFF2-40B4-BE49-F238E27FC236}">
                <a16:creationId xmlns:a16="http://schemas.microsoft.com/office/drawing/2014/main" id="{AFFF5A3B-3001-8540-21C8-F10281FC5EDE}"/>
              </a:ext>
            </a:extLst>
          </p:cNvPr>
          <p:cNvSpPr>
            <a:spLocks noGrp="1"/>
          </p:cNvSpPr>
          <p:nvPr>
            <p:ph type="body" sz="quarter" idx="56" hasCustomPrompt="1"/>
          </p:nvPr>
        </p:nvSpPr>
        <p:spPr>
          <a:xfrm>
            <a:off x="442913" y="409458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0" name="Marcador de texto 4">
            <a:extLst>
              <a:ext uri="{FF2B5EF4-FFF2-40B4-BE49-F238E27FC236}">
                <a16:creationId xmlns:a16="http://schemas.microsoft.com/office/drawing/2014/main" id="{DDCFA597-DF40-2F91-B2F2-7E5AE006C751}"/>
              </a:ext>
            </a:extLst>
          </p:cNvPr>
          <p:cNvSpPr>
            <a:spLocks noGrp="1"/>
          </p:cNvSpPr>
          <p:nvPr>
            <p:ph type="body" sz="quarter" idx="57" hasCustomPrompt="1"/>
          </p:nvPr>
        </p:nvSpPr>
        <p:spPr>
          <a:xfrm>
            <a:off x="4306991" y="2448518"/>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1" name="Marcador de texto 4">
            <a:extLst>
              <a:ext uri="{FF2B5EF4-FFF2-40B4-BE49-F238E27FC236}">
                <a16:creationId xmlns:a16="http://schemas.microsoft.com/office/drawing/2014/main" id="{449FDE88-0107-32A9-DDAE-8F43880E1DDF}"/>
              </a:ext>
            </a:extLst>
          </p:cNvPr>
          <p:cNvSpPr>
            <a:spLocks noGrp="1"/>
          </p:cNvSpPr>
          <p:nvPr>
            <p:ph type="body" sz="quarter" idx="58" hasCustomPrompt="1"/>
          </p:nvPr>
        </p:nvSpPr>
        <p:spPr>
          <a:xfrm>
            <a:off x="4306990" y="213863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2" name="Marcador de texto 4">
            <a:extLst>
              <a:ext uri="{FF2B5EF4-FFF2-40B4-BE49-F238E27FC236}">
                <a16:creationId xmlns:a16="http://schemas.microsoft.com/office/drawing/2014/main" id="{06FD8B27-DA92-BDDB-C2C7-9929057CB345}"/>
              </a:ext>
            </a:extLst>
          </p:cNvPr>
          <p:cNvSpPr>
            <a:spLocks noGrp="1"/>
          </p:cNvSpPr>
          <p:nvPr>
            <p:ph type="body" sz="quarter" idx="59" hasCustomPrompt="1"/>
          </p:nvPr>
        </p:nvSpPr>
        <p:spPr>
          <a:xfrm>
            <a:off x="8178443" y="4404474"/>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7" name="Marcador de texto 4">
            <a:extLst>
              <a:ext uri="{FF2B5EF4-FFF2-40B4-BE49-F238E27FC236}">
                <a16:creationId xmlns:a16="http://schemas.microsoft.com/office/drawing/2014/main" id="{0BE056E9-7176-9BA9-19A0-1F58B2069DC7}"/>
              </a:ext>
            </a:extLst>
          </p:cNvPr>
          <p:cNvSpPr>
            <a:spLocks noGrp="1"/>
          </p:cNvSpPr>
          <p:nvPr>
            <p:ph type="body" sz="quarter" idx="60" hasCustomPrompt="1"/>
          </p:nvPr>
        </p:nvSpPr>
        <p:spPr>
          <a:xfrm>
            <a:off x="8178442" y="409458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el título párrafo</a:t>
            </a:r>
          </a:p>
        </p:txBody>
      </p:sp>
      <p:sp>
        <p:nvSpPr>
          <p:cNvPr id="18" name="Marcador de posición de imagen 4">
            <a:extLst>
              <a:ext uri="{FF2B5EF4-FFF2-40B4-BE49-F238E27FC236}">
                <a16:creationId xmlns:a16="http://schemas.microsoft.com/office/drawing/2014/main" id="{827BC936-6F9D-A69A-B20A-5CC20B80DB97}"/>
              </a:ext>
            </a:extLst>
          </p:cNvPr>
          <p:cNvSpPr>
            <a:spLocks noGrp="1"/>
          </p:cNvSpPr>
          <p:nvPr>
            <p:ph type="pic" sz="quarter" idx="42"/>
          </p:nvPr>
        </p:nvSpPr>
        <p:spPr>
          <a:xfrm>
            <a:off x="44291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19" name="Marcador de posición de imagen 4">
            <a:extLst>
              <a:ext uri="{FF2B5EF4-FFF2-40B4-BE49-F238E27FC236}">
                <a16:creationId xmlns:a16="http://schemas.microsoft.com/office/drawing/2014/main" id="{1F69E759-AE0E-4A65-4206-A4111BE5588B}"/>
              </a:ext>
            </a:extLst>
          </p:cNvPr>
          <p:cNvSpPr>
            <a:spLocks noGrp="1"/>
          </p:cNvSpPr>
          <p:nvPr>
            <p:ph type="pic" sz="quarter" idx="61"/>
          </p:nvPr>
        </p:nvSpPr>
        <p:spPr>
          <a:xfrm>
            <a:off x="4306990" y="4094586"/>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20" name="Marcador de posición de imagen 4">
            <a:extLst>
              <a:ext uri="{FF2B5EF4-FFF2-40B4-BE49-F238E27FC236}">
                <a16:creationId xmlns:a16="http://schemas.microsoft.com/office/drawing/2014/main" id="{97ED321E-2434-112B-1DF2-8983C0FD6B35}"/>
              </a:ext>
            </a:extLst>
          </p:cNvPr>
          <p:cNvSpPr>
            <a:spLocks noGrp="1"/>
          </p:cNvSpPr>
          <p:nvPr>
            <p:ph type="pic" sz="quarter" idx="62"/>
          </p:nvPr>
        </p:nvSpPr>
        <p:spPr>
          <a:xfrm>
            <a:off x="817844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cxnSp>
        <p:nvCxnSpPr>
          <p:cNvPr id="2" name="Conector recto 1">
            <a:extLst>
              <a:ext uri="{FF2B5EF4-FFF2-40B4-BE49-F238E27FC236}">
                <a16:creationId xmlns:a16="http://schemas.microsoft.com/office/drawing/2014/main" id="{D5C65617-EC74-C177-2B5D-EB26478F076A}"/>
              </a:ext>
            </a:extLst>
          </p:cNvPr>
          <p:cNvCxnSpPr>
            <a:cxnSpLocks/>
          </p:cNvCxnSpPr>
          <p:nvPr/>
        </p:nvCxnSpPr>
        <p:spPr>
          <a:xfrm>
            <a:off x="43529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2D06DCC2-A1C5-85C8-8F90-01130B38E467}"/>
              </a:ext>
            </a:extLst>
          </p:cNvPr>
          <p:cNvGrpSpPr/>
          <p:nvPr/>
        </p:nvGrpSpPr>
        <p:grpSpPr>
          <a:xfrm rot="16200000">
            <a:off x="1969297" y="3845712"/>
            <a:ext cx="183795" cy="183795"/>
            <a:chOff x="2103120" y="3131820"/>
            <a:chExt cx="182880" cy="182880"/>
          </a:xfrm>
          <a:solidFill>
            <a:schemeClr val="accent3"/>
          </a:solidFill>
        </p:grpSpPr>
        <p:sp>
          <p:nvSpPr>
            <p:cNvPr id="4" name="Elipse 3">
              <a:extLst>
                <a:ext uri="{FF2B5EF4-FFF2-40B4-BE49-F238E27FC236}">
                  <a16:creationId xmlns:a16="http://schemas.microsoft.com/office/drawing/2014/main" id="{9ED635CA-FAA9-6D06-1190-561F592A909D}"/>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object 21">
              <a:extLst>
                <a:ext uri="{FF2B5EF4-FFF2-40B4-BE49-F238E27FC236}">
                  <a16:creationId xmlns:a16="http://schemas.microsoft.com/office/drawing/2014/main" id="{29A35DC7-0B3C-199C-A7B8-0D400096FBA8}"/>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8" name="Conector recto 7">
            <a:extLst>
              <a:ext uri="{FF2B5EF4-FFF2-40B4-BE49-F238E27FC236}">
                <a16:creationId xmlns:a16="http://schemas.microsoft.com/office/drawing/2014/main" id="{BCA9133D-E81E-3FC9-29C9-32B56DF6A01C}"/>
              </a:ext>
            </a:extLst>
          </p:cNvPr>
          <p:cNvCxnSpPr>
            <a:cxnSpLocks/>
          </p:cNvCxnSpPr>
          <p:nvPr/>
        </p:nvCxnSpPr>
        <p:spPr>
          <a:xfrm>
            <a:off x="430879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1" name="Grupo 20">
            <a:extLst>
              <a:ext uri="{FF2B5EF4-FFF2-40B4-BE49-F238E27FC236}">
                <a16:creationId xmlns:a16="http://schemas.microsoft.com/office/drawing/2014/main" id="{53AE08B3-9BFE-6955-B4E8-D56D7D8B1E92}"/>
              </a:ext>
            </a:extLst>
          </p:cNvPr>
          <p:cNvGrpSpPr/>
          <p:nvPr/>
        </p:nvGrpSpPr>
        <p:grpSpPr>
          <a:xfrm rot="5400000">
            <a:off x="5842797" y="3845712"/>
            <a:ext cx="183795" cy="183795"/>
            <a:chOff x="2103120" y="3131820"/>
            <a:chExt cx="182880" cy="182880"/>
          </a:xfrm>
          <a:solidFill>
            <a:schemeClr val="accent3"/>
          </a:solidFill>
        </p:grpSpPr>
        <p:sp>
          <p:nvSpPr>
            <p:cNvPr id="22" name="Elipse 21">
              <a:extLst>
                <a:ext uri="{FF2B5EF4-FFF2-40B4-BE49-F238E27FC236}">
                  <a16:creationId xmlns:a16="http://schemas.microsoft.com/office/drawing/2014/main" id="{494C5EF1-AB3C-455C-10D0-00AA9C29BA72}"/>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object 21">
              <a:extLst>
                <a:ext uri="{FF2B5EF4-FFF2-40B4-BE49-F238E27FC236}">
                  <a16:creationId xmlns:a16="http://schemas.microsoft.com/office/drawing/2014/main" id="{8E34B617-ECF4-BACA-4773-C7B21EE91C07}"/>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24" name="Conector recto 23">
            <a:extLst>
              <a:ext uri="{FF2B5EF4-FFF2-40B4-BE49-F238E27FC236}">
                <a16:creationId xmlns:a16="http://schemas.microsoft.com/office/drawing/2014/main" id="{00CEAC8A-6532-5DC3-4F9C-6FD8CFF583C6}"/>
              </a:ext>
            </a:extLst>
          </p:cNvPr>
          <p:cNvCxnSpPr>
            <a:cxnSpLocks/>
          </p:cNvCxnSpPr>
          <p:nvPr/>
        </p:nvCxnSpPr>
        <p:spPr>
          <a:xfrm>
            <a:off x="817594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5" name="Grupo 24">
            <a:extLst>
              <a:ext uri="{FF2B5EF4-FFF2-40B4-BE49-F238E27FC236}">
                <a16:creationId xmlns:a16="http://schemas.microsoft.com/office/drawing/2014/main" id="{6E243CD2-1E46-1563-348B-D27FF8B20E32}"/>
              </a:ext>
            </a:extLst>
          </p:cNvPr>
          <p:cNvGrpSpPr/>
          <p:nvPr/>
        </p:nvGrpSpPr>
        <p:grpSpPr>
          <a:xfrm rot="16200000">
            <a:off x="9709947" y="3845712"/>
            <a:ext cx="183795" cy="183795"/>
            <a:chOff x="2103120" y="3131820"/>
            <a:chExt cx="182880" cy="182880"/>
          </a:xfrm>
          <a:solidFill>
            <a:schemeClr val="accent3"/>
          </a:solidFill>
        </p:grpSpPr>
        <p:sp>
          <p:nvSpPr>
            <p:cNvPr id="26" name="Elipse 25">
              <a:extLst>
                <a:ext uri="{FF2B5EF4-FFF2-40B4-BE49-F238E27FC236}">
                  <a16:creationId xmlns:a16="http://schemas.microsoft.com/office/drawing/2014/main" id="{872D4682-F1D0-5581-F385-960DF0E8723C}"/>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object 21">
              <a:extLst>
                <a:ext uri="{FF2B5EF4-FFF2-40B4-BE49-F238E27FC236}">
                  <a16:creationId xmlns:a16="http://schemas.microsoft.com/office/drawing/2014/main" id="{9BE5C462-22EC-EB8E-D81F-E6D2FB11F621}"/>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91132DE4-D329-3843-9FBD-9FC18DA32A6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49893210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apositiva 4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3" name="Marcador de texto 4">
            <a:extLst>
              <a:ext uri="{FF2B5EF4-FFF2-40B4-BE49-F238E27FC236}">
                <a16:creationId xmlns:a16="http://schemas.microsoft.com/office/drawing/2014/main" id="{90C2C701-377A-3026-B3C6-CB6481511C2B}"/>
              </a:ext>
            </a:extLst>
          </p:cNvPr>
          <p:cNvSpPr>
            <a:spLocks noGrp="1"/>
          </p:cNvSpPr>
          <p:nvPr>
            <p:ph type="body" sz="quarter" idx="52" hasCustomPrompt="1"/>
          </p:nvPr>
        </p:nvSpPr>
        <p:spPr>
          <a:xfrm>
            <a:off x="3284438"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4" name="Marcador de texto 4">
            <a:extLst>
              <a:ext uri="{FF2B5EF4-FFF2-40B4-BE49-F238E27FC236}">
                <a16:creationId xmlns:a16="http://schemas.microsoft.com/office/drawing/2014/main" id="{32CBAE55-F53D-8E28-C585-11E7919BE23B}"/>
              </a:ext>
            </a:extLst>
          </p:cNvPr>
          <p:cNvSpPr>
            <a:spLocks noGrp="1"/>
          </p:cNvSpPr>
          <p:nvPr>
            <p:ph type="body" sz="quarter" idx="53" hasCustomPrompt="1"/>
          </p:nvPr>
        </p:nvSpPr>
        <p:spPr>
          <a:xfrm>
            <a:off x="3284436"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65" name="Marcador de texto 4">
            <a:extLst>
              <a:ext uri="{FF2B5EF4-FFF2-40B4-BE49-F238E27FC236}">
                <a16:creationId xmlns:a16="http://schemas.microsoft.com/office/drawing/2014/main" id="{F9AEA96D-EB98-D8C6-1FCE-82AF91966653}"/>
              </a:ext>
            </a:extLst>
          </p:cNvPr>
          <p:cNvSpPr>
            <a:spLocks noGrp="1"/>
          </p:cNvSpPr>
          <p:nvPr>
            <p:ph type="body" sz="quarter" idx="54" hasCustomPrompt="1"/>
          </p:nvPr>
        </p:nvSpPr>
        <p:spPr>
          <a:xfrm>
            <a:off x="6125961"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6" name="Marcador de texto 4">
            <a:extLst>
              <a:ext uri="{FF2B5EF4-FFF2-40B4-BE49-F238E27FC236}">
                <a16:creationId xmlns:a16="http://schemas.microsoft.com/office/drawing/2014/main" id="{30EDB900-05B1-FB9B-3D3A-FE16F730D5BF}"/>
              </a:ext>
            </a:extLst>
          </p:cNvPr>
          <p:cNvSpPr>
            <a:spLocks noGrp="1"/>
          </p:cNvSpPr>
          <p:nvPr>
            <p:ph type="body" sz="quarter" idx="55" hasCustomPrompt="1"/>
          </p:nvPr>
        </p:nvSpPr>
        <p:spPr>
          <a:xfrm>
            <a:off x="6125959"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67" name="Marcador de texto 4">
            <a:extLst>
              <a:ext uri="{FF2B5EF4-FFF2-40B4-BE49-F238E27FC236}">
                <a16:creationId xmlns:a16="http://schemas.microsoft.com/office/drawing/2014/main" id="{26FD56E4-4E1D-64B9-4803-46C18EEE3458}"/>
              </a:ext>
            </a:extLst>
          </p:cNvPr>
          <p:cNvSpPr>
            <a:spLocks noGrp="1"/>
          </p:cNvSpPr>
          <p:nvPr>
            <p:ph type="body" sz="quarter" idx="56" hasCustomPrompt="1"/>
          </p:nvPr>
        </p:nvSpPr>
        <p:spPr>
          <a:xfrm>
            <a:off x="8967483"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8" name="Marcador de texto 4">
            <a:extLst>
              <a:ext uri="{FF2B5EF4-FFF2-40B4-BE49-F238E27FC236}">
                <a16:creationId xmlns:a16="http://schemas.microsoft.com/office/drawing/2014/main" id="{13506BCD-9C77-64CF-72BD-843EE47B2212}"/>
              </a:ext>
            </a:extLst>
          </p:cNvPr>
          <p:cNvSpPr>
            <a:spLocks noGrp="1"/>
          </p:cNvSpPr>
          <p:nvPr>
            <p:ph type="body" sz="quarter" idx="57" hasCustomPrompt="1"/>
          </p:nvPr>
        </p:nvSpPr>
        <p:spPr>
          <a:xfrm>
            <a:off x="8967481"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2" name="object 9">
            <a:extLst>
              <a:ext uri="{FF2B5EF4-FFF2-40B4-BE49-F238E27FC236}">
                <a16:creationId xmlns:a16="http://schemas.microsoft.com/office/drawing/2014/main" id="{FDC03FC9-43DE-7D8A-6BAE-C832662129A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96171524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apositiva 4 párrafos de texto e imagen">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3" name="Marcador de texto 4">
            <a:extLst>
              <a:ext uri="{FF2B5EF4-FFF2-40B4-BE49-F238E27FC236}">
                <a16:creationId xmlns:a16="http://schemas.microsoft.com/office/drawing/2014/main" id="{90C2C701-377A-3026-B3C6-CB6481511C2B}"/>
              </a:ext>
            </a:extLst>
          </p:cNvPr>
          <p:cNvSpPr>
            <a:spLocks noGrp="1"/>
          </p:cNvSpPr>
          <p:nvPr>
            <p:ph type="body" sz="quarter" idx="52" hasCustomPrompt="1"/>
          </p:nvPr>
        </p:nvSpPr>
        <p:spPr>
          <a:xfrm>
            <a:off x="3284438"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4" name="Marcador de texto 4">
            <a:extLst>
              <a:ext uri="{FF2B5EF4-FFF2-40B4-BE49-F238E27FC236}">
                <a16:creationId xmlns:a16="http://schemas.microsoft.com/office/drawing/2014/main" id="{32CBAE55-F53D-8E28-C585-11E7919BE23B}"/>
              </a:ext>
            </a:extLst>
          </p:cNvPr>
          <p:cNvSpPr>
            <a:spLocks noGrp="1"/>
          </p:cNvSpPr>
          <p:nvPr>
            <p:ph type="body" sz="quarter" idx="53" hasCustomPrompt="1"/>
          </p:nvPr>
        </p:nvSpPr>
        <p:spPr>
          <a:xfrm>
            <a:off x="3284436"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65" name="Marcador de texto 4">
            <a:extLst>
              <a:ext uri="{FF2B5EF4-FFF2-40B4-BE49-F238E27FC236}">
                <a16:creationId xmlns:a16="http://schemas.microsoft.com/office/drawing/2014/main" id="{F9AEA96D-EB98-D8C6-1FCE-82AF91966653}"/>
              </a:ext>
            </a:extLst>
          </p:cNvPr>
          <p:cNvSpPr>
            <a:spLocks noGrp="1"/>
          </p:cNvSpPr>
          <p:nvPr>
            <p:ph type="body" sz="quarter" idx="54" hasCustomPrompt="1"/>
          </p:nvPr>
        </p:nvSpPr>
        <p:spPr>
          <a:xfrm>
            <a:off x="6125961"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6" name="Marcador de texto 4">
            <a:extLst>
              <a:ext uri="{FF2B5EF4-FFF2-40B4-BE49-F238E27FC236}">
                <a16:creationId xmlns:a16="http://schemas.microsoft.com/office/drawing/2014/main" id="{30EDB900-05B1-FB9B-3D3A-FE16F730D5BF}"/>
              </a:ext>
            </a:extLst>
          </p:cNvPr>
          <p:cNvSpPr>
            <a:spLocks noGrp="1"/>
          </p:cNvSpPr>
          <p:nvPr>
            <p:ph type="body" sz="quarter" idx="55" hasCustomPrompt="1"/>
          </p:nvPr>
        </p:nvSpPr>
        <p:spPr>
          <a:xfrm>
            <a:off x="6125959"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67" name="Marcador de texto 4">
            <a:extLst>
              <a:ext uri="{FF2B5EF4-FFF2-40B4-BE49-F238E27FC236}">
                <a16:creationId xmlns:a16="http://schemas.microsoft.com/office/drawing/2014/main" id="{26FD56E4-4E1D-64B9-4803-46C18EEE3458}"/>
              </a:ext>
            </a:extLst>
          </p:cNvPr>
          <p:cNvSpPr>
            <a:spLocks noGrp="1"/>
          </p:cNvSpPr>
          <p:nvPr>
            <p:ph type="body" sz="quarter" idx="56" hasCustomPrompt="1"/>
          </p:nvPr>
        </p:nvSpPr>
        <p:spPr>
          <a:xfrm>
            <a:off x="8967483"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68" name="Marcador de texto 4">
            <a:extLst>
              <a:ext uri="{FF2B5EF4-FFF2-40B4-BE49-F238E27FC236}">
                <a16:creationId xmlns:a16="http://schemas.microsoft.com/office/drawing/2014/main" id="{13506BCD-9C77-64CF-72BD-843EE47B2212}"/>
              </a:ext>
            </a:extLst>
          </p:cNvPr>
          <p:cNvSpPr>
            <a:spLocks noGrp="1"/>
          </p:cNvSpPr>
          <p:nvPr>
            <p:ph type="body" sz="quarter" idx="57" hasCustomPrompt="1"/>
          </p:nvPr>
        </p:nvSpPr>
        <p:spPr>
          <a:xfrm>
            <a:off x="8967481"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2" name="Marcador de posición de imagen 4">
            <a:extLst>
              <a:ext uri="{FF2B5EF4-FFF2-40B4-BE49-F238E27FC236}">
                <a16:creationId xmlns:a16="http://schemas.microsoft.com/office/drawing/2014/main" id="{6A1618E5-6F04-BAD4-1A40-7D0D08F4E538}"/>
              </a:ext>
            </a:extLst>
          </p:cNvPr>
          <p:cNvSpPr>
            <a:spLocks noGrp="1"/>
          </p:cNvSpPr>
          <p:nvPr>
            <p:ph type="pic" sz="quarter" idx="42"/>
          </p:nvPr>
        </p:nvSpPr>
        <p:spPr>
          <a:xfrm>
            <a:off x="442914"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3" name="Marcador de posición de imagen 4">
            <a:extLst>
              <a:ext uri="{FF2B5EF4-FFF2-40B4-BE49-F238E27FC236}">
                <a16:creationId xmlns:a16="http://schemas.microsoft.com/office/drawing/2014/main" id="{CFCC8445-63D3-43F5-D093-6E01A376E7A6}"/>
              </a:ext>
            </a:extLst>
          </p:cNvPr>
          <p:cNvSpPr>
            <a:spLocks noGrp="1"/>
          </p:cNvSpPr>
          <p:nvPr>
            <p:ph type="pic" sz="quarter" idx="58"/>
          </p:nvPr>
        </p:nvSpPr>
        <p:spPr>
          <a:xfrm>
            <a:off x="3274605"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4" name="Marcador de posición de imagen 4">
            <a:extLst>
              <a:ext uri="{FF2B5EF4-FFF2-40B4-BE49-F238E27FC236}">
                <a16:creationId xmlns:a16="http://schemas.microsoft.com/office/drawing/2014/main" id="{23E3F772-6365-AFE6-5184-243A2EE6CD1E}"/>
              </a:ext>
            </a:extLst>
          </p:cNvPr>
          <p:cNvSpPr>
            <a:spLocks noGrp="1"/>
          </p:cNvSpPr>
          <p:nvPr>
            <p:ph type="pic" sz="quarter" idx="59"/>
          </p:nvPr>
        </p:nvSpPr>
        <p:spPr>
          <a:xfrm>
            <a:off x="6098921"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5" name="Marcador de posición de imagen 4">
            <a:extLst>
              <a:ext uri="{FF2B5EF4-FFF2-40B4-BE49-F238E27FC236}">
                <a16:creationId xmlns:a16="http://schemas.microsoft.com/office/drawing/2014/main" id="{2971FE7C-14EF-A982-29C5-EAA43B9FCB51}"/>
              </a:ext>
            </a:extLst>
          </p:cNvPr>
          <p:cNvSpPr>
            <a:spLocks noGrp="1"/>
          </p:cNvSpPr>
          <p:nvPr>
            <p:ph type="pic" sz="quarter" idx="60"/>
          </p:nvPr>
        </p:nvSpPr>
        <p:spPr>
          <a:xfrm>
            <a:off x="8974856"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6" name="object 9">
            <a:extLst>
              <a:ext uri="{FF2B5EF4-FFF2-40B4-BE49-F238E27FC236}">
                <a16:creationId xmlns:a16="http://schemas.microsoft.com/office/drawing/2014/main" id="{3A7792E5-6480-99FE-D029-2A3053F7349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79538395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apositiva 4 párrafos de texto e imagen 2">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2451749"/>
            <a:ext cx="2465385" cy="126935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8" name="Marcador de texto 4">
            <a:extLst>
              <a:ext uri="{FF2B5EF4-FFF2-40B4-BE49-F238E27FC236}">
                <a16:creationId xmlns:a16="http://schemas.microsoft.com/office/drawing/2014/main" id="{B93358EB-C919-8D7E-CB63-9F4D529363B6}"/>
              </a:ext>
            </a:extLst>
          </p:cNvPr>
          <p:cNvSpPr>
            <a:spLocks noGrp="1"/>
          </p:cNvSpPr>
          <p:nvPr>
            <p:ph type="body" sz="quarter" idx="52" hasCustomPrompt="1"/>
          </p:nvPr>
        </p:nvSpPr>
        <p:spPr>
          <a:xfrm>
            <a:off x="3283482" y="4369448"/>
            <a:ext cx="2465385" cy="128214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9" name="Marcador de texto 4">
            <a:extLst>
              <a:ext uri="{FF2B5EF4-FFF2-40B4-BE49-F238E27FC236}">
                <a16:creationId xmlns:a16="http://schemas.microsoft.com/office/drawing/2014/main" id="{53EEE9C9-9F47-CFEE-BF64-E46346395166}"/>
              </a:ext>
            </a:extLst>
          </p:cNvPr>
          <p:cNvSpPr>
            <a:spLocks noGrp="1"/>
          </p:cNvSpPr>
          <p:nvPr>
            <p:ph type="body" sz="quarter" idx="53" hasCustomPrompt="1"/>
          </p:nvPr>
        </p:nvSpPr>
        <p:spPr>
          <a:xfrm>
            <a:off x="3283480" y="40595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cxnSp>
        <p:nvCxnSpPr>
          <p:cNvPr id="24" name="Conector recto 23">
            <a:extLst>
              <a:ext uri="{FF2B5EF4-FFF2-40B4-BE49-F238E27FC236}">
                <a16:creationId xmlns:a16="http://schemas.microsoft.com/office/drawing/2014/main" id="{03FF3444-A61C-8564-02C6-8DC702F8C9CC}"/>
              </a:ext>
            </a:extLst>
          </p:cNvPr>
          <p:cNvCxnSpPr>
            <a:cxnSpLocks/>
          </p:cNvCxnSpPr>
          <p:nvPr/>
        </p:nvCxnSpPr>
        <p:spPr>
          <a:xfrm>
            <a:off x="427179"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5" name="Grupo 24">
            <a:extLst>
              <a:ext uri="{FF2B5EF4-FFF2-40B4-BE49-F238E27FC236}">
                <a16:creationId xmlns:a16="http://schemas.microsoft.com/office/drawing/2014/main" id="{97BAD30E-AE03-E91B-3FBD-E1F08B9BF4DE}"/>
              </a:ext>
            </a:extLst>
          </p:cNvPr>
          <p:cNvGrpSpPr/>
          <p:nvPr/>
        </p:nvGrpSpPr>
        <p:grpSpPr>
          <a:xfrm rot="5400000">
            <a:off x="1575842" y="3788562"/>
            <a:ext cx="183795" cy="183795"/>
            <a:chOff x="2103120" y="3131820"/>
            <a:chExt cx="182880" cy="182880"/>
          </a:xfrm>
          <a:solidFill>
            <a:schemeClr val="accent3"/>
          </a:solidFill>
        </p:grpSpPr>
        <p:sp>
          <p:nvSpPr>
            <p:cNvPr id="26" name="Elipse 25">
              <a:extLst>
                <a:ext uri="{FF2B5EF4-FFF2-40B4-BE49-F238E27FC236}">
                  <a16:creationId xmlns:a16="http://schemas.microsoft.com/office/drawing/2014/main" id="{CC4011B1-7BA6-76A1-2AF9-BFAF2ADF9D48}"/>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object 21">
              <a:extLst>
                <a:ext uri="{FF2B5EF4-FFF2-40B4-BE49-F238E27FC236}">
                  <a16:creationId xmlns:a16="http://schemas.microsoft.com/office/drawing/2014/main" id="{D3306548-9E5C-B5D5-6F6F-BAF32520A4DD}"/>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9" name="Marcador de posición de imagen 4">
            <a:extLst>
              <a:ext uri="{FF2B5EF4-FFF2-40B4-BE49-F238E27FC236}">
                <a16:creationId xmlns:a16="http://schemas.microsoft.com/office/drawing/2014/main" id="{EE89F001-4446-FBDB-86DE-DA5DFFA7439C}"/>
              </a:ext>
            </a:extLst>
          </p:cNvPr>
          <p:cNvSpPr>
            <a:spLocks noGrp="1"/>
          </p:cNvSpPr>
          <p:nvPr>
            <p:ph type="pic" sz="quarter" idx="42"/>
          </p:nvPr>
        </p:nvSpPr>
        <p:spPr>
          <a:xfrm>
            <a:off x="442914" y="4062612"/>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30" name="Marcador de posición de imagen 4">
            <a:extLst>
              <a:ext uri="{FF2B5EF4-FFF2-40B4-BE49-F238E27FC236}">
                <a16:creationId xmlns:a16="http://schemas.microsoft.com/office/drawing/2014/main" id="{3D826F57-848A-9260-2E6C-C8DD02BFE3C7}"/>
              </a:ext>
            </a:extLst>
          </p:cNvPr>
          <p:cNvSpPr>
            <a:spLocks noGrp="1"/>
          </p:cNvSpPr>
          <p:nvPr>
            <p:ph type="pic" sz="quarter" idx="58"/>
          </p:nvPr>
        </p:nvSpPr>
        <p:spPr>
          <a:xfrm>
            <a:off x="3289353" y="2137947"/>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cxnSp>
        <p:nvCxnSpPr>
          <p:cNvPr id="31" name="Conector recto 30">
            <a:extLst>
              <a:ext uri="{FF2B5EF4-FFF2-40B4-BE49-F238E27FC236}">
                <a16:creationId xmlns:a16="http://schemas.microsoft.com/office/drawing/2014/main" id="{5731336C-25EA-8769-5DEC-D57FD3EAAD2D}"/>
              </a:ext>
            </a:extLst>
          </p:cNvPr>
          <p:cNvCxnSpPr>
            <a:cxnSpLocks/>
          </p:cNvCxnSpPr>
          <p:nvPr/>
        </p:nvCxnSpPr>
        <p:spPr>
          <a:xfrm>
            <a:off x="3295740"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2" name="Grupo 31">
            <a:extLst>
              <a:ext uri="{FF2B5EF4-FFF2-40B4-BE49-F238E27FC236}">
                <a16:creationId xmlns:a16="http://schemas.microsoft.com/office/drawing/2014/main" id="{6A2DCAD9-5AFD-93F7-8B24-39399CA95F77}"/>
              </a:ext>
            </a:extLst>
          </p:cNvPr>
          <p:cNvGrpSpPr/>
          <p:nvPr/>
        </p:nvGrpSpPr>
        <p:grpSpPr>
          <a:xfrm rot="5400000">
            <a:off x="4444403" y="3788562"/>
            <a:ext cx="183795" cy="183795"/>
            <a:chOff x="2103120" y="3131820"/>
            <a:chExt cx="182880" cy="182880"/>
          </a:xfrm>
          <a:solidFill>
            <a:schemeClr val="accent3"/>
          </a:solidFill>
        </p:grpSpPr>
        <p:sp>
          <p:nvSpPr>
            <p:cNvPr id="33" name="Elipse 32">
              <a:extLst>
                <a:ext uri="{FF2B5EF4-FFF2-40B4-BE49-F238E27FC236}">
                  <a16:creationId xmlns:a16="http://schemas.microsoft.com/office/drawing/2014/main" id="{B4C8E63C-C478-0A29-C417-1453D9B16B6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object 21">
              <a:extLst>
                <a:ext uri="{FF2B5EF4-FFF2-40B4-BE49-F238E27FC236}">
                  <a16:creationId xmlns:a16="http://schemas.microsoft.com/office/drawing/2014/main" id="{904A9DFC-5A83-034B-499A-0ABE002AA243}"/>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49" name="Marcador de texto 4">
            <a:extLst>
              <a:ext uri="{FF2B5EF4-FFF2-40B4-BE49-F238E27FC236}">
                <a16:creationId xmlns:a16="http://schemas.microsoft.com/office/drawing/2014/main" id="{988D6920-490A-08D7-A2D5-4C4AC73F4C89}"/>
              </a:ext>
            </a:extLst>
          </p:cNvPr>
          <p:cNvSpPr>
            <a:spLocks noGrp="1"/>
          </p:cNvSpPr>
          <p:nvPr>
            <p:ph type="body" sz="quarter" idx="59" hasCustomPrompt="1"/>
          </p:nvPr>
        </p:nvSpPr>
        <p:spPr>
          <a:xfrm>
            <a:off x="6121045" y="2451749"/>
            <a:ext cx="2465385" cy="126935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50" name="Marcador de texto 4">
            <a:extLst>
              <a:ext uri="{FF2B5EF4-FFF2-40B4-BE49-F238E27FC236}">
                <a16:creationId xmlns:a16="http://schemas.microsoft.com/office/drawing/2014/main" id="{10F5B170-AC98-054E-B859-0C7739C0C899}"/>
              </a:ext>
            </a:extLst>
          </p:cNvPr>
          <p:cNvSpPr>
            <a:spLocks noGrp="1"/>
          </p:cNvSpPr>
          <p:nvPr>
            <p:ph type="body" sz="quarter" idx="60" hasCustomPrompt="1"/>
          </p:nvPr>
        </p:nvSpPr>
        <p:spPr>
          <a:xfrm>
            <a:off x="612104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sp>
        <p:nvSpPr>
          <p:cNvPr id="51" name="Marcador de texto 4">
            <a:extLst>
              <a:ext uri="{FF2B5EF4-FFF2-40B4-BE49-F238E27FC236}">
                <a16:creationId xmlns:a16="http://schemas.microsoft.com/office/drawing/2014/main" id="{DC7F0FCD-E9B1-37D5-9B34-4BFD70C96C8D}"/>
              </a:ext>
            </a:extLst>
          </p:cNvPr>
          <p:cNvSpPr>
            <a:spLocks noGrp="1"/>
          </p:cNvSpPr>
          <p:nvPr>
            <p:ph type="body" sz="quarter" idx="61" hasCustomPrompt="1"/>
          </p:nvPr>
        </p:nvSpPr>
        <p:spPr>
          <a:xfrm>
            <a:off x="8961612" y="4369448"/>
            <a:ext cx="2465385" cy="128214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52" name="Marcador de texto 4">
            <a:extLst>
              <a:ext uri="{FF2B5EF4-FFF2-40B4-BE49-F238E27FC236}">
                <a16:creationId xmlns:a16="http://schemas.microsoft.com/office/drawing/2014/main" id="{FCF05967-4B1E-B537-F4D3-8A65261DADB9}"/>
              </a:ext>
            </a:extLst>
          </p:cNvPr>
          <p:cNvSpPr>
            <a:spLocks noGrp="1"/>
          </p:cNvSpPr>
          <p:nvPr>
            <p:ph type="body" sz="quarter" idx="62" hasCustomPrompt="1"/>
          </p:nvPr>
        </p:nvSpPr>
        <p:spPr>
          <a:xfrm>
            <a:off x="8961610" y="40595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de párrafo</a:t>
            </a:r>
          </a:p>
        </p:txBody>
      </p:sp>
      <p:cxnSp>
        <p:nvCxnSpPr>
          <p:cNvPr id="53" name="Conector recto 52">
            <a:extLst>
              <a:ext uri="{FF2B5EF4-FFF2-40B4-BE49-F238E27FC236}">
                <a16:creationId xmlns:a16="http://schemas.microsoft.com/office/drawing/2014/main" id="{875F6326-4D92-41D9-B9A5-254D02620795}"/>
              </a:ext>
            </a:extLst>
          </p:cNvPr>
          <p:cNvCxnSpPr>
            <a:cxnSpLocks/>
          </p:cNvCxnSpPr>
          <p:nvPr/>
        </p:nvCxnSpPr>
        <p:spPr>
          <a:xfrm>
            <a:off x="6105309"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54" name="Grupo 53">
            <a:extLst>
              <a:ext uri="{FF2B5EF4-FFF2-40B4-BE49-F238E27FC236}">
                <a16:creationId xmlns:a16="http://schemas.microsoft.com/office/drawing/2014/main" id="{BAAC05BF-DE5A-EAA1-3494-17DC881460D8}"/>
              </a:ext>
            </a:extLst>
          </p:cNvPr>
          <p:cNvGrpSpPr/>
          <p:nvPr/>
        </p:nvGrpSpPr>
        <p:grpSpPr>
          <a:xfrm rot="5400000">
            <a:off x="7253972" y="3788562"/>
            <a:ext cx="183795" cy="183795"/>
            <a:chOff x="2103120" y="3131820"/>
            <a:chExt cx="182880" cy="182880"/>
          </a:xfrm>
          <a:solidFill>
            <a:schemeClr val="accent3"/>
          </a:solidFill>
        </p:grpSpPr>
        <p:sp>
          <p:nvSpPr>
            <p:cNvPr id="55" name="Elipse 54">
              <a:extLst>
                <a:ext uri="{FF2B5EF4-FFF2-40B4-BE49-F238E27FC236}">
                  <a16:creationId xmlns:a16="http://schemas.microsoft.com/office/drawing/2014/main" id="{8DD9BB87-7481-F40C-3357-8922693B7FB2}"/>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object 21">
              <a:extLst>
                <a:ext uri="{FF2B5EF4-FFF2-40B4-BE49-F238E27FC236}">
                  <a16:creationId xmlns:a16="http://schemas.microsoft.com/office/drawing/2014/main" id="{9E947DCF-B981-BB7D-9ADE-88958CED8370}"/>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57" name="Marcador de posición de imagen 4">
            <a:extLst>
              <a:ext uri="{FF2B5EF4-FFF2-40B4-BE49-F238E27FC236}">
                <a16:creationId xmlns:a16="http://schemas.microsoft.com/office/drawing/2014/main" id="{5038F0D2-142B-B786-EE9D-573D376C7BC1}"/>
              </a:ext>
            </a:extLst>
          </p:cNvPr>
          <p:cNvSpPr>
            <a:spLocks noGrp="1"/>
          </p:cNvSpPr>
          <p:nvPr>
            <p:ph type="pic" sz="quarter" idx="63"/>
          </p:nvPr>
        </p:nvSpPr>
        <p:spPr>
          <a:xfrm>
            <a:off x="6121044" y="4062612"/>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sp>
        <p:nvSpPr>
          <p:cNvPr id="58" name="Marcador de posición de imagen 4">
            <a:extLst>
              <a:ext uri="{FF2B5EF4-FFF2-40B4-BE49-F238E27FC236}">
                <a16:creationId xmlns:a16="http://schemas.microsoft.com/office/drawing/2014/main" id="{7E25E360-0BD1-0C03-BE72-C30F7B7E95DD}"/>
              </a:ext>
            </a:extLst>
          </p:cNvPr>
          <p:cNvSpPr>
            <a:spLocks noGrp="1"/>
          </p:cNvSpPr>
          <p:nvPr>
            <p:ph type="pic" sz="quarter" idx="64"/>
          </p:nvPr>
        </p:nvSpPr>
        <p:spPr>
          <a:xfrm>
            <a:off x="8967483" y="2137947"/>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p>
        </p:txBody>
      </p:sp>
      <p:cxnSp>
        <p:nvCxnSpPr>
          <p:cNvPr id="59" name="Conector recto 58">
            <a:extLst>
              <a:ext uri="{FF2B5EF4-FFF2-40B4-BE49-F238E27FC236}">
                <a16:creationId xmlns:a16="http://schemas.microsoft.com/office/drawing/2014/main" id="{C05A1AF4-8C40-C230-165B-56C39AFE3A1A}"/>
              </a:ext>
            </a:extLst>
          </p:cNvPr>
          <p:cNvCxnSpPr>
            <a:cxnSpLocks/>
          </p:cNvCxnSpPr>
          <p:nvPr/>
        </p:nvCxnSpPr>
        <p:spPr>
          <a:xfrm>
            <a:off x="8973870"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60" name="Grupo 59">
            <a:extLst>
              <a:ext uri="{FF2B5EF4-FFF2-40B4-BE49-F238E27FC236}">
                <a16:creationId xmlns:a16="http://schemas.microsoft.com/office/drawing/2014/main" id="{B05E4C48-AA3C-3075-A401-5219CF1469A3}"/>
              </a:ext>
            </a:extLst>
          </p:cNvPr>
          <p:cNvGrpSpPr/>
          <p:nvPr/>
        </p:nvGrpSpPr>
        <p:grpSpPr>
          <a:xfrm rot="5400000">
            <a:off x="10122533" y="3788562"/>
            <a:ext cx="183795" cy="183795"/>
            <a:chOff x="2103120" y="3131820"/>
            <a:chExt cx="182880" cy="182880"/>
          </a:xfrm>
          <a:solidFill>
            <a:schemeClr val="accent3"/>
          </a:solidFill>
        </p:grpSpPr>
        <p:sp>
          <p:nvSpPr>
            <p:cNvPr id="61" name="Elipse 60">
              <a:extLst>
                <a:ext uri="{FF2B5EF4-FFF2-40B4-BE49-F238E27FC236}">
                  <a16:creationId xmlns:a16="http://schemas.microsoft.com/office/drawing/2014/main" id="{2D9F7112-8D24-3FCB-E8EE-398C09D576C9}"/>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object 21">
              <a:extLst>
                <a:ext uri="{FF2B5EF4-FFF2-40B4-BE49-F238E27FC236}">
                  <a16:creationId xmlns:a16="http://schemas.microsoft.com/office/drawing/2014/main" id="{ADD83FF3-8FC2-AB5A-B332-4A144DBD32A4}"/>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 name="object 9">
            <a:extLst>
              <a:ext uri="{FF2B5EF4-FFF2-40B4-BE49-F238E27FC236}">
                <a16:creationId xmlns:a16="http://schemas.microsoft.com/office/drawing/2014/main" id="{C8C87E55-1053-09F2-0FE7-981AA0734C9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80349671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5 Textos">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2443488"/>
            <a:ext cx="1946910" cy="3315637"/>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2443488"/>
            <a:ext cx="1946910" cy="3315637"/>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310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9" name="Marcador de texto 4">
            <a:extLst>
              <a:ext uri="{FF2B5EF4-FFF2-40B4-BE49-F238E27FC236}">
                <a16:creationId xmlns:a16="http://schemas.microsoft.com/office/drawing/2014/main" id="{9D97341D-C7D0-793B-72A5-5B961A4564E3}"/>
              </a:ext>
            </a:extLst>
          </p:cNvPr>
          <p:cNvSpPr>
            <a:spLocks noGrp="1"/>
          </p:cNvSpPr>
          <p:nvPr>
            <p:ph type="body" sz="quarter" idx="54" hasCustomPrompt="1"/>
          </p:nvPr>
        </p:nvSpPr>
        <p:spPr>
          <a:xfrm>
            <a:off x="4941172" y="2443488"/>
            <a:ext cx="1946910" cy="3315637"/>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0" name="Marcador de texto 4">
            <a:extLst>
              <a:ext uri="{FF2B5EF4-FFF2-40B4-BE49-F238E27FC236}">
                <a16:creationId xmlns:a16="http://schemas.microsoft.com/office/drawing/2014/main" id="{F131B232-E55E-9421-8C3B-A6FF21EA31A4}"/>
              </a:ext>
            </a:extLst>
          </p:cNvPr>
          <p:cNvSpPr>
            <a:spLocks noGrp="1"/>
          </p:cNvSpPr>
          <p:nvPr>
            <p:ph type="body" sz="quarter" idx="55" hasCustomPrompt="1"/>
          </p:nvPr>
        </p:nvSpPr>
        <p:spPr>
          <a:xfrm>
            <a:off x="496329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1" name="Marcador de texto 4">
            <a:extLst>
              <a:ext uri="{FF2B5EF4-FFF2-40B4-BE49-F238E27FC236}">
                <a16:creationId xmlns:a16="http://schemas.microsoft.com/office/drawing/2014/main" id="{9C009D3D-A192-0518-5EDC-76B6E843C996}"/>
              </a:ext>
            </a:extLst>
          </p:cNvPr>
          <p:cNvSpPr>
            <a:spLocks noGrp="1"/>
          </p:cNvSpPr>
          <p:nvPr>
            <p:ph type="body" sz="quarter" idx="56" hasCustomPrompt="1"/>
          </p:nvPr>
        </p:nvSpPr>
        <p:spPr>
          <a:xfrm>
            <a:off x="7190300" y="2443488"/>
            <a:ext cx="1946910" cy="3315637"/>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2" name="Marcador de texto 4">
            <a:extLst>
              <a:ext uri="{FF2B5EF4-FFF2-40B4-BE49-F238E27FC236}">
                <a16:creationId xmlns:a16="http://schemas.microsoft.com/office/drawing/2014/main" id="{D5054331-B8F2-508B-5205-1C112EABAA72}"/>
              </a:ext>
            </a:extLst>
          </p:cNvPr>
          <p:cNvSpPr>
            <a:spLocks noGrp="1"/>
          </p:cNvSpPr>
          <p:nvPr>
            <p:ph type="body" sz="quarter" idx="57" hasCustomPrompt="1"/>
          </p:nvPr>
        </p:nvSpPr>
        <p:spPr>
          <a:xfrm>
            <a:off x="722348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3" name="Marcador de texto 4">
            <a:extLst>
              <a:ext uri="{FF2B5EF4-FFF2-40B4-BE49-F238E27FC236}">
                <a16:creationId xmlns:a16="http://schemas.microsoft.com/office/drawing/2014/main" id="{0D6047B4-6814-0F4F-7E9A-CE907EA62DA0}"/>
              </a:ext>
            </a:extLst>
          </p:cNvPr>
          <p:cNvSpPr>
            <a:spLocks noGrp="1"/>
          </p:cNvSpPr>
          <p:nvPr>
            <p:ph type="body" sz="quarter" idx="58" hasCustomPrompt="1"/>
          </p:nvPr>
        </p:nvSpPr>
        <p:spPr>
          <a:xfrm>
            <a:off x="9483674" y="2443488"/>
            <a:ext cx="1946910" cy="3315637"/>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4" name="Marcador de texto 4">
            <a:extLst>
              <a:ext uri="{FF2B5EF4-FFF2-40B4-BE49-F238E27FC236}">
                <a16:creationId xmlns:a16="http://schemas.microsoft.com/office/drawing/2014/main" id="{64D32550-0170-EB97-8EA5-1E7B202CC09E}"/>
              </a:ext>
            </a:extLst>
          </p:cNvPr>
          <p:cNvSpPr>
            <a:spLocks noGrp="1"/>
          </p:cNvSpPr>
          <p:nvPr>
            <p:ph type="body" sz="quarter" idx="59" hasCustomPrompt="1"/>
          </p:nvPr>
        </p:nvSpPr>
        <p:spPr>
          <a:xfrm>
            <a:off x="948367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5" name="object 9">
            <a:extLst>
              <a:ext uri="{FF2B5EF4-FFF2-40B4-BE49-F238E27FC236}">
                <a16:creationId xmlns:a16="http://schemas.microsoft.com/office/drawing/2014/main" id="{6B7F6BD6-DD91-CB3D-E64F-969BC6DC708F}"/>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653622057"/>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 Textos con imagen">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310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9" name="Marcador de texto 4">
            <a:extLst>
              <a:ext uri="{FF2B5EF4-FFF2-40B4-BE49-F238E27FC236}">
                <a16:creationId xmlns:a16="http://schemas.microsoft.com/office/drawing/2014/main" id="{9D97341D-C7D0-793B-72A5-5B961A4564E3}"/>
              </a:ext>
            </a:extLst>
          </p:cNvPr>
          <p:cNvSpPr>
            <a:spLocks noGrp="1"/>
          </p:cNvSpPr>
          <p:nvPr>
            <p:ph type="body" sz="quarter" idx="54" hasCustomPrompt="1"/>
          </p:nvPr>
        </p:nvSpPr>
        <p:spPr>
          <a:xfrm>
            <a:off x="4941172"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0" name="Marcador de texto 4">
            <a:extLst>
              <a:ext uri="{FF2B5EF4-FFF2-40B4-BE49-F238E27FC236}">
                <a16:creationId xmlns:a16="http://schemas.microsoft.com/office/drawing/2014/main" id="{F131B232-E55E-9421-8C3B-A6FF21EA31A4}"/>
              </a:ext>
            </a:extLst>
          </p:cNvPr>
          <p:cNvSpPr>
            <a:spLocks noGrp="1"/>
          </p:cNvSpPr>
          <p:nvPr>
            <p:ph type="body" sz="quarter" idx="55" hasCustomPrompt="1"/>
          </p:nvPr>
        </p:nvSpPr>
        <p:spPr>
          <a:xfrm>
            <a:off x="4941172"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1" name="Marcador de texto 4">
            <a:extLst>
              <a:ext uri="{FF2B5EF4-FFF2-40B4-BE49-F238E27FC236}">
                <a16:creationId xmlns:a16="http://schemas.microsoft.com/office/drawing/2014/main" id="{9C009D3D-A192-0518-5EDC-76B6E843C996}"/>
              </a:ext>
            </a:extLst>
          </p:cNvPr>
          <p:cNvSpPr>
            <a:spLocks noGrp="1"/>
          </p:cNvSpPr>
          <p:nvPr>
            <p:ph type="body" sz="quarter" idx="56" hasCustomPrompt="1"/>
          </p:nvPr>
        </p:nvSpPr>
        <p:spPr>
          <a:xfrm>
            <a:off x="7190300"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2" name="Marcador de texto 4">
            <a:extLst>
              <a:ext uri="{FF2B5EF4-FFF2-40B4-BE49-F238E27FC236}">
                <a16:creationId xmlns:a16="http://schemas.microsoft.com/office/drawing/2014/main" id="{D5054331-B8F2-508B-5205-1C112EABAA72}"/>
              </a:ext>
            </a:extLst>
          </p:cNvPr>
          <p:cNvSpPr>
            <a:spLocks noGrp="1"/>
          </p:cNvSpPr>
          <p:nvPr>
            <p:ph type="body" sz="quarter" idx="57" hasCustomPrompt="1"/>
          </p:nvPr>
        </p:nvSpPr>
        <p:spPr>
          <a:xfrm>
            <a:off x="7190300"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3" name="Marcador de texto 4">
            <a:extLst>
              <a:ext uri="{FF2B5EF4-FFF2-40B4-BE49-F238E27FC236}">
                <a16:creationId xmlns:a16="http://schemas.microsoft.com/office/drawing/2014/main" id="{0D6047B4-6814-0F4F-7E9A-CE907EA62DA0}"/>
              </a:ext>
            </a:extLst>
          </p:cNvPr>
          <p:cNvSpPr>
            <a:spLocks noGrp="1"/>
          </p:cNvSpPr>
          <p:nvPr>
            <p:ph type="body" sz="quarter" idx="58" hasCustomPrompt="1"/>
          </p:nvPr>
        </p:nvSpPr>
        <p:spPr>
          <a:xfrm>
            <a:off x="9483674"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4" name="Marcador de texto 4">
            <a:extLst>
              <a:ext uri="{FF2B5EF4-FFF2-40B4-BE49-F238E27FC236}">
                <a16:creationId xmlns:a16="http://schemas.microsoft.com/office/drawing/2014/main" id="{64D32550-0170-EB97-8EA5-1E7B202CC09E}"/>
              </a:ext>
            </a:extLst>
          </p:cNvPr>
          <p:cNvSpPr>
            <a:spLocks noGrp="1"/>
          </p:cNvSpPr>
          <p:nvPr>
            <p:ph type="body" sz="quarter" idx="59" hasCustomPrompt="1"/>
          </p:nvPr>
        </p:nvSpPr>
        <p:spPr>
          <a:xfrm>
            <a:off x="948367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5" name="Marcador de posición de imagen 4">
            <a:extLst>
              <a:ext uri="{FF2B5EF4-FFF2-40B4-BE49-F238E27FC236}">
                <a16:creationId xmlns:a16="http://schemas.microsoft.com/office/drawing/2014/main" id="{3CAB8914-0EF2-0E23-9BAA-B7BD8B441D8F}"/>
              </a:ext>
            </a:extLst>
          </p:cNvPr>
          <p:cNvSpPr>
            <a:spLocks noGrp="1"/>
          </p:cNvSpPr>
          <p:nvPr>
            <p:ph type="pic" sz="quarter" idx="60"/>
          </p:nvPr>
        </p:nvSpPr>
        <p:spPr>
          <a:xfrm>
            <a:off x="453976"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7" name="Marcador de posición de imagen 4">
            <a:extLst>
              <a:ext uri="{FF2B5EF4-FFF2-40B4-BE49-F238E27FC236}">
                <a16:creationId xmlns:a16="http://schemas.microsoft.com/office/drawing/2014/main" id="{D71646B0-F608-ED59-82AC-379DC270D805}"/>
              </a:ext>
            </a:extLst>
          </p:cNvPr>
          <p:cNvSpPr>
            <a:spLocks noGrp="1"/>
          </p:cNvSpPr>
          <p:nvPr>
            <p:ph type="pic" sz="quarter" idx="61"/>
          </p:nvPr>
        </p:nvSpPr>
        <p:spPr>
          <a:xfrm>
            <a:off x="268835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15" name="Marcador de posición de imagen 4">
            <a:extLst>
              <a:ext uri="{FF2B5EF4-FFF2-40B4-BE49-F238E27FC236}">
                <a16:creationId xmlns:a16="http://schemas.microsoft.com/office/drawing/2014/main" id="{CAD9905B-A468-06CE-8978-711E205DE008}"/>
              </a:ext>
            </a:extLst>
          </p:cNvPr>
          <p:cNvSpPr>
            <a:spLocks noGrp="1"/>
          </p:cNvSpPr>
          <p:nvPr>
            <p:ph type="pic" sz="quarter" idx="62"/>
          </p:nvPr>
        </p:nvSpPr>
        <p:spPr>
          <a:xfrm>
            <a:off x="493748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16" name="Marcador de posición de imagen 4">
            <a:extLst>
              <a:ext uri="{FF2B5EF4-FFF2-40B4-BE49-F238E27FC236}">
                <a16:creationId xmlns:a16="http://schemas.microsoft.com/office/drawing/2014/main" id="{B71095AE-1E97-E735-2479-48C2F53385ED}"/>
              </a:ext>
            </a:extLst>
          </p:cNvPr>
          <p:cNvSpPr>
            <a:spLocks noGrp="1"/>
          </p:cNvSpPr>
          <p:nvPr>
            <p:ph type="pic" sz="quarter" idx="63"/>
          </p:nvPr>
        </p:nvSpPr>
        <p:spPr>
          <a:xfrm>
            <a:off x="717186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17" name="Marcador de posición de imagen 4">
            <a:extLst>
              <a:ext uri="{FF2B5EF4-FFF2-40B4-BE49-F238E27FC236}">
                <a16:creationId xmlns:a16="http://schemas.microsoft.com/office/drawing/2014/main" id="{C13F77A1-ECCE-BCAE-C5A2-E53A2B07B351}"/>
              </a:ext>
            </a:extLst>
          </p:cNvPr>
          <p:cNvSpPr>
            <a:spLocks noGrp="1"/>
          </p:cNvSpPr>
          <p:nvPr>
            <p:ph type="pic" sz="quarter" idx="64"/>
          </p:nvPr>
        </p:nvSpPr>
        <p:spPr>
          <a:xfrm>
            <a:off x="9472616"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18" name="object 9">
            <a:extLst>
              <a:ext uri="{FF2B5EF4-FFF2-40B4-BE49-F238E27FC236}">
                <a16:creationId xmlns:a16="http://schemas.microsoft.com/office/drawing/2014/main" id="{5D4AEE88-33AA-CFCB-2B16-DB5B7CECA15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4172253354"/>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5 Textos con imagen 2">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4500887"/>
            <a:ext cx="1946910" cy="1398348"/>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1260" y="4190998"/>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5" name="Marcador de posición de imagen 4">
            <a:extLst>
              <a:ext uri="{FF2B5EF4-FFF2-40B4-BE49-F238E27FC236}">
                <a16:creationId xmlns:a16="http://schemas.microsoft.com/office/drawing/2014/main" id="{E89AB406-2F5E-3B57-2E1A-E595E4545FD1}"/>
              </a:ext>
            </a:extLst>
          </p:cNvPr>
          <p:cNvSpPr>
            <a:spLocks noGrp="1"/>
          </p:cNvSpPr>
          <p:nvPr>
            <p:ph type="pic" sz="quarter" idx="42"/>
          </p:nvPr>
        </p:nvSpPr>
        <p:spPr>
          <a:xfrm>
            <a:off x="442914"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15" name="Marcador de posición de imagen 4">
            <a:extLst>
              <a:ext uri="{FF2B5EF4-FFF2-40B4-BE49-F238E27FC236}">
                <a16:creationId xmlns:a16="http://schemas.microsoft.com/office/drawing/2014/main" id="{4240CADC-3112-4952-0FD6-7E99D5696A22}"/>
              </a:ext>
            </a:extLst>
          </p:cNvPr>
          <p:cNvSpPr>
            <a:spLocks noGrp="1"/>
          </p:cNvSpPr>
          <p:nvPr>
            <p:ph type="pic" sz="quarter" idx="60"/>
          </p:nvPr>
        </p:nvSpPr>
        <p:spPr>
          <a:xfrm>
            <a:off x="2701260"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cxnSp>
        <p:nvCxnSpPr>
          <p:cNvPr id="16" name="Conector recto 15">
            <a:extLst>
              <a:ext uri="{FF2B5EF4-FFF2-40B4-BE49-F238E27FC236}">
                <a16:creationId xmlns:a16="http://schemas.microsoft.com/office/drawing/2014/main" id="{4D8F8246-F4A7-4DFA-BA9F-B0321E7F74E1}"/>
              </a:ext>
            </a:extLst>
          </p:cNvPr>
          <p:cNvCxnSpPr>
            <a:cxnSpLocks/>
          </p:cNvCxnSpPr>
          <p:nvPr/>
        </p:nvCxnSpPr>
        <p:spPr>
          <a:xfrm>
            <a:off x="442913"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7" name="Grupo 16">
            <a:extLst>
              <a:ext uri="{FF2B5EF4-FFF2-40B4-BE49-F238E27FC236}">
                <a16:creationId xmlns:a16="http://schemas.microsoft.com/office/drawing/2014/main" id="{0616E3BC-A058-7D3E-5857-461A2BD63534}"/>
              </a:ext>
            </a:extLst>
          </p:cNvPr>
          <p:cNvGrpSpPr/>
          <p:nvPr/>
        </p:nvGrpSpPr>
        <p:grpSpPr>
          <a:xfrm rot="5400000">
            <a:off x="1324471" y="3924519"/>
            <a:ext cx="183795" cy="183795"/>
            <a:chOff x="2103120" y="3131820"/>
            <a:chExt cx="182880" cy="182880"/>
          </a:xfrm>
          <a:solidFill>
            <a:schemeClr val="accent3"/>
          </a:solidFill>
        </p:grpSpPr>
        <p:sp>
          <p:nvSpPr>
            <p:cNvPr id="18" name="Elipse 17">
              <a:extLst>
                <a:ext uri="{FF2B5EF4-FFF2-40B4-BE49-F238E27FC236}">
                  <a16:creationId xmlns:a16="http://schemas.microsoft.com/office/drawing/2014/main" id="{1CB3EB1C-242A-D41A-9D2E-19A21BB431E1}"/>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object 21">
              <a:extLst>
                <a:ext uri="{FF2B5EF4-FFF2-40B4-BE49-F238E27FC236}">
                  <a16:creationId xmlns:a16="http://schemas.microsoft.com/office/drawing/2014/main" id="{A97E1CB6-69C6-68E2-C915-C0C0AD7B814E}"/>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23" name="Conector recto 22">
            <a:extLst>
              <a:ext uri="{FF2B5EF4-FFF2-40B4-BE49-F238E27FC236}">
                <a16:creationId xmlns:a16="http://schemas.microsoft.com/office/drawing/2014/main" id="{398C877F-EA11-2106-96DC-92BEFCC2B74F}"/>
              </a:ext>
            </a:extLst>
          </p:cNvPr>
          <p:cNvCxnSpPr>
            <a:cxnSpLocks/>
          </p:cNvCxnSpPr>
          <p:nvPr/>
        </p:nvCxnSpPr>
        <p:spPr>
          <a:xfrm>
            <a:off x="2677293"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4" name="Grupo 23">
            <a:extLst>
              <a:ext uri="{FF2B5EF4-FFF2-40B4-BE49-F238E27FC236}">
                <a16:creationId xmlns:a16="http://schemas.microsoft.com/office/drawing/2014/main" id="{FF1FFD12-396F-FB9E-52C0-F0DEC2A81289}"/>
              </a:ext>
            </a:extLst>
          </p:cNvPr>
          <p:cNvGrpSpPr/>
          <p:nvPr/>
        </p:nvGrpSpPr>
        <p:grpSpPr>
          <a:xfrm rot="16200000">
            <a:off x="3558851" y="3924519"/>
            <a:ext cx="183795" cy="183795"/>
            <a:chOff x="2103120" y="3131820"/>
            <a:chExt cx="182880" cy="182880"/>
          </a:xfrm>
          <a:solidFill>
            <a:schemeClr val="accent3"/>
          </a:solidFill>
        </p:grpSpPr>
        <p:sp>
          <p:nvSpPr>
            <p:cNvPr id="25" name="Elipse 24">
              <a:extLst>
                <a:ext uri="{FF2B5EF4-FFF2-40B4-BE49-F238E27FC236}">
                  <a16:creationId xmlns:a16="http://schemas.microsoft.com/office/drawing/2014/main" id="{06679CFC-C61C-DC41-2449-042A97111DC9}"/>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object 21">
              <a:extLst>
                <a:ext uri="{FF2B5EF4-FFF2-40B4-BE49-F238E27FC236}">
                  <a16:creationId xmlns:a16="http://schemas.microsoft.com/office/drawing/2014/main" id="{26C45C85-560C-5469-05F6-253EEE78E15F}"/>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7" name="Marcador de texto 4">
            <a:extLst>
              <a:ext uri="{FF2B5EF4-FFF2-40B4-BE49-F238E27FC236}">
                <a16:creationId xmlns:a16="http://schemas.microsoft.com/office/drawing/2014/main" id="{1F23610E-7FAD-2869-601E-1537682C7C1D}"/>
              </a:ext>
            </a:extLst>
          </p:cNvPr>
          <p:cNvSpPr>
            <a:spLocks noGrp="1"/>
          </p:cNvSpPr>
          <p:nvPr>
            <p:ph type="body" sz="quarter" idx="61" hasCustomPrompt="1"/>
          </p:nvPr>
        </p:nvSpPr>
        <p:spPr>
          <a:xfrm>
            <a:off x="4959608"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8" name="Marcador de texto 4">
            <a:extLst>
              <a:ext uri="{FF2B5EF4-FFF2-40B4-BE49-F238E27FC236}">
                <a16:creationId xmlns:a16="http://schemas.microsoft.com/office/drawing/2014/main" id="{FA82BA17-27E6-098D-CFA1-88E8DDC90AE5}"/>
              </a:ext>
            </a:extLst>
          </p:cNvPr>
          <p:cNvSpPr>
            <a:spLocks noGrp="1"/>
          </p:cNvSpPr>
          <p:nvPr>
            <p:ph type="body" sz="quarter" idx="62" hasCustomPrompt="1"/>
          </p:nvPr>
        </p:nvSpPr>
        <p:spPr>
          <a:xfrm>
            <a:off x="4959606"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29" name="Marcador de texto 4">
            <a:extLst>
              <a:ext uri="{FF2B5EF4-FFF2-40B4-BE49-F238E27FC236}">
                <a16:creationId xmlns:a16="http://schemas.microsoft.com/office/drawing/2014/main" id="{68658030-79D3-585D-0A2D-F7E5BAD4BE3F}"/>
              </a:ext>
            </a:extLst>
          </p:cNvPr>
          <p:cNvSpPr>
            <a:spLocks noGrp="1"/>
          </p:cNvSpPr>
          <p:nvPr>
            <p:ph type="body" sz="quarter" idx="63" hasCustomPrompt="1"/>
          </p:nvPr>
        </p:nvSpPr>
        <p:spPr>
          <a:xfrm>
            <a:off x="7190301" y="4500887"/>
            <a:ext cx="1946910" cy="1398348"/>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30" name="Marcador de texto 4">
            <a:extLst>
              <a:ext uri="{FF2B5EF4-FFF2-40B4-BE49-F238E27FC236}">
                <a16:creationId xmlns:a16="http://schemas.microsoft.com/office/drawing/2014/main" id="{688EB891-90C2-480E-D845-86022E2DAB1A}"/>
              </a:ext>
            </a:extLst>
          </p:cNvPr>
          <p:cNvSpPr>
            <a:spLocks noGrp="1"/>
          </p:cNvSpPr>
          <p:nvPr>
            <p:ph type="body" sz="quarter" idx="64" hasCustomPrompt="1"/>
          </p:nvPr>
        </p:nvSpPr>
        <p:spPr>
          <a:xfrm>
            <a:off x="7217953" y="4190998"/>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31" name="Marcador de posición de imagen 4">
            <a:extLst>
              <a:ext uri="{FF2B5EF4-FFF2-40B4-BE49-F238E27FC236}">
                <a16:creationId xmlns:a16="http://schemas.microsoft.com/office/drawing/2014/main" id="{4ABD8147-F782-B3D7-275E-E4E2B036EA96}"/>
              </a:ext>
            </a:extLst>
          </p:cNvPr>
          <p:cNvSpPr>
            <a:spLocks noGrp="1"/>
          </p:cNvSpPr>
          <p:nvPr>
            <p:ph type="pic" sz="quarter" idx="65"/>
          </p:nvPr>
        </p:nvSpPr>
        <p:spPr>
          <a:xfrm>
            <a:off x="4959607"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sp>
        <p:nvSpPr>
          <p:cNvPr id="32" name="Marcador de posición de imagen 4">
            <a:extLst>
              <a:ext uri="{FF2B5EF4-FFF2-40B4-BE49-F238E27FC236}">
                <a16:creationId xmlns:a16="http://schemas.microsoft.com/office/drawing/2014/main" id="{1202389D-0181-3F48-044A-8261751F5270}"/>
              </a:ext>
            </a:extLst>
          </p:cNvPr>
          <p:cNvSpPr>
            <a:spLocks noGrp="1"/>
          </p:cNvSpPr>
          <p:nvPr>
            <p:ph type="pic" sz="quarter" idx="66"/>
          </p:nvPr>
        </p:nvSpPr>
        <p:spPr>
          <a:xfrm>
            <a:off x="7217953"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cxnSp>
        <p:nvCxnSpPr>
          <p:cNvPr id="33" name="Conector recto 32">
            <a:extLst>
              <a:ext uri="{FF2B5EF4-FFF2-40B4-BE49-F238E27FC236}">
                <a16:creationId xmlns:a16="http://schemas.microsoft.com/office/drawing/2014/main" id="{CB1EE8BD-3524-584D-789A-A1FF3BD2EA77}"/>
              </a:ext>
            </a:extLst>
          </p:cNvPr>
          <p:cNvCxnSpPr>
            <a:cxnSpLocks/>
          </p:cNvCxnSpPr>
          <p:nvPr/>
        </p:nvCxnSpPr>
        <p:spPr>
          <a:xfrm>
            <a:off x="4941171"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4" name="Grupo 33">
            <a:extLst>
              <a:ext uri="{FF2B5EF4-FFF2-40B4-BE49-F238E27FC236}">
                <a16:creationId xmlns:a16="http://schemas.microsoft.com/office/drawing/2014/main" id="{FE2DD44D-DD94-D0E2-3C2C-BD578D30B400}"/>
              </a:ext>
            </a:extLst>
          </p:cNvPr>
          <p:cNvGrpSpPr/>
          <p:nvPr/>
        </p:nvGrpSpPr>
        <p:grpSpPr>
          <a:xfrm rot="5400000">
            <a:off x="5822729" y="3924519"/>
            <a:ext cx="183795" cy="183795"/>
            <a:chOff x="2103120" y="3131820"/>
            <a:chExt cx="182880" cy="182880"/>
          </a:xfrm>
          <a:solidFill>
            <a:schemeClr val="accent3"/>
          </a:solidFill>
        </p:grpSpPr>
        <p:sp>
          <p:nvSpPr>
            <p:cNvPr id="35" name="Elipse 34">
              <a:extLst>
                <a:ext uri="{FF2B5EF4-FFF2-40B4-BE49-F238E27FC236}">
                  <a16:creationId xmlns:a16="http://schemas.microsoft.com/office/drawing/2014/main" id="{F8792E93-4202-0365-0540-92C616B79E5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object 21">
              <a:extLst>
                <a:ext uri="{FF2B5EF4-FFF2-40B4-BE49-F238E27FC236}">
                  <a16:creationId xmlns:a16="http://schemas.microsoft.com/office/drawing/2014/main" id="{CECDA316-981A-EC02-1003-82CD8AEB3C5B}"/>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37" name="Conector recto 36">
            <a:extLst>
              <a:ext uri="{FF2B5EF4-FFF2-40B4-BE49-F238E27FC236}">
                <a16:creationId xmlns:a16="http://schemas.microsoft.com/office/drawing/2014/main" id="{69EDC75B-4B85-D945-5461-BE4475FF7D12}"/>
              </a:ext>
            </a:extLst>
          </p:cNvPr>
          <p:cNvCxnSpPr>
            <a:cxnSpLocks/>
          </p:cNvCxnSpPr>
          <p:nvPr/>
        </p:nvCxnSpPr>
        <p:spPr>
          <a:xfrm>
            <a:off x="7175551"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051AA1D8-EA36-280F-CF33-D62B93C81D6B}"/>
              </a:ext>
            </a:extLst>
          </p:cNvPr>
          <p:cNvGrpSpPr/>
          <p:nvPr/>
        </p:nvGrpSpPr>
        <p:grpSpPr>
          <a:xfrm rot="16200000">
            <a:off x="8057109" y="3924519"/>
            <a:ext cx="183795" cy="183795"/>
            <a:chOff x="2103120" y="3131820"/>
            <a:chExt cx="182880" cy="182880"/>
          </a:xfrm>
          <a:solidFill>
            <a:schemeClr val="accent3"/>
          </a:solidFill>
        </p:grpSpPr>
        <p:sp>
          <p:nvSpPr>
            <p:cNvPr id="39" name="Elipse 38">
              <a:extLst>
                <a:ext uri="{FF2B5EF4-FFF2-40B4-BE49-F238E27FC236}">
                  <a16:creationId xmlns:a16="http://schemas.microsoft.com/office/drawing/2014/main" id="{33E52A0F-7238-A5E5-4594-64A8C53B1C3B}"/>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object 21">
              <a:extLst>
                <a:ext uri="{FF2B5EF4-FFF2-40B4-BE49-F238E27FC236}">
                  <a16:creationId xmlns:a16="http://schemas.microsoft.com/office/drawing/2014/main" id="{34C612A8-151D-488B-617A-C2A372576159}"/>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41" name="Marcador de texto 4">
            <a:extLst>
              <a:ext uri="{FF2B5EF4-FFF2-40B4-BE49-F238E27FC236}">
                <a16:creationId xmlns:a16="http://schemas.microsoft.com/office/drawing/2014/main" id="{01A5D6AC-5817-8663-A23F-E92CCC913B8B}"/>
              </a:ext>
            </a:extLst>
          </p:cNvPr>
          <p:cNvSpPr>
            <a:spLocks noGrp="1"/>
          </p:cNvSpPr>
          <p:nvPr>
            <p:ph type="body" sz="quarter" idx="67" hasCustomPrompt="1"/>
          </p:nvPr>
        </p:nvSpPr>
        <p:spPr>
          <a:xfrm>
            <a:off x="9476301"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42" name="Marcador de texto 4">
            <a:extLst>
              <a:ext uri="{FF2B5EF4-FFF2-40B4-BE49-F238E27FC236}">
                <a16:creationId xmlns:a16="http://schemas.microsoft.com/office/drawing/2014/main" id="{18B5728E-6CFB-9EDF-31F6-483939501EAA}"/>
              </a:ext>
            </a:extLst>
          </p:cNvPr>
          <p:cNvSpPr>
            <a:spLocks noGrp="1"/>
          </p:cNvSpPr>
          <p:nvPr>
            <p:ph type="body" sz="quarter" idx="68" hasCustomPrompt="1"/>
          </p:nvPr>
        </p:nvSpPr>
        <p:spPr>
          <a:xfrm>
            <a:off x="9476300"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43" name="Marcador de posición de imagen 4">
            <a:extLst>
              <a:ext uri="{FF2B5EF4-FFF2-40B4-BE49-F238E27FC236}">
                <a16:creationId xmlns:a16="http://schemas.microsoft.com/office/drawing/2014/main" id="{F2A17E28-6C4A-B97F-42D5-C8CA4EB981F9}"/>
              </a:ext>
            </a:extLst>
          </p:cNvPr>
          <p:cNvSpPr>
            <a:spLocks noGrp="1"/>
          </p:cNvSpPr>
          <p:nvPr>
            <p:ph type="pic" sz="quarter" idx="69"/>
          </p:nvPr>
        </p:nvSpPr>
        <p:spPr>
          <a:xfrm>
            <a:off x="9476301"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r>
              <a:rPr lang="es-ES"/>
              <a:t>Haga clic en el icono para agregar una imagen</a:t>
            </a:r>
            <a:endParaRPr lang="es-ES" dirty="0"/>
          </a:p>
        </p:txBody>
      </p:sp>
      <p:cxnSp>
        <p:nvCxnSpPr>
          <p:cNvPr id="44" name="Conector recto 43">
            <a:extLst>
              <a:ext uri="{FF2B5EF4-FFF2-40B4-BE49-F238E27FC236}">
                <a16:creationId xmlns:a16="http://schemas.microsoft.com/office/drawing/2014/main" id="{65DC1C1C-FA24-AF09-1754-96F20A2B9936}"/>
              </a:ext>
            </a:extLst>
          </p:cNvPr>
          <p:cNvCxnSpPr>
            <a:cxnSpLocks/>
          </p:cNvCxnSpPr>
          <p:nvPr/>
        </p:nvCxnSpPr>
        <p:spPr>
          <a:xfrm>
            <a:off x="9476300"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5" name="Grupo 44">
            <a:extLst>
              <a:ext uri="{FF2B5EF4-FFF2-40B4-BE49-F238E27FC236}">
                <a16:creationId xmlns:a16="http://schemas.microsoft.com/office/drawing/2014/main" id="{F8704D83-0B05-CCC0-E8C1-8D7BBB79BBE4}"/>
              </a:ext>
            </a:extLst>
          </p:cNvPr>
          <p:cNvGrpSpPr/>
          <p:nvPr/>
        </p:nvGrpSpPr>
        <p:grpSpPr>
          <a:xfrm rot="5400000">
            <a:off x="10357858" y="3924519"/>
            <a:ext cx="183795" cy="183795"/>
            <a:chOff x="2103120" y="3131820"/>
            <a:chExt cx="182880" cy="182880"/>
          </a:xfrm>
          <a:solidFill>
            <a:schemeClr val="accent3"/>
          </a:solidFill>
        </p:grpSpPr>
        <p:sp>
          <p:nvSpPr>
            <p:cNvPr id="46" name="Elipse 45">
              <a:extLst>
                <a:ext uri="{FF2B5EF4-FFF2-40B4-BE49-F238E27FC236}">
                  <a16:creationId xmlns:a16="http://schemas.microsoft.com/office/drawing/2014/main" id="{83E959CA-3CB4-E2C6-41F8-585525010A7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object 21">
              <a:extLst>
                <a:ext uri="{FF2B5EF4-FFF2-40B4-BE49-F238E27FC236}">
                  <a16:creationId xmlns:a16="http://schemas.microsoft.com/office/drawing/2014/main" id="{5963B631-6B90-7F34-23F3-FE26F0E80682}"/>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4AB256B0-799A-553F-DB2F-BB7D8C9BFB3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725200339"/>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6 Textos">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30533" y="2451353"/>
            <a:ext cx="3008945" cy="113624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30530" y="2141465"/>
            <a:ext cx="3008945"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24" name="Marcador de texto 4">
            <a:extLst>
              <a:ext uri="{FF2B5EF4-FFF2-40B4-BE49-F238E27FC236}">
                <a16:creationId xmlns:a16="http://schemas.microsoft.com/office/drawing/2014/main" id="{A5E54CA9-9FF4-4D4C-8935-76F556EC4293}"/>
              </a:ext>
            </a:extLst>
          </p:cNvPr>
          <p:cNvSpPr>
            <a:spLocks noGrp="1"/>
          </p:cNvSpPr>
          <p:nvPr>
            <p:ph type="body" sz="quarter" idx="52" hasCustomPrompt="1"/>
          </p:nvPr>
        </p:nvSpPr>
        <p:spPr>
          <a:xfrm>
            <a:off x="4423413" y="2451353"/>
            <a:ext cx="3008945" cy="113624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5" name="Marcador de texto 4">
            <a:extLst>
              <a:ext uri="{FF2B5EF4-FFF2-40B4-BE49-F238E27FC236}">
                <a16:creationId xmlns:a16="http://schemas.microsoft.com/office/drawing/2014/main" id="{297E71B9-8675-40F2-A64B-6CF310075141}"/>
              </a:ext>
            </a:extLst>
          </p:cNvPr>
          <p:cNvSpPr>
            <a:spLocks noGrp="1"/>
          </p:cNvSpPr>
          <p:nvPr>
            <p:ph type="body" sz="quarter" idx="53" hasCustomPrompt="1"/>
          </p:nvPr>
        </p:nvSpPr>
        <p:spPr>
          <a:xfrm>
            <a:off x="4423410" y="2141465"/>
            <a:ext cx="3008945"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26" name="Marcador de texto 4">
            <a:extLst>
              <a:ext uri="{FF2B5EF4-FFF2-40B4-BE49-F238E27FC236}">
                <a16:creationId xmlns:a16="http://schemas.microsoft.com/office/drawing/2014/main" id="{D1AAA61F-67F6-4210-9E4C-08B0688ED9C5}"/>
              </a:ext>
            </a:extLst>
          </p:cNvPr>
          <p:cNvSpPr>
            <a:spLocks noGrp="1"/>
          </p:cNvSpPr>
          <p:nvPr>
            <p:ph type="body" sz="quarter" idx="54" hasCustomPrompt="1"/>
          </p:nvPr>
        </p:nvSpPr>
        <p:spPr>
          <a:xfrm>
            <a:off x="8416293" y="2451353"/>
            <a:ext cx="3008945" cy="113624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27" name="Marcador de texto 4">
            <a:extLst>
              <a:ext uri="{FF2B5EF4-FFF2-40B4-BE49-F238E27FC236}">
                <a16:creationId xmlns:a16="http://schemas.microsoft.com/office/drawing/2014/main" id="{2CACDDBE-E3FC-4D22-A808-A5B71A9505E9}"/>
              </a:ext>
            </a:extLst>
          </p:cNvPr>
          <p:cNvSpPr>
            <a:spLocks noGrp="1"/>
          </p:cNvSpPr>
          <p:nvPr>
            <p:ph type="body" sz="quarter" idx="55" hasCustomPrompt="1"/>
          </p:nvPr>
        </p:nvSpPr>
        <p:spPr>
          <a:xfrm>
            <a:off x="8416290" y="2141465"/>
            <a:ext cx="3008945"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0" name="Marcador de texto 4">
            <a:extLst>
              <a:ext uri="{FF2B5EF4-FFF2-40B4-BE49-F238E27FC236}">
                <a16:creationId xmlns:a16="http://schemas.microsoft.com/office/drawing/2014/main" id="{F9CF7978-9721-43A9-9A6E-683593D649FE}"/>
              </a:ext>
            </a:extLst>
          </p:cNvPr>
          <p:cNvSpPr>
            <a:spLocks noGrp="1"/>
          </p:cNvSpPr>
          <p:nvPr>
            <p:ph type="body" sz="quarter" idx="56" hasCustomPrompt="1"/>
          </p:nvPr>
        </p:nvSpPr>
        <p:spPr>
          <a:xfrm>
            <a:off x="430533" y="4174794"/>
            <a:ext cx="3008945" cy="113624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1" name="Marcador de texto 4">
            <a:extLst>
              <a:ext uri="{FF2B5EF4-FFF2-40B4-BE49-F238E27FC236}">
                <a16:creationId xmlns:a16="http://schemas.microsoft.com/office/drawing/2014/main" id="{A92C6E7E-1B9A-4B5B-8786-9427101847CB}"/>
              </a:ext>
            </a:extLst>
          </p:cNvPr>
          <p:cNvSpPr>
            <a:spLocks noGrp="1"/>
          </p:cNvSpPr>
          <p:nvPr>
            <p:ph type="body" sz="quarter" idx="57" hasCustomPrompt="1"/>
          </p:nvPr>
        </p:nvSpPr>
        <p:spPr>
          <a:xfrm>
            <a:off x="430530" y="3864906"/>
            <a:ext cx="3008945"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2" name="Marcador de texto 4">
            <a:extLst>
              <a:ext uri="{FF2B5EF4-FFF2-40B4-BE49-F238E27FC236}">
                <a16:creationId xmlns:a16="http://schemas.microsoft.com/office/drawing/2014/main" id="{9FA8B101-54B2-47F7-9319-DA50FABCBE5B}"/>
              </a:ext>
            </a:extLst>
          </p:cNvPr>
          <p:cNvSpPr>
            <a:spLocks noGrp="1"/>
          </p:cNvSpPr>
          <p:nvPr>
            <p:ph type="body" sz="quarter" idx="58" hasCustomPrompt="1"/>
          </p:nvPr>
        </p:nvSpPr>
        <p:spPr>
          <a:xfrm>
            <a:off x="4423413" y="4174794"/>
            <a:ext cx="3008945" cy="113624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3" name="Marcador de texto 4">
            <a:extLst>
              <a:ext uri="{FF2B5EF4-FFF2-40B4-BE49-F238E27FC236}">
                <a16:creationId xmlns:a16="http://schemas.microsoft.com/office/drawing/2014/main" id="{26537227-D7EB-4CCD-810A-72C09E92618C}"/>
              </a:ext>
            </a:extLst>
          </p:cNvPr>
          <p:cNvSpPr>
            <a:spLocks noGrp="1"/>
          </p:cNvSpPr>
          <p:nvPr>
            <p:ph type="body" sz="quarter" idx="59" hasCustomPrompt="1"/>
          </p:nvPr>
        </p:nvSpPr>
        <p:spPr>
          <a:xfrm>
            <a:off x="4423410" y="3864906"/>
            <a:ext cx="3008945"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sp>
        <p:nvSpPr>
          <p:cNvPr id="14" name="Marcador de texto 4">
            <a:extLst>
              <a:ext uri="{FF2B5EF4-FFF2-40B4-BE49-F238E27FC236}">
                <a16:creationId xmlns:a16="http://schemas.microsoft.com/office/drawing/2014/main" id="{79D245BF-7879-489A-BAB7-C9F6130998F5}"/>
              </a:ext>
            </a:extLst>
          </p:cNvPr>
          <p:cNvSpPr>
            <a:spLocks noGrp="1"/>
          </p:cNvSpPr>
          <p:nvPr>
            <p:ph type="body" sz="quarter" idx="60" hasCustomPrompt="1"/>
          </p:nvPr>
        </p:nvSpPr>
        <p:spPr>
          <a:xfrm>
            <a:off x="8416293" y="4174794"/>
            <a:ext cx="3008945" cy="113624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Haga clic para añadir texto</a:t>
            </a:r>
          </a:p>
        </p:txBody>
      </p:sp>
      <p:sp>
        <p:nvSpPr>
          <p:cNvPr id="15" name="Marcador de texto 4">
            <a:extLst>
              <a:ext uri="{FF2B5EF4-FFF2-40B4-BE49-F238E27FC236}">
                <a16:creationId xmlns:a16="http://schemas.microsoft.com/office/drawing/2014/main" id="{5AA661E4-FA7A-4915-AA9E-67B0BAD696B6}"/>
              </a:ext>
            </a:extLst>
          </p:cNvPr>
          <p:cNvSpPr>
            <a:spLocks noGrp="1"/>
          </p:cNvSpPr>
          <p:nvPr>
            <p:ph type="body" sz="quarter" idx="61" hasCustomPrompt="1"/>
          </p:nvPr>
        </p:nvSpPr>
        <p:spPr>
          <a:xfrm>
            <a:off x="8416290" y="3864906"/>
            <a:ext cx="3008945"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a:t>
            </a:r>
          </a:p>
        </p:txBody>
      </p:sp>
      <p:cxnSp>
        <p:nvCxnSpPr>
          <p:cNvPr id="2" name="Conector recto 1">
            <a:extLst>
              <a:ext uri="{FF2B5EF4-FFF2-40B4-BE49-F238E27FC236}">
                <a16:creationId xmlns:a16="http://schemas.microsoft.com/office/drawing/2014/main" id="{F1BD6522-BAE1-226D-0C62-7DB4CBA64978}"/>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DD46C36A-55F9-6E19-625F-5C8E8A95B3DB}"/>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18B6B0AB-ACB6-25E8-0938-F4F4FC93DA85}"/>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object 9">
            <a:extLst>
              <a:ext uri="{FF2B5EF4-FFF2-40B4-BE49-F238E27FC236}">
                <a16:creationId xmlns:a16="http://schemas.microsoft.com/office/drawing/2014/main" id="{DA898BDE-4CD3-B388-5CFF-B89527737C4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724757266"/>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Gráfico">
    <p:spTree>
      <p:nvGrpSpPr>
        <p:cNvPr id="1" name=""/>
        <p:cNvGrpSpPr/>
        <p:nvPr/>
      </p:nvGrpSpPr>
      <p:grpSpPr>
        <a:xfrm>
          <a:off x="0" y="0"/>
          <a:ext cx="0" cy="0"/>
          <a:chOff x="0" y="0"/>
          <a:chExt cx="0" cy="0"/>
        </a:xfrm>
      </p:grpSpPr>
      <p:sp>
        <p:nvSpPr>
          <p:cNvPr id="30" name="Marcador de texto 4">
            <a:extLst>
              <a:ext uri="{FF2B5EF4-FFF2-40B4-BE49-F238E27FC236}">
                <a16:creationId xmlns:a16="http://schemas.microsoft.com/office/drawing/2014/main" id="{936ADA27-CEDF-41C7-A48F-06DB2227D1FB}"/>
              </a:ext>
            </a:extLst>
          </p:cNvPr>
          <p:cNvSpPr>
            <a:spLocks noGrp="1"/>
          </p:cNvSpPr>
          <p:nvPr>
            <p:ph type="body" sz="quarter" idx="31" hasCustomPrompt="1"/>
          </p:nvPr>
        </p:nvSpPr>
        <p:spPr>
          <a:xfrm>
            <a:off x="446569" y="2117305"/>
            <a:ext cx="10990435"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20" name="Marcador de gráfico 3">
            <a:extLst>
              <a:ext uri="{FF2B5EF4-FFF2-40B4-BE49-F238E27FC236}">
                <a16:creationId xmlns:a16="http://schemas.microsoft.com/office/drawing/2014/main" id="{6C84E140-21FE-47BC-9BD8-48586AE28693}"/>
              </a:ext>
            </a:extLst>
          </p:cNvPr>
          <p:cNvSpPr>
            <a:spLocks noGrp="1"/>
          </p:cNvSpPr>
          <p:nvPr>
            <p:ph type="chart" sz="quarter" idx="65"/>
          </p:nvPr>
        </p:nvSpPr>
        <p:spPr>
          <a:xfrm>
            <a:off x="442915" y="2721076"/>
            <a:ext cx="10990435" cy="3038049"/>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21" name="Marcador de texto 4">
            <a:extLst>
              <a:ext uri="{FF2B5EF4-FFF2-40B4-BE49-F238E27FC236}">
                <a16:creationId xmlns:a16="http://schemas.microsoft.com/office/drawing/2014/main" id="{CB524C6F-854C-460E-B06B-DEA5F76FA890}"/>
              </a:ext>
            </a:extLst>
          </p:cNvPr>
          <p:cNvSpPr>
            <a:spLocks noGrp="1"/>
          </p:cNvSpPr>
          <p:nvPr>
            <p:ph type="body" sz="quarter" idx="66" hasCustomPrompt="1"/>
          </p:nvPr>
        </p:nvSpPr>
        <p:spPr>
          <a:xfrm>
            <a:off x="442915" y="2349500"/>
            <a:ext cx="10990435"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cxnSp>
        <p:nvCxnSpPr>
          <p:cNvPr id="2" name="Conector recto 1">
            <a:extLst>
              <a:ext uri="{FF2B5EF4-FFF2-40B4-BE49-F238E27FC236}">
                <a16:creationId xmlns:a16="http://schemas.microsoft.com/office/drawing/2014/main" id="{7669B45E-7972-88A9-40AE-C8F3558157C3}"/>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9AE73358-7D11-9052-7A5C-73D81ABBC311}"/>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7AB7218B-3352-CED5-8DFE-9D37263166BE}"/>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object 9">
            <a:extLst>
              <a:ext uri="{FF2B5EF4-FFF2-40B4-BE49-F238E27FC236}">
                <a16:creationId xmlns:a16="http://schemas.microsoft.com/office/drawing/2014/main" id="{7CC30B57-6903-BCF0-9B43-E695E109310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651459447"/>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 Gráficos">
    <p:spTree>
      <p:nvGrpSpPr>
        <p:cNvPr id="1" name=""/>
        <p:cNvGrpSpPr/>
        <p:nvPr/>
      </p:nvGrpSpPr>
      <p:grpSpPr>
        <a:xfrm>
          <a:off x="0" y="0"/>
          <a:ext cx="0" cy="0"/>
          <a:chOff x="0" y="0"/>
          <a:chExt cx="0" cy="0"/>
        </a:xfrm>
      </p:grpSpPr>
      <p:sp>
        <p:nvSpPr>
          <p:cNvPr id="20" name="Marcador de gráfico 3">
            <a:extLst>
              <a:ext uri="{FF2B5EF4-FFF2-40B4-BE49-F238E27FC236}">
                <a16:creationId xmlns:a16="http://schemas.microsoft.com/office/drawing/2014/main" id="{6C84E140-21FE-47BC-9BD8-48586AE28693}"/>
              </a:ext>
            </a:extLst>
          </p:cNvPr>
          <p:cNvSpPr>
            <a:spLocks noGrp="1"/>
          </p:cNvSpPr>
          <p:nvPr>
            <p:ph type="chart" sz="quarter" idx="65"/>
          </p:nvPr>
        </p:nvSpPr>
        <p:spPr>
          <a:xfrm>
            <a:off x="442916" y="2655952"/>
            <a:ext cx="5259386" cy="3188132"/>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4" name="Marcador de texto 4">
            <a:extLst>
              <a:ext uri="{FF2B5EF4-FFF2-40B4-BE49-F238E27FC236}">
                <a16:creationId xmlns:a16="http://schemas.microsoft.com/office/drawing/2014/main" id="{91A5C95F-C931-41D7-B684-67E170CFB625}"/>
              </a:ext>
            </a:extLst>
          </p:cNvPr>
          <p:cNvSpPr>
            <a:spLocks noGrp="1"/>
          </p:cNvSpPr>
          <p:nvPr>
            <p:ph type="body" sz="quarter" idx="31" hasCustomPrompt="1"/>
          </p:nvPr>
        </p:nvSpPr>
        <p:spPr>
          <a:xfrm>
            <a:off x="443072" y="2120085"/>
            <a:ext cx="5254949"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5" name="Marcador de texto 4">
            <a:extLst>
              <a:ext uri="{FF2B5EF4-FFF2-40B4-BE49-F238E27FC236}">
                <a16:creationId xmlns:a16="http://schemas.microsoft.com/office/drawing/2014/main" id="{D54BF0D6-C959-4A80-81E5-2F5FB320AE6F}"/>
              </a:ext>
            </a:extLst>
          </p:cNvPr>
          <p:cNvSpPr>
            <a:spLocks noGrp="1"/>
          </p:cNvSpPr>
          <p:nvPr>
            <p:ph type="body" sz="quarter" idx="66" hasCustomPrompt="1"/>
          </p:nvPr>
        </p:nvSpPr>
        <p:spPr>
          <a:xfrm>
            <a:off x="439418" y="2352280"/>
            <a:ext cx="5254949"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cxnSp>
        <p:nvCxnSpPr>
          <p:cNvPr id="2" name="Conector recto 1">
            <a:extLst>
              <a:ext uri="{FF2B5EF4-FFF2-40B4-BE49-F238E27FC236}">
                <a16:creationId xmlns:a16="http://schemas.microsoft.com/office/drawing/2014/main" id="{CED4F7BA-B9F1-EAFF-54AD-77E4F7E5747A}"/>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7B10A059-AAF5-9E33-DB68-115C108B555C}"/>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A03EBFC5-F0D0-75C5-18DC-962686D5245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Marcador de gráfico 3">
            <a:extLst>
              <a:ext uri="{FF2B5EF4-FFF2-40B4-BE49-F238E27FC236}">
                <a16:creationId xmlns:a16="http://schemas.microsoft.com/office/drawing/2014/main" id="{C31ED95D-AE06-C97C-A1ED-45E213C69E5E}"/>
              </a:ext>
            </a:extLst>
          </p:cNvPr>
          <p:cNvSpPr>
            <a:spLocks noGrp="1"/>
          </p:cNvSpPr>
          <p:nvPr>
            <p:ph type="chart" sz="quarter" idx="67"/>
          </p:nvPr>
        </p:nvSpPr>
        <p:spPr>
          <a:xfrm>
            <a:off x="6157913" y="2655952"/>
            <a:ext cx="5259386" cy="3188132"/>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6" name="Marcador de texto 4">
            <a:extLst>
              <a:ext uri="{FF2B5EF4-FFF2-40B4-BE49-F238E27FC236}">
                <a16:creationId xmlns:a16="http://schemas.microsoft.com/office/drawing/2014/main" id="{415542FA-AFDC-4EC2-FD5D-13309FBF54D0}"/>
              </a:ext>
            </a:extLst>
          </p:cNvPr>
          <p:cNvSpPr>
            <a:spLocks noGrp="1"/>
          </p:cNvSpPr>
          <p:nvPr>
            <p:ph type="body" sz="quarter" idx="68" hasCustomPrompt="1"/>
          </p:nvPr>
        </p:nvSpPr>
        <p:spPr>
          <a:xfrm>
            <a:off x="6158069" y="2120085"/>
            <a:ext cx="5254949"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7" name="Marcador de texto 4">
            <a:extLst>
              <a:ext uri="{FF2B5EF4-FFF2-40B4-BE49-F238E27FC236}">
                <a16:creationId xmlns:a16="http://schemas.microsoft.com/office/drawing/2014/main" id="{42D313B8-CCB5-F037-D7AB-8796BBE359F3}"/>
              </a:ext>
            </a:extLst>
          </p:cNvPr>
          <p:cNvSpPr>
            <a:spLocks noGrp="1"/>
          </p:cNvSpPr>
          <p:nvPr>
            <p:ph type="body" sz="quarter" idx="69" hasCustomPrompt="1"/>
          </p:nvPr>
        </p:nvSpPr>
        <p:spPr>
          <a:xfrm>
            <a:off x="6154415" y="2352280"/>
            <a:ext cx="5254949"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8" name="object 9">
            <a:extLst>
              <a:ext uri="{FF2B5EF4-FFF2-40B4-BE49-F238E27FC236}">
                <a16:creationId xmlns:a16="http://schemas.microsoft.com/office/drawing/2014/main" id="{0F9B9BC8-3716-4CA0-D92A-735C2563002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4079972397"/>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 Gráficos">
    <p:spTree>
      <p:nvGrpSpPr>
        <p:cNvPr id="1" name=""/>
        <p:cNvGrpSpPr/>
        <p:nvPr/>
      </p:nvGrpSpPr>
      <p:grpSpPr>
        <a:xfrm>
          <a:off x="0" y="0"/>
          <a:ext cx="0" cy="0"/>
          <a:chOff x="0" y="0"/>
          <a:chExt cx="0" cy="0"/>
        </a:xfrm>
      </p:grpSpPr>
      <p:sp>
        <p:nvSpPr>
          <p:cNvPr id="20" name="Marcador de gráfico 3">
            <a:extLst>
              <a:ext uri="{FF2B5EF4-FFF2-40B4-BE49-F238E27FC236}">
                <a16:creationId xmlns:a16="http://schemas.microsoft.com/office/drawing/2014/main" id="{6C84E140-21FE-47BC-9BD8-48586AE28693}"/>
              </a:ext>
            </a:extLst>
          </p:cNvPr>
          <p:cNvSpPr>
            <a:spLocks noGrp="1"/>
          </p:cNvSpPr>
          <p:nvPr>
            <p:ph type="chart" sz="quarter" idx="65"/>
          </p:nvPr>
        </p:nvSpPr>
        <p:spPr>
          <a:xfrm>
            <a:off x="442916" y="2717392"/>
            <a:ext cx="3421161" cy="3041733"/>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4" name="Marcador de texto 4">
            <a:extLst>
              <a:ext uri="{FF2B5EF4-FFF2-40B4-BE49-F238E27FC236}">
                <a16:creationId xmlns:a16="http://schemas.microsoft.com/office/drawing/2014/main" id="{91A5C95F-C931-41D7-B684-67E170CFB625}"/>
              </a:ext>
            </a:extLst>
          </p:cNvPr>
          <p:cNvSpPr>
            <a:spLocks noGrp="1"/>
          </p:cNvSpPr>
          <p:nvPr>
            <p:ph type="body" sz="quarter" idx="31" hasCustomPrompt="1"/>
          </p:nvPr>
        </p:nvSpPr>
        <p:spPr>
          <a:xfrm>
            <a:off x="449615" y="2150806"/>
            <a:ext cx="3418275"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5" name="Marcador de texto 4">
            <a:extLst>
              <a:ext uri="{FF2B5EF4-FFF2-40B4-BE49-F238E27FC236}">
                <a16:creationId xmlns:a16="http://schemas.microsoft.com/office/drawing/2014/main" id="{D54BF0D6-C959-4A80-81E5-2F5FB320AE6F}"/>
              </a:ext>
            </a:extLst>
          </p:cNvPr>
          <p:cNvSpPr>
            <a:spLocks noGrp="1"/>
          </p:cNvSpPr>
          <p:nvPr>
            <p:ph type="body" sz="quarter" idx="66" hasCustomPrompt="1"/>
          </p:nvPr>
        </p:nvSpPr>
        <p:spPr>
          <a:xfrm>
            <a:off x="445961" y="2383001"/>
            <a:ext cx="3418275"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cxnSp>
        <p:nvCxnSpPr>
          <p:cNvPr id="2" name="Conector recto 1">
            <a:extLst>
              <a:ext uri="{FF2B5EF4-FFF2-40B4-BE49-F238E27FC236}">
                <a16:creationId xmlns:a16="http://schemas.microsoft.com/office/drawing/2014/main" id="{8AA69BE8-01F7-5B97-00F7-1AEBAC97F048}"/>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0CF8F60F-EB23-6A1C-79D2-BDF1E313E921}"/>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C02E1F49-A2EF-E495-AA00-60A30DDAFE6B}"/>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2" name="Marcador de gráfico 3">
            <a:extLst>
              <a:ext uri="{FF2B5EF4-FFF2-40B4-BE49-F238E27FC236}">
                <a16:creationId xmlns:a16="http://schemas.microsoft.com/office/drawing/2014/main" id="{FA328758-44B2-02D9-CD96-E531AD1F07FA}"/>
              </a:ext>
            </a:extLst>
          </p:cNvPr>
          <p:cNvSpPr>
            <a:spLocks noGrp="1"/>
          </p:cNvSpPr>
          <p:nvPr>
            <p:ph type="chart" sz="quarter" idx="67"/>
          </p:nvPr>
        </p:nvSpPr>
        <p:spPr>
          <a:xfrm>
            <a:off x="4218503" y="2717392"/>
            <a:ext cx="3421161" cy="3041733"/>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6" name="Marcador de texto 4">
            <a:extLst>
              <a:ext uri="{FF2B5EF4-FFF2-40B4-BE49-F238E27FC236}">
                <a16:creationId xmlns:a16="http://schemas.microsoft.com/office/drawing/2014/main" id="{519CF7BF-7B36-4A82-F0EE-74B8CB8D831C}"/>
              </a:ext>
            </a:extLst>
          </p:cNvPr>
          <p:cNvSpPr>
            <a:spLocks noGrp="1"/>
          </p:cNvSpPr>
          <p:nvPr>
            <p:ph type="body" sz="quarter" idx="68" hasCustomPrompt="1"/>
          </p:nvPr>
        </p:nvSpPr>
        <p:spPr>
          <a:xfrm>
            <a:off x="4225202" y="2150806"/>
            <a:ext cx="3418275"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7" name="Marcador de texto 4">
            <a:extLst>
              <a:ext uri="{FF2B5EF4-FFF2-40B4-BE49-F238E27FC236}">
                <a16:creationId xmlns:a16="http://schemas.microsoft.com/office/drawing/2014/main" id="{388E9AB6-2E47-10AB-E234-6AEEAC8E80FE}"/>
              </a:ext>
            </a:extLst>
          </p:cNvPr>
          <p:cNvSpPr>
            <a:spLocks noGrp="1"/>
          </p:cNvSpPr>
          <p:nvPr>
            <p:ph type="body" sz="quarter" idx="69" hasCustomPrompt="1"/>
          </p:nvPr>
        </p:nvSpPr>
        <p:spPr>
          <a:xfrm>
            <a:off x="4221548" y="2383001"/>
            <a:ext cx="3418275"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18" name="Marcador de gráfico 3">
            <a:extLst>
              <a:ext uri="{FF2B5EF4-FFF2-40B4-BE49-F238E27FC236}">
                <a16:creationId xmlns:a16="http://schemas.microsoft.com/office/drawing/2014/main" id="{C81FAE99-28C7-E469-B126-DBF50C04E6E7}"/>
              </a:ext>
            </a:extLst>
          </p:cNvPr>
          <p:cNvSpPr>
            <a:spLocks noGrp="1"/>
          </p:cNvSpPr>
          <p:nvPr>
            <p:ph type="chart" sz="quarter" idx="70"/>
          </p:nvPr>
        </p:nvSpPr>
        <p:spPr>
          <a:xfrm>
            <a:off x="7994090" y="2717392"/>
            <a:ext cx="3421161" cy="3041733"/>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9" name="Marcador de texto 4">
            <a:extLst>
              <a:ext uri="{FF2B5EF4-FFF2-40B4-BE49-F238E27FC236}">
                <a16:creationId xmlns:a16="http://schemas.microsoft.com/office/drawing/2014/main" id="{8A1FED66-86CC-9389-DAAC-88D66AF6D242}"/>
              </a:ext>
            </a:extLst>
          </p:cNvPr>
          <p:cNvSpPr>
            <a:spLocks noGrp="1"/>
          </p:cNvSpPr>
          <p:nvPr>
            <p:ph type="body" sz="quarter" idx="71" hasCustomPrompt="1"/>
          </p:nvPr>
        </p:nvSpPr>
        <p:spPr>
          <a:xfrm>
            <a:off x="8000789" y="2150806"/>
            <a:ext cx="3418275"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21" name="Marcador de texto 4">
            <a:extLst>
              <a:ext uri="{FF2B5EF4-FFF2-40B4-BE49-F238E27FC236}">
                <a16:creationId xmlns:a16="http://schemas.microsoft.com/office/drawing/2014/main" id="{605CCF58-1BBB-09BD-AC50-275929CF417A}"/>
              </a:ext>
            </a:extLst>
          </p:cNvPr>
          <p:cNvSpPr>
            <a:spLocks noGrp="1"/>
          </p:cNvSpPr>
          <p:nvPr>
            <p:ph type="body" sz="quarter" idx="72" hasCustomPrompt="1"/>
          </p:nvPr>
        </p:nvSpPr>
        <p:spPr>
          <a:xfrm>
            <a:off x="7997135" y="2383001"/>
            <a:ext cx="3418275"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5" name="object 9">
            <a:extLst>
              <a:ext uri="{FF2B5EF4-FFF2-40B4-BE49-F238E27FC236}">
                <a16:creationId xmlns:a16="http://schemas.microsoft.com/office/drawing/2014/main" id="{7C06FA64-E68C-BEAB-5082-34883B2DC5A2}"/>
              </a:ext>
            </a:extLst>
          </p:cNvPr>
          <p:cNvSpPr txBox="1">
            <a:spLocks noGrp="1"/>
          </p:cNvSpPr>
          <p:nvPr>
            <p:ph type="sldNum" sz="quarter" idx="4"/>
          </p:nvPr>
        </p:nvSpPr>
        <p:spPr>
          <a:xfrm>
            <a:off x="11775946" y="646687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358317606"/>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 graficos 1 grande">
    <p:spTree>
      <p:nvGrpSpPr>
        <p:cNvPr id="1" name=""/>
        <p:cNvGrpSpPr/>
        <p:nvPr/>
      </p:nvGrpSpPr>
      <p:grpSpPr>
        <a:xfrm>
          <a:off x="0" y="0"/>
          <a:ext cx="0" cy="0"/>
          <a:chOff x="0" y="0"/>
          <a:chExt cx="0" cy="0"/>
        </a:xfrm>
      </p:grpSpPr>
      <p:sp>
        <p:nvSpPr>
          <p:cNvPr id="16" name="Marcador de gráfico 3">
            <a:extLst>
              <a:ext uri="{FF2B5EF4-FFF2-40B4-BE49-F238E27FC236}">
                <a16:creationId xmlns:a16="http://schemas.microsoft.com/office/drawing/2014/main" id="{A3C6F170-C4B2-4C33-B6E2-AFF0997A785E}"/>
              </a:ext>
            </a:extLst>
          </p:cNvPr>
          <p:cNvSpPr>
            <a:spLocks noGrp="1"/>
          </p:cNvSpPr>
          <p:nvPr>
            <p:ph type="chart" sz="quarter" idx="65"/>
          </p:nvPr>
        </p:nvSpPr>
        <p:spPr>
          <a:xfrm>
            <a:off x="446569" y="2671568"/>
            <a:ext cx="5251293" cy="1274353"/>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8" name="Marcador de texto 4">
            <a:extLst>
              <a:ext uri="{FF2B5EF4-FFF2-40B4-BE49-F238E27FC236}">
                <a16:creationId xmlns:a16="http://schemas.microsoft.com/office/drawing/2014/main" id="{46D3E3D1-894D-4B9F-AB65-2B96CBA30B52}"/>
              </a:ext>
            </a:extLst>
          </p:cNvPr>
          <p:cNvSpPr>
            <a:spLocks noGrp="1"/>
          </p:cNvSpPr>
          <p:nvPr>
            <p:ph type="body" sz="quarter" idx="31" hasCustomPrompt="1"/>
          </p:nvPr>
        </p:nvSpPr>
        <p:spPr>
          <a:xfrm>
            <a:off x="446567" y="2145392"/>
            <a:ext cx="5254949"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9" name="Marcador de texto 4">
            <a:extLst>
              <a:ext uri="{FF2B5EF4-FFF2-40B4-BE49-F238E27FC236}">
                <a16:creationId xmlns:a16="http://schemas.microsoft.com/office/drawing/2014/main" id="{F719246B-170B-42F1-88B2-179571732171}"/>
              </a:ext>
            </a:extLst>
          </p:cNvPr>
          <p:cNvSpPr>
            <a:spLocks noGrp="1"/>
          </p:cNvSpPr>
          <p:nvPr>
            <p:ph type="body" sz="quarter" idx="66" hasCustomPrompt="1"/>
          </p:nvPr>
        </p:nvSpPr>
        <p:spPr>
          <a:xfrm>
            <a:off x="442913" y="2377587"/>
            <a:ext cx="5254949"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30" name="Marcador de gráfico 3">
            <a:extLst>
              <a:ext uri="{FF2B5EF4-FFF2-40B4-BE49-F238E27FC236}">
                <a16:creationId xmlns:a16="http://schemas.microsoft.com/office/drawing/2014/main" id="{74D79743-258A-4D18-A2F1-8E6B195CFAA5}"/>
              </a:ext>
            </a:extLst>
          </p:cNvPr>
          <p:cNvSpPr>
            <a:spLocks noGrp="1"/>
          </p:cNvSpPr>
          <p:nvPr>
            <p:ph type="chart" sz="quarter" idx="71"/>
          </p:nvPr>
        </p:nvSpPr>
        <p:spPr>
          <a:xfrm>
            <a:off x="442913" y="4562676"/>
            <a:ext cx="10990438" cy="128140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31" name="Marcador de texto 4">
            <a:extLst>
              <a:ext uri="{FF2B5EF4-FFF2-40B4-BE49-F238E27FC236}">
                <a16:creationId xmlns:a16="http://schemas.microsoft.com/office/drawing/2014/main" id="{0050668F-5439-4FD3-85DE-DF4D2D20DBA9}"/>
              </a:ext>
            </a:extLst>
          </p:cNvPr>
          <p:cNvSpPr>
            <a:spLocks noGrp="1"/>
          </p:cNvSpPr>
          <p:nvPr>
            <p:ph type="body" sz="quarter" idx="72" hasCustomPrompt="1"/>
          </p:nvPr>
        </p:nvSpPr>
        <p:spPr>
          <a:xfrm>
            <a:off x="442913" y="4098291"/>
            <a:ext cx="1098116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32" name="Marcador de texto 4">
            <a:extLst>
              <a:ext uri="{FF2B5EF4-FFF2-40B4-BE49-F238E27FC236}">
                <a16:creationId xmlns:a16="http://schemas.microsoft.com/office/drawing/2014/main" id="{A277DEB0-4EBC-4710-9FCA-3B255F862842}"/>
              </a:ext>
            </a:extLst>
          </p:cNvPr>
          <p:cNvSpPr>
            <a:spLocks noGrp="1"/>
          </p:cNvSpPr>
          <p:nvPr>
            <p:ph type="body" sz="quarter" idx="73" hasCustomPrompt="1"/>
          </p:nvPr>
        </p:nvSpPr>
        <p:spPr>
          <a:xfrm>
            <a:off x="439259" y="4330486"/>
            <a:ext cx="1098116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cxnSp>
        <p:nvCxnSpPr>
          <p:cNvPr id="2" name="Conector recto 1">
            <a:extLst>
              <a:ext uri="{FF2B5EF4-FFF2-40B4-BE49-F238E27FC236}">
                <a16:creationId xmlns:a16="http://schemas.microsoft.com/office/drawing/2014/main" id="{A1F9C615-A799-D275-8676-079722445468}"/>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577F54-D936-40DA-CF8B-710142E4EDB3}"/>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F590F78B-5577-46F3-0B34-32E9EA8EE87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Marcador de gráfico 3">
            <a:extLst>
              <a:ext uri="{FF2B5EF4-FFF2-40B4-BE49-F238E27FC236}">
                <a16:creationId xmlns:a16="http://schemas.microsoft.com/office/drawing/2014/main" id="{40286337-2FCE-D4BA-34D9-9FCF3EAF3A61}"/>
              </a:ext>
            </a:extLst>
          </p:cNvPr>
          <p:cNvSpPr>
            <a:spLocks noGrp="1"/>
          </p:cNvSpPr>
          <p:nvPr>
            <p:ph type="chart" sz="quarter" idx="74"/>
          </p:nvPr>
        </p:nvSpPr>
        <p:spPr>
          <a:xfrm>
            <a:off x="6161569" y="2671568"/>
            <a:ext cx="5251293" cy="1274353"/>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6" name="Marcador de texto 4">
            <a:extLst>
              <a:ext uri="{FF2B5EF4-FFF2-40B4-BE49-F238E27FC236}">
                <a16:creationId xmlns:a16="http://schemas.microsoft.com/office/drawing/2014/main" id="{D8A5A561-4D58-D8BA-29E2-51CC52420152}"/>
              </a:ext>
            </a:extLst>
          </p:cNvPr>
          <p:cNvSpPr>
            <a:spLocks noGrp="1"/>
          </p:cNvSpPr>
          <p:nvPr>
            <p:ph type="body" sz="quarter" idx="75" hasCustomPrompt="1"/>
          </p:nvPr>
        </p:nvSpPr>
        <p:spPr>
          <a:xfrm>
            <a:off x="6161567" y="2145392"/>
            <a:ext cx="5254949"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7" name="Marcador de texto 4">
            <a:extLst>
              <a:ext uri="{FF2B5EF4-FFF2-40B4-BE49-F238E27FC236}">
                <a16:creationId xmlns:a16="http://schemas.microsoft.com/office/drawing/2014/main" id="{BD19DBCC-CC21-49F2-2BC2-55C82084D524}"/>
              </a:ext>
            </a:extLst>
          </p:cNvPr>
          <p:cNvSpPr>
            <a:spLocks noGrp="1"/>
          </p:cNvSpPr>
          <p:nvPr>
            <p:ph type="body" sz="quarter" idx="76" hasCustomPrompt="1"/>
          </p:nvPr>
        </p:nvSpPr>
        <p:spPr>
          <a:xfrm>
            <a:off x="6157913" y="2377587"/>
            <a:ext cx="5254949"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8" name="object 9">
            <a:extLst>
              <a:ext uri="{FF2B5EF4-FFF2-40B4-BE49-F238E27FC236}">
                <a16:creationId xmlns:a16="http://schemas.microsoft.com/office/drawing/2014/main" id="{EF47E733-DBE3-11B4-C098-A86784B96DA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2798606120"/>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4 Gráficos">
    <p:spTree>
      <p:nvGrpSpPr>
        <p:cNvPr id="1" name=""/>
        <p:cNvGrpSpPr/>
        <p:nvPr/>
      </p:nvGrpSpPr>
      <p:grpSpPr>
        <a:xfrm>
          <a:off x="0" y="0"/>
          <a:ext cx="0" cy="0"/>
          <a:chOff x="0" y="0"/>
          <a:chExt cx="0" cy="0"/>
        </a:xfrm>
      </p:grpSpPr>
      <p:sp>
        <p:nvSpPr>
          <p:cNvPr id="16" name="Marcador de gráfico 3">
            <a:extLst>
              <a:ext uri="{FF2B5EF4-FFF2-40B4-BE49-F238E27FC236}">
                <a16:creationId xmlns:a16="http://schemas.microsoft.com/office/drawing/2014/main" id="{A3C6F170-C4B2-4C33-B6E2-AFF0997A785E}"/>
              </a:ext>
            </a:extLst>
          </p:cNvPr>
          <p:cNvSpPr>
            <a:spLocks noGrp="1"/>
          </p:cNvSpPr>
          <p:nvPr>
            <p:ph type="chart" sz="quarter" idx="65"/>
          </p:nvPr>
        </p:nvSpPr>
        <p:spPr>
          <a:xfrm>
            <a:off x="442915" y="2664745"/>
            <a:ext cx="2543633" cy="2622551"/>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8" name="Marcador de texto 4">
            <a:extLst>
              <a:ext uri="{FF2B5EF4-FFF2-40B4-BE49-F238E27FC236}">
                <a16:creationId xmlns:a16="http://schemas.microsoft.com/office/drawing/2014/main" id="{46D3E3D1-894D-4B9F-AB65-2B96CBA30B52}"/>
              </a:ext>
            </a:extLst>
          </p:cNvPr>
          <p:cNvSpPr>
            <a:spLocks noGrp="1"/>
          </p:cNvSpPr>
          <p:nvPr>
            <p:ph type="body" sz="quarter" idx="31" hasCustomPrompt="1"/>
          </p:nvPr>
        </p:nvSpPr>
        <p:spPr>
          <a:xfrm>
            <a:off x="442913" y="2138570"/>
            <a:ext cx="2543633"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9" name="Marcador de texto 4">
            <a:extLst>
              <a:ext uri="{FF2B5EF4-FFF2-40B4-BE49-F238E27FC236}">
                <a16:creationId xmlns:a16="http://schemas.microsoft.com/office/drawing/2014/main" id="{F719246B-170B-42F1-88B2-179571732171}"/>
              </a:ext>
            </a:extLst>
          </p:cNvPr>
          <p:cNvSpPr>
            <a:spLocks noGrp="1"/>
          </p:cNvSpPr>
          <p:nvPr>
            <p:ph type="body" sz="quarter" idx="66" hasCustomPrompt="1"/>
          </p:nvPr>
        </p:nvSpPr>
        <p:spPr>
          <a:xfrm>
            <a:off x="439259" y="2370765"/>
            <a:ext cx="2543633"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cxnSp>
        <p:nvCxnSpPr>
          <p:cNvPr id="2" name="Conector recto 1">
            <a:extLst>
              <a:ext uri="{FF2B5EF4-FFF2-40B4-BE49-F238E27FC236}">
                <a16:creationId xmlns:a16="http://schemas.microsoft.com/office/drawing/2014/main" id="{851986CD-73C1-0B0C-2463-5F254F622015}"/>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8EE78CBB-2367-FE36-5272-23C01F76A919}"/>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49059495-45EF-7558-EDF8-BC8995A1A6FB}"/>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Marcador de gráfico 3">
            <a:extLst>
              <a:ext uri="{FF2B5EF4-FFF2-40B4-BE49-F238E27FC236}">
                <a16:creationId xmlns:a16="http://schemas.microsoft.com/office/drawing/2014/main" id="{08BF6F51-A0C4-60F9-148B-CDD2ECE1AD6C}"/>
              </a:ext>
            </a:extLst>
          </p:cNvPr>
          <p:cNvSpPr>
            <a:spLocks noGrp="1"/>
          </p:cNvSpPr>
          <p:nvPr>
            <p:ph type="chart" sz="quarter" idx="67"/>
          </p:nvPr>
        </p:nvSpPr>
        <p:spPr>
          <a:xfrm>
            <a:off x="3257399" y="2664745"/>
            <a:ext cx="2543633" cy="2622551"/>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6" name="Marcador de texto 4">
            <a:extLst>
              <a:ext uri="{FF2B5EF4-FFF2-40B4-BE49-F238E27FC236}">
                <a16:creationId xmlns:a16="http://schemas.microsoft.com/office/drawing/2014/main" id="{3E9837DF-9501-690B-A1B4-F61468A1B782}"/>
              </a:ext>
            </a:extLst>
          </p:cNvPr>
          <p:cNvSpPr>
            <a:spLocks noGrp="1"/>
          </p:cNvSpPr>
          <p:nvPr>
            <p:ph type="body" sz="quarter" idx="68" hasCustomPrompt="1"/>
          </p:nvPr>
        </p:nvSpPr>
        <p:spPr>
          <a:xfrm>
            <a:off x="3257397" y="2138570"/>
            <a:ext cx="2543633"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7" name="Marcador de texto 4">
            <a:extLst>
              <a:ext uri="{FF2B5EF4-FFF2-40B4-BE49-F238E27FC236}">
                <a16:creationId xmlns:a16="http://schemas.microsoft.com/office/drawing/2014/main" id="{142B5971-E8BA-C81F-0AC1-B80C9F161915}"/>
              </a:ext>
            </a:extLst>
          </p:cNvPr>
          <p:cNvSpPr>
            <a:spLocks noGrp="1"/>
          </p:cNvSpPr>
          <p:nvPr>
            <p:ph type="body" sz="quarter" idx="69" hasCustomPrompt="1"/>
          </p:nvPr>
        </p:nvSpPr>
        <p:spPr>
          <a:xfrm>
            <a:off x="3253743" y="2370765"/>
            <a:ext cx="2543633"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8" name="Marcador de gráfico 3">
            <a:extLst>
              <a:ext uri="{FF2B5EF4-FFF2-40B4-BE49-F238E27FC236}">
                <a16:creationId xmlns:a16="http://schemas.microsoft.com/office/drawing/2014/main" id="{5DDC0489-8B43-33ED-FD11-1167D352A019}"/>
              </a:ext>
            </a:extLst>
          </p:cNvPr>
          <p:cNvSpPr>
            <a:spLocks noGrp="1"/>
          </p:cNvSpPr>
          <p:nvPr>
            <p:ph type="chart" sz="quarter" idx="70"/>
          </p:nvPr>
        </p:nvSpPr>
        <p:spPr>
          <a:xfrm>
            <a:off x="6071883" y="2664745"/>
            <a:ext cx="2543633" cy="2622551"/>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9" name="Marcador de texto 4">
            <a:extLst>
              <a:ext uri="{FF2B5EF4-FFF2-40B4-BE49-F238E27FC236}">
                <a16:creationId xmlns:a16="http://schemas.microsoft.com/office/drawing/2014/main" id="{E59A5741-94CE-482A-7A1B-708AABA3983E}"/>
              </a:ext>
            </a:extLst>
          </p:cNvPr>
          <p:cNvSpPr>
            <a:spLocks noGrp="1"/>
          </p:cNvSpPr>
          <p:nvPr>
            <p:ph type="body" sz="quarter" idx="71" hasCustomPrompt="1"/>
          </p:nvPr>
        </p:nvSpPr>
        <p:spPr>
          <a:xfrm>
            <a:off x="6071881" y="2138570"/>
            <a:ext cx="2543633"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1" name="Marcador de texto 4">
            <a:extLst>
              <a:ext uri="{FF2B5EF4-FFF2-40B4-BE49-F238E27FC236}">
                <a16:creationId xmlns:a16="http://schemas.microsoft.com/office/drawing/2014/main" id="{E847A994-F691-CF6C-0C50-6E7E72725160}"/>
              </a:ext>
            </a:extLst>
          </p:cNvPr>
          <p:cNvSpPr>
            <a:spLocks noGrp="1"/>
          </p:cNvSpPr>
          <p:nvPr>
            <p:ph type="body" sz="quarter" idx="72" hasCustomPrompt="1"/>
          </p:nvPr>
        </p:nvSpPr>
        <p:spPr>
          <a:xfrm>
            <a:off x="6068227" y="2370765"/>
            <a:ext cx="2543633"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12" name="Marcador de gráfico 3">
            <a:extLst>
              <a:ext uri="{FF2B5EF4-FFF2-40B4-BE49-F238E27FC236}">
                <a16:creationId xmlns:a16="http://schemas.microsoft.com/office/drawing/2014/main" id="{68F20422-29D4-CCD4-737E-5793A605AB91}"/>
              </a:ext>
            </a:extLst>
          </p:cNvPr>
          <p:cNvSpPr>
            <a:spLocks noGrp="1"/>
          </p:cNvSpPr>
          <p:nvPr>
            <p:ph type="chart" sz="quarter" idx="73"/>
          </p:nvPr>
        </p:nvSpPr>
        <p:spPr>
          <a:xfrm>
            <a:off x="8886366" y="2664745"/>
            <a:ext cx="2543633" cy="2622551"/>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4" name="Marcador de texto 4">
            <a:extLst>
              <a:ext uri="{FF2B5EF4-FFF2-40B4-BE49-F238E27FC236}">
                <a16:creationId xmlns:a16="http://schemas.microsoft.com/office/drawing/2014/main" id="{A4067F37-C6A4-392A-83DB-69788D1EA412}"/>
              </a:ext>
            </a:extLst>
          </p:cNvPr>
          <p:cNvSpPr>
            <a:spLocks noGrp="1"/>
          </p:cNvSpPr>
          <p:nvPr>
            <p:ph type="body" sz="quarter" idx="74" hasCustomPrompt="1"/>
          </p:nvPr>
        </p:nvSpPr>
        <p:spPr>
          <a:xfrm>
            <a:off x="8886364" y="2138570"/>
            <a:ext cx="2543633"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5" name="Marcador de texto 4">
            <a:extLst>
              <a:ext uri="{FF2B5EF4-FFF2-40B4-BE49-F238E27FC236}">
                <a16:creationId xmlns:a16="http://schemas.microsoft.com/office/drawing/2014/main" id="{7EF4F6C1-8289-1467-C067-81B8A6E9FA34}"/>
              </a:ext>
            </a:extLst>
          </p:cNvPr>
          <p:cNvSpPr>
            <a:spLocks noGrp="1"/>
          </p:cNvSpPr>
          <p:nvPr>
            <p:ph type="body" sz="quarter" idx="75" hasCustomPrompt="1"/>
          </p:nvPr>
        </p:nvSpPr>
        <p:spPr>
          <a:xfrm>
            <a:off x="8882710" y="2370765"/>
            <a:ext cx="2543633"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10" name="object 9">
            <a:extLst>
              <a:ext uri="{FF2B5EF4-FFF2-40B4-BE49-F238E27FC236}">
                <a16:creationId xmlns:a16="http://schemas.microsoft.com/office/drawing/2014/main" id="{1161BB11-981F-E237-9680-27139936188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1066308367"/>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6 Graficos">
    <p:spTree>
      <p:nvGrpSpPr>
        <p:cNvPr id="1" name=""/>
        <p:cNvGrpSpPr/>
        <p:nvPr/>
      </p:nvGrpSpPr>
      <p:grpSpPr>
        <a:xfrm>
          <a:off x="0" y="0"/>
          <a:ext cx="0" cy="0"/>
          <a:chOff x="0" y="0"/>
          <a:chExt cx="0" cy="0"/>
        </a:xfrm>
      </p:grpSpPr>
      <p:sp>
        <p:nvSpPr>
          <p:cNvPr id="17" name="Marcador de gráfico 3">
            <a:extLst>
              <a:ext uri="{FF2B5EF4-FFF2-40B4-BE49-F238E27FC236}">
                <a16:creationId xmlns:a16="http://schemas.microsoft.com/office/drawing/2014/main" id="{1BBED300-AE1D-4522-B424-4DF461F52876}"/>
              </a:ext>
            </a:extLst>
          </p:cNvPr>
          <p:cNvSpPr>
            <a:spLocks noGrp="1"/>
          </p:cNvSpPr>
          <p:nvPr>
            <p:ph type="chart" sz="quarter" idx="65"/>
          </p:nvPr>
        </p:nvSpPr>
        <p:spPr>
          <a:xfrm>
            <a:off x="442917" y="2438565"/>
            <a:ext cx="3280664" cy="148952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20" name="Marcador de texto 4">
            <a:extLst>
              <a:ext uri="{FF2B5EF4-FFF2-40B4-BE49-F238E27FC236}">
                <a16:creationId xmlns:a16="http://schemas.microsoft.com/office/drawing/2014/main" id="{5D6713AF-077E-4E2D-A27C-D9619792B68E}"/>
              </a:ext>
            </a:extLst>
          </p:cNvPr>
          <p:cNvSpPr>
            <a:spLocks noGrp="1"/>
          </p:cNvSpPr>
          <p:nvPr>
            <p:ph type="body" sz="quarter" idx="31" hasCustomPrompt="1"/>
          </p:nvPr>
        </p:nvSpPr>
        <p:spPr>
          <a:xfrm>
            <a:off x="442916" y="1983715"/>
            <a:ext cx="327789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24" name="Marcador de texto 4">
            <a:extLst>
              <a:ext uri="{FF2B5EF4-FFF2-40B4-BE49-F238E27FC236}">
                <a16:creationId xmlns:a16="http://schemas.microsoft.com/office/drawing/2014/main" id="{85ABDA6C-835E-4042-8B67-F99F2D15D02D}"/>
              </a:ext>
            </a:extLst>
          </p:cNvPr>
          <p:cNvSpPr>
            <a:spLocks noGrp="1"/>
          </p:cNvSpPr>
          <p:nvPr>
            <p:ph type="body" sz="quarter" idx="66" hasCustomPrompt="1"/>
          </p:nvPr>
        </p:nvSpPr>
        <p:spPr>
          <a:xfrm>
            <a:off x="439262" y="2215910"/>
            <a:ext cx="327789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25" name="Marcador de gráfico 3">
            <a:extLst>
              <a:ext uri="{FF2B5EF4-FFF2-40B4-BE49-F238E27FC236}">
                <a16:creationId xmlns:a16="http://schemas.microsoft.com/office/drawing/2014/main" id="{F74077C6-A545-4B50-B95B-26A6F86B5B68}"/>
              </a:ext>
            </a:extLst>
          </p:cNvPr>
          <p:cNvSpPr>
            <a:spLocks noGrp="1"/>
          </p:cNvSpPr>
          <p:nvPr>
            <p:ph type="chart" sz="quarter" idx="67"/>
          </p:nvPr>
        </p:nvSpPr>
        <p:spPr>
          <a:xfrm>
            <a:off x="4297802" y="2438565"/>
            <a:ext cx="3280664" cy="148952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26" name="Marcador de texto 4">
            <a:extLst>
              <a:ext uri="{FF2B5EF4-FFF2-40B4-BE49-F238E27FC236}">
                <a16:creationId xmlns:a16="http://schemas.microsoft.com/office/drawing/2014/main" id="{9E6E83DC-32BD-49D0-A082-494B760DB463}"/>
              </a:ext>
            </a:extLst>
          </p:cNvPr>
          <p:cNvSpPr>
            <a:spLocks noGrp="1"/>
          </p:cNvSpPr>
          <p:nvPr>
            <p:ph type="body" sz="quarter" idx="68" hasCustomPrompt="1"/>
          </p:nvPr>
        </p:nvSpPr>
        <p:spPr>
          <a:xfrm>
            <a:off x="4297801" y="1983715"/>
            <a:ext cx="327789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27" name="Marcador de texto 4">
            <a:extLst>
              <a:ext uri="{FF2B5EF4-FFF2-40B4-BE49-F238E27FC236}">
                <a16:creationId xmlns:a16="http://schemas.microsoft.com/office/drawing/2014/main" id="{BE0BBE6B-A71A-481A-9330-42A564D0683E}"/>
              </a:ext>
            </a:extLst>
          </p:cNvPr>
          <p:cNvSpPr>
            <a:spLocks noGrp="1"/>
          </p:cNvSpPr>
          <p:nvPr>
            <p:ph type="body" sz="quarter" idx="69" hasCustomPrompt="1"/>
          </p:nvPr>
        </p:nvSpPr>
        <p:spPr>
          <a:xfrm>
            <a:off x="4294147" y="2215910"/>
            <a:ext cx="327789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28" name="Marcador de gráfico 3">
            <a:extLst>
              <a:ext uri="{FF2B5EF4-FFF2-40B4-BE49-F238E27FC236}">
                <a16:creationId xmlns:a16="http://schemas.microsoft.com/office/drawing/2014/main" id="{23FF60E0-6A6C-4713-91EC-79101DBEED65}"/>
              </a:ext>
            </a:extLst>
          </p:cNvPr>
          <p:cNvSpPr>
            <a:spLocks noGrp="1"/>
          </p:cNvSpPr>
          <p:nvPr>
            <p:ph type="chart" sz="quarter" idx="70"/>
          </p:nvPr>
        </p:nvSpPr>
        <p:spPr>
          <a:xfrm>
            <a:off x="8152687" y="2438565"/>
            <a:ext cx="3280664" cy="148952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29" name="Marcador de texto 4">
            <a:extLst>
              <a:ext uri="{FF2B5EF4-FFF2-40B4-BE49-F238E27FC236}">
                <a16:creationId xmlns:a16="http://schemas.microsoft.com/office/drawing/2014/main" id="{D64A3392-1A51-4783-B910-26BDD5D2062C}"/>
              </a:ext>
            </a:extLst>
          </p:cNvPr>
          <p:cNvSpPr>
            <a:spLocks noGrp="1"/>
          </p:cNvSpPr>
          <p:nvPr>
            <p:ph type="body" sz="quarter" idx="77" hasCustomPrompt="1"/>
          </p:nvPr>
        </p:nvSpPr>
        <p:spPr>
          <a:xfrm>
            <a:off x="8152686" y="1983715"/>
            <a:ext cx="327789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36" name="Marcador de texto 4">
            <a:extLst>
              <a:ext uri="{FF2B5EF4-FFF2-40B4-BE49-F238E27FC236}">
                <a16:creationId xmlns:a16="http://schemas.microsoft.com/office/drawing/2014/main" id="{4ACAD040-4D07-4AD7-B2EB-1925E983328F}"/>
              </a:ext>
            </a:extLst>
          </p:cNvPr>
          <p:cNvSpPr>
            <a:spLocks noGrp="1"/>
          </p:cNvSpPr>
          <p:nvPr>
            <p:ph type="body" sz="quarter" idx="78" hasCustomPrompt="1"/>
          </p:nvPr>
        </p:nvSpPr>
        <p:spPr>
          <a:xfrm>
            <a:off x="8149032" y="2215910"/>
            <a:ext cx="327789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cxnSp>
        <p:nvCxnSpPr>
          <p:cNvPr id="2" name="Conector recto 1">
            <a:extLst>
              <a:ext uri="{FF2B5EF4-FFF2-40B4-BE49-F238E27FC236}">
                <a16:creationId xmlns:a16="http://schemas.microsoft.com/office/drawing/2014/main" id="{694A2700-6DAE-ECAE-CFC2-32AD30232E13}"/>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D1639794-92C9-F8F1-5A04-F47A962B5B9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F2AC76B5-EC3A-7095-75E1-6A0BD99185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Marcador de gráfico 3">
            <a:extLst>
              <a:ext uri="{FF2B5EF4-FFF2-40B4-BE49-F238E27FC236}">
                <a16:creationId xmlns:a16="http://schemas.microsoft.com/office/drawing/2014/main" id="{6F0C39F4-C334-5C04-CFBC-484C71E412E8}"/>
              </a:ext>
            </a:extLst>
          </p:cNvPr>
          <p:cNvSpPr>
            <a:spLocks noGrp="1"/>
          </p:cNvSpPr>
          <p:nvPr>
            <p:ph type="chart" sz="quarter" idx="79"/>
          </p:nvPr>
        </p:nvSpPr>
        <p:spPr>
          <a:xfrm>
            <a:off x="442917" y="4451719"/>
            <a:ext cx="3280664" cy="148952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6" name="Marcador de texto 4">
            <a:extLst>
              <a:ext uri="{FF2B5EF4-FFF2-40B4-BE49-F238E27FC236}">
                <a16:creationId xmlns:a16="http://schemas.microsoft.com/office/drawing/2014/main" id="{812DE23E-F9D2-E033-902E-12E5108B489C}"/>
              </a:ext>
            </a:extLst>
          </p:cNvPr>
          <p:cNvSpPr>
            <a:spLocks noGrp="1"/>
          </p:cNvSpPr>
          <p:nvPr>
            <p:ph type="body" sz="quarter" idx="80" hasCustomPrompt="1"/>
          </p:nvPr>
        </p:nvSpPr>
        <p:spPr>
          <a:xfrm>
            <a:off x="442916" y="3996869"/>
            <a:ext cx="327789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7" name="Marcador de texto 4">
            <a:extLst>
              <a:ext uri="{FF2B5EF4-FFF2-40B4-BE49-F238E27FC236}">
                <a16:creationId xmlns:a16="http://schemas.microsoft.com/office/drawing/2014/main" id="{FE230547-02FC-CCE3-F757-5B9C5B9F12A5}"/>
              </a:ext>
            </a:extLst>
          </p:cNvPr>
          <p:cNvSpPr>
            <a:spLocks noGrp="1"/>
          </p:cNvSpPr>
          <p:nvPr>
            <p:ph type="body" sz="quarter" idx="81" hasCustomPrompt="1"/>
          </p:nvPr>
        </p:nvSpPr>
        <p:spPr>
          <a:xfrm>
            <a:off x="439262" y="4229064"/>
            <a:ext cx="327789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8" name="Marcador de gráfico 3">
            <a:extLst>
              <a:ext uri="{FF2B5EF4-FFF2-40B4-BE49-F238E27FC236}">
                <a16:creationId xmlns:a16="http://schemas.microsoft.com/office/drawing/2014/main" id="{0BD5D28C-3C0F-2084-7DEB-052CB7BEFD79}"/>
              </a:ext>
            </a:extLst>
          </p:cNvPr>
          <p:cNvSpPr>
            <a:spLocks noGrp="1"/>
          </p:cNvSpPr>
          <p:nvPr>
            <p:ph type="chart" sz="quarter" idx="82"/>
          </p:nvPr>
        </p:nvSpPr>
        <p:spPr>
          <a:xfrm>
            <a:off x="4297802" y="4451719"/>
            <a:ext cx="3280664" cy="148952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9" name="Marcador de texto 4">
            <a:extLst>
              <a:ext uri="{FF2B5EF4-FFF2-40B4-BE49-F238E27FC236}">
                <a16:creationId xmlns:a16="http://schemas.microsoft.com/office/drawing/2014/main" id="{78C45D16-B6E0-3578-0B24-34F75E27AB7F}"/>
              </a:ext>
            </a:extLst>
          </p:cNvPr>
          <p:cNvSpPr>
            <a:spLocks noGrp="1"/>
          </p:cNvSpPr>
          <p:nvPr>
            <p:ph type="body" sz="quarter" idx="83" hasCustomPrompt="1"/>
          </p:nvPr>
        </p:nvSpPr>
        <p:spPr>
          <a:xfrm>
            <a:off x="4297801" y="3996869"/>
            <a:ext cx="327789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1" name="Marcador de texto 4">
            <a:extLst>
              <a:ext uri="{FF2B5EF4-FFF2-40B4-BE49-F238E27FC236}">
                <a16:creationId xmlns:a16="http://schemas.microsoft.com/office/drawing/2014/main" id="{06E548A6-B89C-917F-2AE7-A3DAA1428C4D}"/>
              </a:ext>
            </a:extLst>
          </p:cNvPr>
          <p:cNvSpPr>
            <a:spLocks noGrp="1"/>
          </p:cNvSpPr>
          <p:nvPr>
            <p:ph type="body" sz="quarter" idx="84" hasCustomPrompt="1"/>
          </p:nvPr>
        </p:nvSpPr>
        <p:spPr>
          <a:xfrm>
            <a:off x="4294147" y="4229064"/>
            <a:ext cx="327789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12" name="Marcador de gráfico 3">
            <a:extLst>
              <a:ext uri="{FF2B5EF4-FFF2-40B4-BE49-F238E27FC236}">
                <a16:creationId xmlns:a16="http://schemas.microsoft.com/office/drawing/2014/main" id="{57BB2375-526E-8A93-C335-850245F46101}"/>
              </a:ext>
            </a:extLst>
          </p:cNvPr>
          <p:cNvSpPr>
            <a:spLocks noGrp="1"/>
          </p:cNvSpPr>
          <p:nvPr>
            <p:ph type="chart" sz="quarter" idx="85"/>
          </p:nvPr>
        </p:nvSpPr>
        <p:spPr>
          <a:xfrm>
            <a:off x="8152687" y="4451719"/>
            <a:ext cx="3280664" cy="1489528"/>
          </a:xfrm>
          <a:prstGeom prst="rect">
            <a:avLst/>
          </a:prstGeom>
        </p:spPr>
        <p:txBody>
          <a:bodyPr/>
          <a:lstStyle>
            <a:lvl1pPr marL="0" indent="0">
              <a:buFont typeface="Arial" panose="020B0604020202020204" pitchFamily="34" charset="0"/>
              <a:buNone/>
              <a:defRPr sz="1300">
                <a:solidFill>
                  <a:schemeClr val="tx1"/>
                </a:solidFill>
                <a:latin typeface="Santander Text Light" panose="020B0304020201020104" pitchFamily="34" charset="0"/>
              </a:defRPr>
            </a:lvl1pPr>
          </a:lstStyle>
          <a:p>
            <a:r>
              <a:rPr lang="es-ES"/>
              <a:t>Haga clic en el icono para agregar un gráfico</a:t>
            </a:r>
            <a:endParaRPr lang="es-ES" dirty="0"/>
          </a:p>
        </p:txBody>
      </p:sp>
      <p:sp>
        <p:nvSpPr>
          <p:cNvPr id="14" name="Marcador de texto 4">
            <a:extLst>
              <a:ext uri="{FF2B5EF4-FFF2-40B4-BE49-F238E27FC236}">
                <a16:creationId xmlns:a16="http://schemas.microsoft.com/office/drawing/2014/main" id="{5DAF53D2-8F74-1790-D40E-A80D54356A39}"/>
              </a:ext>
            </a:extLst>
          </p:cNvPr>
          <p:cNvSpPr>
            <a:spLocks noGrp="1"/>
          </p:cNvSpPr>
          <p:nvPr>
            <p:ph type="body" sz="quarter" idx="86" hasCustomPrompt="1"/>
          </p:nvPr>
        </p:nvSpPr>
        <p:spPr>
          <a:xfrm>
            <a:off x="8152686" y="3996869"/>
            <a:ext cx="3277896" cy="197640"/>
          </a:xfrm>
          <a:prstGeom prst="rect">
            <a:avLst/>
          </a:prstGeom>
        </p:spPr>
        <p:txBody>
          <a:bodyPr lIns="0" tIns="0" rIns="0" bIns="0">
            <a:noAutofit/>
          </a:bodyPr>
          <a:lstStyle>
            <a:lvl1pPr marL="0" indent="0">
              <a:buNone/>
              <a:defRPr sz="1600" b="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Título Gráfico</a:t>
            </a:r>
          </a:p>
        </p:txBody>
      </p:sp>
      <p:sp>
        <p:nvSpPr>
          <p:cNvPr id="15" name="Marcador de texto 4">
            <a:extLst>
              <a:ext uri="{FF2B5EF4-FFF2-40B4-BE49-F238E27FC236}">
                <a16:creationId xmlns:a16="http://schemas.microsoft.com/office/drawing/2014/main" id="{631A05A4-12D4-2E2F-3FEE-C23631B72B8B}"/>
              </a:ext>
            </a:extLst>
          </p:cNvPr>
          <p:cNvSpPr>
            <a:spLocks noGrp="1"/>
          </p:cNvSpPr>
          <p:nvPr>
            <p:ph type="body" sz="quarter" idx="87" hasCustomPrompt="1"/>
          </p:nvPr>
        </p:nvSpPr>
        <p:spPr>
          <a:xfrm>
            <a:off x="8149032" y="4229064"/>
            <a:ext cx="3277896" cy="197639"/>
          </a:xfrm>
          <a:prstGeom prst="rect">
            <a:avLst/>
          </a:prstGeom>
        </p:spPr>
        <p:txBody>
          <a:bodyPr lIns="0" tIns="0" rIns="0" bIns="0" anchor="ctr" anchorCtr="0">
            <a:noAutofit/>
          </a:bodyPr>
          <a:lstStyle>
            <a:lvl1pPr marL="0" indent="0">
              <a:buNone/>
              <a:defRPr sz="900" b="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dirty="0"/>
              <a:t>Fuente Gráfico</a:t>
            </a:r>
          </a:p>
        </p:txBody>
      </p:sp>
      <p:sp>
        <p:nvSpPr>
          <p:cNvPr id="10" name="object 9">
            <a:extLst>
              <a:ext uri="{FF2B5EF4-FFF2-40B4-BE49-F238E27FC236}">
                <a16:creationId xmlns:a16="http://schemas.microsoft.com/office/drawing/2014/main" id="{39203E9B-B24B-B07A-77E8-AD208B24FFD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1619684605"/>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ítulo_alargado">
    <p:spTree>
      <p:nvGrpSpPr>
        <p:cNvPr id="1" name=""/>
        <p:cNvGrpSpPr/>
        <p:nvPr/>
      </p:nvGrpSpPr>
      <p:grpSpPr>
        <a:xfrm>
          <a:off x="0" y="0"/>
          <a:ext cx="0" cy="0"/>
          <a:chOff x="0" y="0"/>
          <a:chExt cx="0" cy="0"/>
        </a:xfrm>
      </p:grpSpPr>
      <p:cxnSp>
        <p:nvCxnSpPr>
          <p:cNvPr id="2" name="Conector recto 1">
            <a:extLst>
              <a:ext uri="{FF2B5EF4-FFF2-40B4-BE49-F238E27FC236}">
                <a16:creationId xmlns:a16="http://schemas.microsoft.com/office/drawing/2014/main" id="{5B634543-54D6-1FE2-2D1B-00596AED159E}"/>
              </a:ext>
            </a:extLst>
          </p:cNvPr>
          <p:cNvCxnSpPr>
            <a:cxnSpLocks/>
          </p:cNvCxnSpPr>
          <p:nvPr/>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12A6160-DE0F-7052-CE3D-F44001B9C033}"/>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endParaRPr lang="es-ES" dirty="0"/>
          </a:p>
        </p:txBody>
      </p:sp>
      <p:sp>
        <p:nvSpPr>
          <p:cNvPr id="4" name="Marcador de texto 23">
            <a:extLst>
              <a:ext uri="{FF2B5EF4-FFF2-40B4-BE49-F238E27FC236}">
                <a16:creationId xmlns:a16="http://schemas.microsoft.com/office/drawing/2014/main" id="{42E35C99-8DB6-E6E8-9AA4-8DCD3218E683}"/>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5" name="object 9">
            <a:extLst>
              <a:ext uri="{FF2B5EF4-FFF2-40B4-BE49-F238E27FC236}">
                <a16:creationId xmlns:a16="http://schemas.microsoft.com/office/drawing/2014/main" id="{67181969-0216-0F60-152B-8D1AAC896DE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249666245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menu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00EEE69-69F3-0DDC-075C-6159B669288A}"/>
              </a:ext>
            </a:extLst>
          </p:cNvPr>
          <p:cNvGraphicFramePr>
            <a:graphicFrameLocks noChangeAspect="1"/>
          </p:cNvGraphicFramePr>
          <p:nvPr>
            <p:custDataLst>
              <p:tags r:id="rId1"/>
            </p:custDataLst>
            <p:extLst>
              <p:ext uri="{D42A27DB-BD31-4B8C-83A1-F6EECF244321}">
                <p14:modId xmlns:p14="http://schemas.microsoft.com/office/powerpoint/2010/main" val="2994579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A00EEE69-69F3-0DDC-075C-6159B66928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object 9">
            <a:extLst>
              <a:ext uri="{FF2B5EF4-FFF2-40B4-BE49-F238E27FC236}">
                <a16:creationId xmlns:a16="http://schemas.microsoft.com/office/drawing/2014/main" id="{E4CA41B8-8E7C-EF5B-D133-0512D9F8FA29}"/>
              </a:ext>
            </a:extLst>
          </p:cNvPr>
          <p:cNvSpPr txBox="1">
            <a:spLocks/>
          </p:cNvSpPr>
          <p:nvPr/>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‹Nº›</a:t>
            </a:fld>
            <a:endParaRPr lang="en-US" dirty="0"/>
          </a:p>
        </p:txBody>
      </p:sp>
    </p:spTree>
    <p:extLst>
      <p:ext uri="{BB962C8B-B14F-4D97-AF65-F5344CB8AC3E}">
        <p14:creationId xmlns:p14="http://schemas.microsoft.com/office/powerpoint/2010/main" val="1600061855"/>
      </p:ext>
    </p:extLst>
  </p:cSld>
  <p:clrMapOvr>
    <a:masterClrMapping/>
  </p:clrMapOvr>
  <p:extLst>
    <p:ext uri="{DCECCB84-F9BA-43D5-87BE-67443E8EF086}">
      <p15:sldGuideLst xmlns:p15="http://schemas.microsoft.com/office/powerpoint/2012/main">
        <p15:guide id="2" pos="74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DTB">
    <p:bg>
      <p:bgPr>
        <a:solidFill>
          <a:schemeClr val="accent1"/>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390554E6-3632-C264-8334-24EC2878E9A5}"/>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E8FC8A5C-E13C-DC52-4258-46FBB4CCA401}"/>
              </a:ext>
            </a:extLst>
          </p:cNvPr>
          <p:cNvGraphicFramePr>
            <a:graphicFrameLocks noChangeAspect="1"/>
          </p:cNvGraphicFramePr>
          <p:nvPr>
            <p:custDataLst>
              <p:tags r:id="rId1"/>
            </p:custDataLst>
            <p:extLst>
              <p:ext uri="{D42A27DB-BD31-4B8C-83A1-F6EECF244321}">
                <p14:modId xmlns:p14="http://schemas.microsoft.com/office/powerpoint/2010/main" val="705059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E8FC8A5C-E13C-DC52-4258-46FBB4CCA4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D39175EB-A6F1-4463-9476-78BB190E4B5E}"/>
              </a:ext>
            </a:extLst>
          </p:cNvPr>
          <p:cNvSpPr/>
          <p:nvPr/>
        </p:nvSpPr>
        <p:spPr>
          <a:xfrm>
            <a:off x="0" y="0"/>
            <a:ext cx="12192000" cy="698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dirty="0"/>
          </a:p>
        </p:txBody>
      </p:sp>
      <p:sp>
        <p:nvSpPr>
          <p:cNvPr id="6" name="Título 16">
            <a:extLst>
              <a:ext uri="{FF2B5EF4-FFF2-40B4-BE49-F238E27FC236}">
                <a16:creationId xmlns:a16="http://schemas.microsoft.com/office/drawing/2014/main" id="{EFBA1E30-6971-1E75-6EA0-79A1CE700AA7}"/>
              </a:ext>
            </a:extLst>
          </p:cNvPr>
          <p:cNvSpPr>
            <a:spLocks noGrp="1"/>
          </p:cNvSpPr>
          <p:nvPr>
            <p:ph type="title"/>
          </p:nvPr>
        </p:nvSpPr>
        <p:spPr>
          <a:xfrm>
            <a:off x="427179" y="1098875"/>
            <a:ext cx="11006171" cy="354970"/>
          </a:xfrm>
          <a:prstGeom prst="rect">
            <a:avLst/>
          </a:prstGeom>
        </p:spPr>
        <p:txBody>
          <a:bodyPr lIns="0" tIns="0" rIns="0" bIns="0"/>
          <a:lstStyle>
            <a:lvl1pPr>
              <a:defRPr sz="2800">
                <a:solidFill>
                  <a:schemeClr val="bg1"/>
                </a:solidFill>
              </a:defRPr>
            </a:lvl1pPr>
          </a:lstStyle>
          <a:p>
            <a:r>
              <a:rPr lang="es-ES"/>
              <a:t>Haga clic para modificar el estilo de título del patrón</a:t>
            </a:r>
            <a:endParaRPr lang="es-ES" dirty="0"/>
          </a:p>
        </p:txBody>
      </p:sp>
      <p:pic>
        <p:nvPicPr>
          <p:cNvPr id="7" name="Gráfico 6">
            <a:extLst>
              <a:ext uri="{FF2B5EF4-FFF2-40B4-BE49-F238E27FC236}">
                <a16:creationId xmlns:a16="http://schemas.microsoft.com/office/drawing/2014/main" id="{22484267-94A8-7A22-AD77-D37A7CEC1F9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2913" y="182663"/>
            <a:ext cx="3942212" cy="644400"/>
          </a:xfrm>
          <a:prstGeom prst="rect">
            <a:avLst/>
          </a:prstGeom>
        </p:spPr>
      </p:pic>
      <p:sp>
        <p:nvSpPr>
          <p:cNvPr id="4" name="object 9">
            <a:extLst>
              <a:ext uri="{FF2B5EF4-FFF2-40B4-BE49-F238E27FC236}">
                <a16:creationId xmlns:a16="http://schemas.microsoft.com/office/drawing/2014/main" id="{F65A6247-1AD9-E43E-9660-F1EB049E7F7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chemeClr val="bg1"/>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dirty="0"/>
          </a:p>
        </p:txBody>
      </p:sp>
      <p:sp>
        <p:nvSpPr>
          <p:cNvPr id="5" name="object 2">
            <a:extLst>
              <a:ext uri="{FF2B5EF4-FFF2-40B4-BE49-F238E27FC236}">
                <a16:creationId xmlns:a16="http://schemas.microsoft.com/office/drawing/2014/main" id="{40FBFEC2-3C7B-FAC7-80C7-311BB95C9D61}"/>
              </a:ext>
            </a:extLst>
          </p:cNvPr>
          <p:cNvSpPr txBox="1"/>
          <p:nvPr/>
        </p:nvSpPr>
        <p:spPr>
          <a:xfrm>
            <a:off x="11775946" y="1183350"/>
            <a:ext cx="123111" cy="5209531"/>
          </a:xfrm>
          <a:prstGeom prst="rect">
            <a:avLst/>
          </a:prstGeom>
        </p:spPr>
        <p:txBody>
          <a:bodyPr vert="vert270" wrap="square" lIns="0" tIns="26034" rIns="0" bIns="0" rtlCol="0">
            <a:spAutoFit/>
          </a:bodyPr>
          <a:lstStyle/>
          <a:p>
            <a:pPr marL="12700" rtl="0">
              <a:lnSpc>
                <a:spcPct val="100000"/>
              </a:lnSpc>
              <a:spcBef>
                <a:spcPts val="204"/>
              </a:spcBef>
            </a:pPr>
            <a:r>
              <a:rPr lang="es-ES" sz="800" b="1" dirty="0">
                <a:solidFill>
                  <a:schemeClr val="bg1"/>
                </a:solidFill>
                <a:latin typeface="Santander Headline"/>
                <a:cs typeface="Santander Headline"/>
              </a:rPr>
              <a:t>Título presentación |  </a:t>
            </a:r>
            <a:r>
              <a:rPr lang="es-ES" sz="800" b="0" dirty="0">
                <a:solidFill>
                  <a:schemeClr val="bg1"/>
                </a:solidFill>
                <a:latin typeface="Santander Headline"/>
                <a:cs typeface="Santander Headline"/>
              </a:rPr>
              <a:t>Privada</a:t>
            </a:r>
            <a:endParaRPr lang="en-US" sz="800" b="0" dirty="0">
              <a:solidFill>
                <a:schemeClr val="bg1"/>
              </a:solidFill>
              <a:latin typeface="Santander Text Light" panose="020B0304020201020104" pitchFamily="34" charset="0"/>
              <a:cs typeface="Santander Headline"/>
            </a:endParaRPr>
          </a:p>
        </p:txBody>
      </p:sp>
      <p:cxnSp>
        <p:nvCxnSpPr>
          <p:cNvPr id="11" name="Conector recto 10">
            <a:extLst>
              <a:ext uri="{FF2B5EF4-FFF2-40B4-BE49-F238E27FC236}">
                <a16:creationId xmlns:a16="http://schemas.microsoft.com/office/drawing/2014/main" id="{BEFFD4EB-E9D7-87F7-377D-E7DCEA2368D8}"/>
              </a:ext>
            </a:extLst>
          </p:cNvPr>
          <p:cNvCxnSpPr/>
          <p:nvPr/>
        </p:nvCxnSpPr>
        <p:spPr>
          <a:xfrm>
            <a:off x="11775946" y="6422100"/>
            <a:ext cx="41605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92143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Closing_DTB">
    <p:bg>
      <p:bgPr>
        <a:solidFill>
          <a:schemeClr val="accent1"/>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390554E6-3632-C264-8334-24EC2878E9A5}"/>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E8FC8A5C-E13C-DC52-4258-46FBB4CCA401}"/>
              </a:ext>
            </a:extLst>
          </p:cNvPr>
          <p:cNvGraphicFramePr>
            <a:graphicFrameLocks noChangeAspect="1"/>
          </p:cNvGraphicFramePr>
          <p:nvPr>
            <p:custDataLst>
              <p:tags r:id="rId1"/>
            </p:custDataLst>
            <p:extLst>
              <p:ext uri="{D42A27DB-BD31-4B8C-83A1-F6EECF244321}">
                <p14:modId xmlns:p14="http://schemas.microsoft.com/office/powerpoint/2010/main" val="705059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E8FC8A5C-E13C-DC52-4258-46FBB4CCA4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D39175EB-A6F1-4463-9476-78BB190E4B5E}"/>
              </a:ext>
            </a:extLst>
          </p:cNvPr>
          <p:cNvSpPr/>
          <p:nvPr/>
        </p:nvSpPr>
        <p:spPr>
          <a:xfrm>
            <a:off x="0" y="0"/>
            <a:ext cx="12192000" cy="698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dirty="0"/>
          </a:p>
        </p:txBody>
      </p:sp>
      <p:sp>
        <p:nvSpPr>
          <p:cNvPr id="13" name="Marcador de texto 4">
            <a:extLst>
              <a:ext uri="{FF2B5EF4-FFF2-40B4-BE49-F238E27FC236}">
                <a16:creationId xmlns:a16="http://schemas.microsoft.com/office/drawing/2014/main" id="{541D3E9F-AE0E-3033-076C-7700DD4396D0}"/>
              </a:ext>
            </a:extLst>
          </p:cNvPr>
          <p:cNvSpPr>
            <a:spLocks noGrp="1"/>
          </p:cNvSpPr>
          <p:nvPr>
            <p:ph type="body" sz="quarter" idx="49" hasCustomPrompt="1"/>
          </p:nvPr>
        </p:nvSpPr>
        <p:spPr>
          <a:xfrm>
            <a:off x="3832057" y="3009082"/>
            <a:ext cx="2111953" cy="619900"/>
          </a:xfrm>
          <a:prstGeom prst="rect">
            <a:avLst/>
          </a:prstGeom>
        </p:spPr>
        <p:txBody>
          <a:bodyPr lIns="0" tIns="0" rIns="0" bIns="0">
            <a:noAutofit/>
          </a:bodyPr>
          <a:lstStyle>
            <a:lvl1pPr marL="0" indent="0" algn="r" rtl="0">
              <a:lnSpc>
                <a:spcPct val="120000"/>
              </a:lnSpc>
              <a:buNone/>
              <a:defRPr sz="3400" b="0" i="0" baseline="0">
                <a:solidFill>
                  <a:schemeClr val="bg1"/>
                </a:solidFill>
                <a:latin typeface="Santander Headline" panose="020B0504020201020104" pitchFamily="34" charset="0"/>
                <a:cs typeface="Santander Headline Light" panose="020B03040202010101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n-US" dirty="0"/>
              <a:t>Thank you</a:t>
            </a:r>
          </a:p>
        </p:txBody>
      </p:sp>
      <p:cxnSp>
        <p:nvCxnSpPr>
          <p:cNvPr id="14" name="Conector recto 13">
            <a:extLst>
              <a:ext uri="{FF2B5EF4-FFF2-40B4-BE49-F238E27FC236}">
                <a16:creationId xmlns:a16="http://schemas.microsoft.com/office/drawing/2014/main" id="{A37CDDDF-A450-2E68-CDD1-A29D4782621F}"/>
              </a:ext>
            </a:extLst>
          </p:cNvPr>
          <p:cNvCxnSpPr>
            <a:cxnSpLocks/>
          </p:cNvCxnSpPr>
          <p:nvPr/>
        </p:nvCxnSpPr>
        <p:spPr>
          <a:xfrm>
            <a:off x="6116757" y="3152193"/>
            <a:ext cx="204065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141A2551-85EE-6C9A-D7CD-1AF3CE5D76F2}"/>
              </a:ext>
            </a:extLst>
          </p:cNvPr>
          <p:cNvCxnSpPr>
            <a:cxnSpLocks/>
          </p:cNvCxnSpPr>
          <p:nvPr/>
        </p:nvCxnSpPr>
        <p:spPr>
          <a:xfrm>
            <a:off x="3832058" y="3706263"/>
            <a:ext cx="225522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Marcador de texto 4">
            <a:extLst>
              <a:ext uri="{FF2B5EF4-FFF2-40B4-BE49-F238E27FC236}">
                <a16:creationId xmlns:a16="http://schemas.microsoft.com/office/drawing/2014/main" id="{104A9428-4164-8A15-FD96-A216972D85F7}"/>
              </a:ext>
            </a:extLst>
          </p:cNvPr>
          <p:cNvSpPr>
            <a:spLocks noGrp="1"/>
          </p:cNvSpPr>
          <p:nvPr>
            <p:ph type="body" sz="quarter" idx="50" hasCustomPrompt="1"/>
          </p:nvPr>
        </p:nvSpPr>
        <p:spPr>
          <a:xfrm>
            <a:off x="6247989" y="2419278"/>
            <a:ext cx="1909422" cy="619900"/>
          </a:xfrm>
          <a:prstGeom prst="rect">
            <a:avLst/>
          </a:prstGeom>
        </p:spPr>
        <p:txBody>
          <a:bodyPr lIns="0" tIns="0" rIns="0" bIns="0">
            <a:noAutofit/>
          </a:bodyPr>
          <a:lstStyle>
            <a:lvl1pPr marL="0" indent="0" rtl="0">
              <a:lnSpc>
                <a:spcPct val="120000"/>
              </a:lnSpc>
              <a:buNone/>
              <a:defRPr sz="3400" b="0" i="0" baseline="0">
                <a:solidFill>
                  <a:schemeClr val="bg1"/>
                </a:solidFill>
                <a:latin typeface="Santander Headline" panose="020B0504020201020104" pitchFamily="34" charset="0"/>
                <a:cs typeface="Santander Headline Light" panose="020B03040202010101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r>
              <a:rPr lang="en-US" sz="3600"/>
              <a:t>Gracias</a:t>
            </a:r>
            <a:endParaRPr lang="en-US" sz="3600" dirty="0"/>
          </a:p>
        </p:txBody>
      </p:sp>
      <p:sp>
        <p:nvSpPr>
          <p:cNvPr id="17" name="CuadroTexto 16">
            <a:extLst>
              <a:ext uri="{FF2B5EF4-FFF2-40B4-BE49-F238E27FC236}">
                <a16:creationId xmlns:a16="http://schemas.microsoft.com/office/drawing/2014/main" id="{F7888E91-9229-7AE0-500E-BA606119529D}"/>
              </a:ext>
            </a:extLst>
          </p:cNvPr>
          <p:cNvSpPr txBox="1"/>
          <p:nvPr/>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dirty="0">
                <a:solidFill>
                  <a:schemeClr val="bg1"/>
                </a:solidFill>
              </a:rPr>
              <a:t>*Santander </a:t>
            </a:r>
            <a:r>
              <a:rPr lang="es-ES" sz="850" b="0" i="0" u="none" strike="noStrike" baseline="0" dirty="0" err="1">
                <a:solidFill>
                  <a:schemeClr val="bg1"/>
                </a:solidFill>
              </a:rPr>
              <a:t>Asset</a:t>
            </a:r>
            <a:r>
              <a:rPr lang="es-ES" sz="850" b="0" i="0" u="none" strike="noStrike" baseline="0" dirty="0">
                <a:solidFill>
                  <a:schemeClr val="bg1"/>
                </a:solidFill>
              </a:rPr>
              <a:t> Management es una marca licenciada a SAM </a:t>
            </a:r>
            <a:r>
              <a:rPr lang="es-ES" sz="850" b="0" i="0" u="none" strike="noStrike" baseline="0" dirty="0" err="1">
                <a:solidFill>
                  <a:schemeClr val="bg1"/>
                </a:solidFill>
              </a:rPr>
              <a:t>Asset</a:t>
            </a:r>
            <a:r>
              <a:rPr lang="es-ES" sz="850" b="0" i="0" u="none" strike="noStrike" baseline="0" dirty="0">
                <a:solidFill>
                  <a:schemeClr val="bg1"/>
                </a:solidFill>
              </a:rPr>
              <a:t> Management, S.A. de C.V., Sociedad Operadora de Fondos de Inversión, entidad financiera mexicana subsidiaria mayoritariamente de la empresa extranjera Santander </a:t>
            </a:r>
            <a:r>
              <a:rPr lang="es-ES" sz="850" b="0" i="0" u="none" strike="noStrike" baseline="0" dirty="0" err="1">
                <a:solidFill>
                  <a:schemeClr val="bg1"/>
                </a:solidFill>
              </a:rPr>
              <a:t>Asset</a:t>
            </a:r>
            <a:r>
              <a:rPr lang="es-ES" sz="850" b="0" i="0" u="none" strike="noStrike" baseline="0" dirty="0">
                <a:solidFill>
                  <a:schemeClr val="bg1"/>
                </a:solidFill>
              </a:rPr>
              <a:t> Management UK Holdings </a:t>
            </a:r>
            <a:r>
              <a:rPr lang="es-ES" sz="850" b="0" i="0" u="none" strike="noStrike" baseline="0" dirty="0" err="1">
                <a:solidFill>
                  <a:schemeClr val="bg1"/>
                </a:solidFill>
              </a:rPr>
              <a:t>Limited</a:t>
            </a:r>
            <a:r>
              <a:rPr lang="es-ES" sz="850" b="0" i="0" u="none" strike="noStrike" baseline="0" dirty="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dirty="0">
                <a:solidFill>
                  <a:schemeClr val="bg1"/>
                </a:solidFill>
                <a:latin typeface="Santander Text" panose="020B0504020201020104" pitchFamily="34" charset="0"/>
              </a:rPr>
              <a:t>Es importante destacar que SAM </a:t>
            </a:r>
            <a:r>
              <a:rPr lang="es-ES" sz="850" b="0" i="0" u="none" strike="noStrike" baseline="0" dirty="0" err="1">
                <a:solidFill>
                  <a:schemeClr val="bg1"/>
                </a:solidFill>
                <a:latin typeface="Santander Text" panose="020B0504020201020104" pitchFamily="34" charset="0"/>
              </a:rPr>
              <a:t>Asset</a:t>
            </a:r>
            <a:r>
              <a:rPr lang="es-ES" sz="850" b="0" i="0" u="none" strike="noStrike" baseline="0" dirty="0">
                <a:solidFill>
                  <a:schemeClr val="bg1"/>
                </a:solidFill>
                <a:latin typeface="Santander Text" panose="020B0504020201020104" pitchFamily="34" charset="0"/>
              </a:rPr>
              <a:t> Management, S.A. de C.V., Sociedad Operadora de Fondos de Inversión, NO es integrante de Grupo Financiero Santander México, S.A. de C.V., </a:t>
            </a:r>
            <a:r>
              <a:rPr lang="es-ES" sz="850" b="0" i="0" u="none" strike="noStrike" baseline="0" dirty="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dirty="0">
              <a:solidFill>
                <a:schemeClr val="bg1"/>
              </a:solidFill>
            </a:endParaRPr>
          </a:p>
        </p:txBody>
      </p:sp>
      <p:pic>
        <p:nvPicPr>
          <p:cNvPr id="5" name="Gráfico 4">
            <a:extLst>
              <a:ext uri="{FF2B5EF4-FFF2-40B4-BE49-F238E27FC236}">
                <a16:creationId xmlns:a16="http://schemas.microsoft.com/office/drawing/2014/main" id="{5D0B71F0-5C2E-09D8-47D1-C185B8EDC6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4732" y="247351"/>
            <a:ext cx="4133113" cy="874800"/>
          </a:xfrm>
          <a:prstGeom prst="rect">
            <a:avLst/>
          </a:prstGeom>
        </p:spPr>
      </p:pic>
    </p:spTree>
    <p:extLst>
      <p:ext uri="{BB962C8B-B14F-4D97-AF65-F5344CB8AC3E}">
        <p14:creationId xmlns:p14="http://schemas.microsoft.com/office/powerpoint/2010/main" val="114510483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495527"/>
      </p:ext>
    </p:extLst>
  </p:cSld>
  <p:clrMapOvr>
    <a:masterClrMapping/>
  </p:clrMapOvr>
  <p:extLst>
    <p:ext uri="{DCECCB84-F9BA-43D5-87BE-67443E8EF086}">
      <p15:sldGuideLst xmlns:p15="http://schemas.microsoft.com/office/powerpoint/2012/main">
        <p15:guide id="2" pos="740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Portada_02">
    <p:spTree>
      <p:nvGrpSpPr>
        <p:cNvPr id="1" name=""/>
        <p:cNvGrpSpPr/>
        <p:nvPr/>
      </p:nvGrpSpPr>
      <p:grpSpPr>
        <a:xfrm>
          <a:off x="0" y="0"/>
          <a:ext cx="0" cy="0"/>
          <a:chOff x="0" y="0"/>
          <a:chExt cx="0" cy="0"/>
        </a:xfrm>
      </p:grpSpPr>
      <p:sp>
        <p:nvSpPr>
          <p:cNvPr id="17" name="Título 1">
            <a:extLst>
              <a:ext uri="{FF2B5EF4-FFF2-40B4-BE49-F238E27FC236}">
                <a16:creationId xmlns:a16="http://schemas.microsoft.com/office/drawing/2014/main" id="{FBDFF754-EDB8-4E81-BCD5-E07138795009}"/>
              </a:ext>
            </a:extLst>
          </p:cNvPr>
          <p:cNvSpPr>
            <a:spLocks noGrp="1"/>
          </p:cNvSpPr>
          <p:nvPr>
            <p:ph type="ctrTitle" hasCustomPrompt="1"/>
          </p:nvPr>
        </p:nvSpPr>
        <p:spPr>
          <a:xfrm>
            <a:off x="515937" y="736169"/>
            <a:ext cx="3648738" cy="1174928"/>
          </a:xfrm>
          <a:prstGeom prst="rect">
            <a:avLst/>
          </a:prstGeom>
        </p:spPr>
        <p:txBody>
          <a:bodyPr lIns="0" tIns="0" rIns="0" bIns="0" anchor="t" anchorCtr="0">
            <a:noAutofit/>
          </a:bodyPr>
          <a:lstStyle>
            <a:lvl1pPr algn="l">
              <a:defRPr sz="4000">
                <a:solidFill>
                  <a:schemeClr val="accent2"/>
                </a:solidFill>
                <a:latin typeface="Santander Headline Light" panose="020B0304020201010104" pitchFamily="34" charset="0"/>
                <a:cs typeface="Santander Headline Light" panose="020B0304020201010104" pitchFamily="34" charset="0"/>
              </a:defRPr>
            </a:lvl1pPr>
          </a:lstStyle>
          <a:p>
            <a:r>
              <a:rPr lang="es-ES" dirty="0"/>
              <a:t>Haga clic para añadir el título</a:t>
            </a:r>
          </a:p>
        </p:txBody>
      </p:sp>
      <p:sp>
        <p:nvSpPr>
          <p:cNvPr id="18" name="Subtítulo 2">
            <a:extLst>
              <a:ext uri="{FF2B5EF4-FFF2-40B4-BE49-F238E27FC236}">
                <a16:creationId xmlns:a16="http://schemas.microsoft.com/office/drawing/2014/main" id="{A6D070AE-1992-4212-B9A7-D33AB83D5A45}"/>
              </a:ext>
            </a:extLst>
          </p:cNvPr>
          <p:cNvSpPr>
            <a:spLocks noGrp="1"/>
          </p:cNvSpPr>
          <p:nvPr>
            <p:ph type="subTitle" idx="1" hasCustomPrompt="1"/>
          </p:nvPr>
        </p:nvSpPr>
        <p:spPr>
          <a:xfrm>
            <a:off x="515939" y="1936313"/>
            <a:ext cx="3662870" cy="740103"/>
          </a:xfrm>
          <a:prstGeom prst="rect">
            <a:avLst/>
          </a:prstGeom>
        </p:spPr>
        <p:txBody>
          <a:bodyPr vert="horz" lIns="0" tIns="0" rIns="0" bIns="0" rtlCol="0" anchor="t" anchorCtr="0">
            <a:noAutofit/>
          </a:bodyPr>
          <a:lstStyle>
            <a:lvl1pPr marL="0" indent="0">
              <a:spcBef>
                <a:spcPts val="813"/>
              </a:spcBef>
              <a:buNone/>
              <a:defRPr lang="es-ES" sz="1600">
                <a:solidFill>
                  <a:schemeClr val="tx1"/>
                </a:solidFill>
                <a:latin typeface="Santander Headline Light" panose="020B0304020201010104" pitchFamily="34" charset="0"/>
                <a:ea typeface="+mj-ea"/>
                <a:cs typeface="Santander Headline Light" panose="020B0304020201010104" pitchFamily="34" charset="0"/>
              </a:defRPr>
            </a:lvl1pPr>
          </a:lstStyle>
          <a:p>
            <a:pPr lvl="0">
              <a:spcBef>
                <a:spcPct val="0"/>
              </a:spcBef>
            </a:pPr>
            <a:r>
              <a:rPr lang="es-ES" dirty="0"/>
              <a:t>Haga clic para añadir un subtítulo</a:t>
            </a:r>
          </a:p>
        </p:txBody>
      </p:sp>
      <p:pic>
        <p:nvPicPr>
          <p:cNvPr id="2" name="Imagen 1" descr="Imagen digital de una ciudad&#10;&#10;Descripción generada automáticamente">
            <a:extLst>
              <a:ext uri="{FF2B5EF4-FFF2-40B4-BE49-F238E27FC236}">
                <a16:creationId xmlns:a16="http://schemas.microsoft.com/office/drawing/2014/main" id="{3051ED56-C3FC-8010-CBD9-3D7C1E93CC1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239075" y="0"/>
            <a:ext cx="7952926" cy="6858000"/>
          </a:xfrm>
          <a:prstGeom prst="rect">
            <a:avLst/>
          </a:prstGeom>
        </p:spPr>
      </p:pic>
      <p:grpSp>
        <p:nvGrpSpPr>
          <p:cNvPr id="4" name="Grupo 3">
            <a:extLst>
              <a:ext uri="{FF2B5EF4-FFF2-40B4-BE49-F238E27FC236}">
                <a16:creationId xmlns:a16="http://schemas.microsoft.com/office/drawing/2014/main" id="{F114847A-C1EE-44D3-8475-2ADB990EB502}"/>
              </a:ext>
            </a:extLst>
          </p:cNvPr>
          <p:cNvGrpSpPr/>
          <p:nvPr userDrawn="1"/>
        </p:nvGrpSpPr>
        <p:grpSpPr>
          <a:xfrm>
            <a:off x="-12700" y="0"/>
            <a:ext cx="4864100" cy="6858000"/>
            <a:chOff x="-756458" y="0"/>
            <a:chExt cx="4655357" cy="6858000"/>
          </a:xfrm>
          <a:solidFill>
            <a:srgbClr val="F6F6F6"/>
          </a:solidFill>
        </p:grpSpPr>
        <p:sp>
          <p:nvSpPr>
            <p:cNvPr id="5" name="Rectángulo 4">
              <a:extLst>
                <a:ext uri="{FF2B5EF4-FFF2-40B4-BE49-F238E27FC236}">
                  <a16:creationId xmlns:a16="http://schemas.microsoft.com/office/drawing/2014/main" id="{53B23B72-7EFC-DBC9-A7BF-F8B182C0345D}"/>
                </a:ext>
              </a:extLst>
            </p:cNvPr>
            <p:cNvSpPr/>
            <p:nvPr userDrawn="1"/>
          </p:nvSpPr>
          <p:spPr>
            <a:xfrm>
              <a:off x="-756458" y="0"/>
              <a:ext cx="4655357" cy="4584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63" dirty="0"/>
            </a:p>
          </p:txBody>
        </p:sp>
        <p:sp>
          <p:nvSpPr>
            <p:cNvPr id="6" name="Rectángulo 5">
              <a:extLst>
                <a:ext uri="{FF2B5EF4-FFF2-40B4-BE49-F238E27FC236}">
                  <a16:creationId xmlns:a16="http://schemas.microsoft.com/office/drawing/2014/main" id="{59589B2C-F0F0-7902-5228-05B6C8B04ACA}"/>
                </a:ext>
              </a:extLst>
            </p:cNvPr>
            <p:cNvSpPr/>
            <p:nvPr userDrawn="1"/>
          </p:nvSpPr>
          <p:spPr>
            <a:xfrm>
              <a:off x="-756458" y="2273300"/>
              <a:ext cx="4069311" cy="45847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63" dirty="0"/>
            </a:p>
          </p:txBody>
        </p:sp>
      </p:grpSp>
      <p:pic>
        <p:nvPicPr>
          <p:cNvPr id="7" name="Imagen 6">
            <a:extLst>
              <a:ext uri="{FF2B5EF4-FFF2-40B4-BE49-F238E27FC236}">
                <a16:creationId xmlns:a16="http://schemas.microsoft.com/office/drawing/2014/main" id="{9D127D5A-CE32-0385-5BCF-396C722CBDC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594780" y="6051982"/>
            <a:ext cx="2594610" cy="418619"/>
          </a:xfrm>
          <a:prstGeom prst="rect">
            <a:avLst/>
          </a:prstGeom>
        </p:spPr>
      </p:pic>
    </p:spTree>
    <p:extLst>
      <p:ext uri="{BB962C8B-B14F-4D97-AF65-F5344CB8AC3E}">
        <p14:creationId xmlns:p14="http://schemas.microsoft.com/office/powerpoint/2010/main" val="93920780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ulo">
    <p:spTree>
      <p:nvGrpSpPr>
        <p:cNvPr id="1" name=""/>
        <p:cNvGrpSpPr/>
        <p:nvPr/>
      </p:nvGrpSpPr>
      <p:grpSpPr>
        <a:xfrm>
          <a:off x="0" y="0"/>
          <a:ext cx="0" cy="0"/>
          <a:chOff x="0" y="0"/>
          <a:chExt cx="0" cy="0"/>
        </a:xfrm>
      </p:grpSpPr>
      <p:sp>
        <p:nvSpPr>
          <p:cNvPr id="7" name="Título 1"/>
          <p:cNvSpPr>
            <a:spLocks noGrp="1"/>
          </p:cNvSpPr>
          <p:nvPr>
            <p:ph type="ctrTitle"/>
          </p:nvPr>
        </p:nvSpPr>
        <p:spPr>
          <a:xfrm>
            <a:off x="490538" y="831150"/>
            <a:ext cx="3257550" cy="1100159"/>
          </a:xfrm>
          <a:prstGeom prst="rect">
            <a:avLst/>
          </a:prstGeom>
        </p:spPr>
        <p:txBody>
          <a:bodyPr lIns="0" tIns="0" rIns="0" bIns="0" anchor="t" anchorCtr="0">
            <a:noAutofit/>
          </a:bodyPr>
          <a:lstStyle>
            <a:lvl1pPr algn="l">
              <a:defRPr sz="2031">
                <a:solidFill>
                  <a:schemeClr val="accent1"/>
                </a:solidFill>
                <a:latin typeface="Arial" panose="020B0604020202020204" pitchFamily="34" charset="0"/>
                <a:cs typeface="Arial" panose="020B0604020202020204" pitchFamily="34" charset="0"/>
              </a:defRPr>
            </a:lvl1pPr>
          </a:lstStyle>
          <a:p>
            <a:r>
              <a:rPr lang="es-ES"/>
              <a:t>Haga clic para modificar el estilo de título del patrón</a:t>
            </a:r>
            <a:endParaRPr lang="es-ES" dirty="0"/>
          </a:p>
        </p:txBody>
      </p:sp>
      <p:sp>
        <p:nvSpPr>
          <p:cNvPr id="10" name="Marcador de texto 4"/>
          <p:cNvSpPr>
            <a:spLocks noGrp="1"/>
          </p:cNvSpPr>
          <p:nvPr>
            <p:ph type="body" sz="quarter" idx="24"/>
          </p:nvPr>
        </p:nvSpPr>
        <p:spPr>
          <a:xfrm>
            <a:off x="479724" y="2630766"/>
            <a:ext cx="3307483" cy="558075"/>
          </a:xfrm>
          <a:prstGeom prst="rect">
            <a:avLst/>
          </a:prstGeom>
        </p:spPr>
        <p:txBody>
          <a:bodyPr lIns="36000" tIns="0" rIns="0" bIns="0">
            <a:noAutofit/>
          </a:bodyPr>
          <a:lstStyle>
            <a:lvl1pPr marL="0" indent="0">
              <a:lnSpc>
                <a:spcPct val="100000"/>
              </a:lnSpc>
              <a:buNone/>
              <a:defRPr sz="731" i="1" baseline="0">
                <a:solidFill>
                  <a:schemeClr val="tx1"/>
                </a:solidFill>
                <a:latin typeface="Arial" panose="020B06040202020202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modificar los estilos de texto del patrón</a:t>
            </a:r>
          </a:p>
        </p:txBody>
      </p:sp>
      <p:sp>
        <p:nvSpPr>
          <p:cNvPr id="14" name="Marcador de texto 4"/>
          <p:cNvSpPr>
            <a:spLocks noGrp="1"/>
          </p:cNvSpPr>
          <p:nvPr>
            <p:ph type="body" sz="quarter" idx="47"/>
          </p:nvPr>
        </p:nvSpPr>
        <p:spPr>
          <a:xfrm>
            <a:off x="467026" y="1988459"/>
            <a:ext cx="3295570" cy="642307"/>
          </a:xfrm>
          <a:prstGeom prst="rect">
            <a:avLst/>
          </a:prstGeom>
        </p:spPr>
        <p:txBody>
          <a:bodyPr lIns="36000" tIns="0" rIns="0" bIns="0">
            <a:noAutofit/>
          </a:bodyPr>
          <a:lstStyle>
            <a:lvl1pPr marL="0" indent="0">
              <a:lnSpc>
                <a:spcPct val="100000"/>
              </a:lnSpc>
              <a:buNone/>
              <a:defRPr sz="1463" b="0" i="0" baseline="0">
                <a:solidFill>
                  <a:schemeClr val="tx1"/>
                </a:solidFill>
                <a:latin typeface="Arial" panose="020B06040202020202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modificar los estilos de texto del patrón</a:t>
            </a:r>
          </a:p>
        </p:txBody>
      </p:sp>
    </p:spTree>
    <p:extLst>
      <p:ext uri="{BB962C8B-B14F-4D97-AF65-F5344CB8AC3E}">
        <p14:creationId xmlns:p14="http://schemas.microsoft.com/office/powerpoint/2010/main" val="24008566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3C9570D-7378-29F0-1710-23ED662D5C6D}"/>
              </a:ext>
            </a:extLst>
          </p:cNvPr>
          <p:cNvGraphicFramePr>
            <a:graphicFrameLocks noChangeAspect="1"/>
          </p:cNvGraphicFramePr>
          <p:nvPr>
            <p:custDataLst>
              <p:tags r:id="rId40"/>
            </p:custDataLst>
            <p:extLst>
              <p:ext uri="{D42A27DB-BD31-4B8C-83A1-F6EECF244321}">
                <p14:modId xmlns:p14="http://schemas.microsoft.com/office/powerpoint/2010/main" val="3002080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395" imgH="394" progId="TCLayout.ActiveDocument.1">
                  <p:embed/>
                </p:oleObj>
              </mc:Choice>
              <mc:Fallback>
                <p:oleObj name="think-cell Slide" r:id="rId41" imgW="395" imgH="394" progId="TCLayout.ActiveDocument.1">
                  <p:embed/>
                  <p:pic>
                    <p:nvPicPr>
                      <p:cNvPr id="3" name="think-cell data - do not delete" hidden="1">
                        <a:extLst>
                          <a:ext uri="{FF2B5EF4-FFF2-40B4-BE49-F238E27FC236}">
                            <a16:creationId xmlns:a16="http://schemas.microsoft.com/office/drawing/2014/main" id="{53C9570D-7378-29F0-1710-23ED662D5C6D}"/>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pic>
        <p:nvPicPr>
          <p:cNvPr id="2" name="Gráfico 1">
            <a:extLst>
              <a:ext uri="{FF2B5EF4-FFF2-40B4-BE49-F238E27FC236}">
                <a16:creationId xmlns:a16="http://schemas.microsoft.com/office/drawing/2014/main" id="{BFE11884-0D59-9F2F-AF79-2F189DCAFF0A}"/>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442913" y="182663"/>
            <a:ext cx="3942212" cy="644400"/>
          </a:xfrm>
          <a:prstGeom prst="rect">
            <a:avLst/>
          </a:prstGeom>
        </p:spPr>
      </p:pic>
    </p:spTree>
    <p:extLst>
      <p:ext uri="{BB962C8B-B14F-4D97-AF65-F5344CB8AC3E}">
        <p14:creationId xmlns:p14="http://schemas.microsoft.com/office/powerpoint/2010/main" val="1884963967"/>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 id="2147483794" r:id="rId28"/>
    <p:sldLayoutId id="2147483795" r:id="rId29"/>
    <p:sldLayoutId id="2147483796" r:id="rId30"/>
    <p:sldLayoutId id="2147483797" r:id="rId31"/>
    <p:sldLayoutId id="2147483798" r:id="rId32"/>
    <p:sldLayoutId id="2147483799" r:id="rId33"/>
    <p:sldLayoutId id="2147483800" r:id="rId34"/>
    <p:sldLayoutId id="2147483801" r:id="rId35"/>
    <p:sldLayoutId id="2147483802" r:id="rId36"/>
    <p:sldLayoutId id="2147483803" r:id="rId37"/>
    <p:sldLayoutId id="2147483808" r:id="rId38"/>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s-E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01">
          <p15:clr>
            <a:srgbClr val="F26B43"/>
          </p15:clr>
        </p15:guide>
        <p15:guide id="4" orient="horz" pos="4042">
          <p15:clr>
            <a:srgbClr val="F26B43"/>
          </p15:clr>
        </p15:guide>
        <p15:guide id="5" orient="horz" pos="232">
          <p15:clr>
            <a:srgbClr val="F26B43"/>
          </p15:clr>
        </p15:guide>
        <p15:guide id="6" orient="horz" pos="504">
          <p15:clr>
            <a:srgbClr val="F26B43"/>
          </p15:clr>
        </p15:guide>
        <p15:guide id="7" pos="3749">
          <p15:clr>
            <a:srgbClr val="F26B43"/>
          </p15:clr>
        </p15:guide>
        <p15:guide id="8" pos="279">
          <p15:clr>
            <a:srgbClr val="F26B43"/>
          </p15:clr>
        </p15:guide>
        <p15:guide id="9" pos="7197">
          <p15:clr>
            <a:srgbClr val="F26B43"/>
          </p15:clr>
        </p15:guide>
        <p15:guide id="10" pos="7292">
          <p15:clr>
            <a:srgbClr val="F26B43"/>
          </p15:clr>
        </p15:guide>
        <p15:guide id="11" orient="horz" pos="13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36.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AE2C9D-42CC-43C4-BEFD-EBCE679D808B}"/>
              </a:ext>
            </a:extLst>
          </p:cNvPr>
          <p:cNvSpPr>
            <a:spLocks noGrp="1"/>
          </p:cNvSpPr>
          <p:nvPr>
            <p:ph type="ctrTitle" idx="4294967295"/>
          </p:nvPr>
        </p:nvSpPr>
        <p:spPr>
          <a:xfrm>
            <a:off x="82296" y="2564890"/>
            <a:ext cx="11585448" cy="704087"/>
          </a:xfrm>
          <a:prstGeom prst="rect">
            <a:avLst/>
          </a:prstGeom>
        </p:spPr>
        <p:txBody>
          <a:bodyPr/>
          <a:lstStyle/>
          <a:p>
            <a:r>
              <a:rPr lang="es-MX" sz="4000" dirty="0">
                <a:solidFill>
                  <a:schemeClr val="bg1"/>
                </a:solidFill>
              </a:rPr>
              <a:t>Cultura</a:t>
            </a:r>
            <a:endParaRPr lang="es-ES" sz="4000" dirty="0">
              <a:solidFill>
                <a:schemeClr val="bg1"/>
              </a:solidFill>
            </a:endParaRPr>
          </a:p>
        </p:txBody>
      </p:sp>
      <p:sp>
        <p:nvSpPr>
          <p:cNvPr id="3" name="Subtítulo 2">
            <a:extLst>
              <a:ext uri="{FF2B5EF4-FFF2-40B4-BE49-F238E27FC236}">
                <a16:creationId xmlns:a16="http://schemas.microsoft.com/office/drawing/2014/main" id="{472D40F8-A16D-46C0-9476-0E7FA6F7242E}"/>
              </a:ext>
            </a:extLst>
          </p:cNvPr>
          <p:cNvSpPr>
            <a:spLocks noGrp="1"/>
          </p:cNvSpPr>
          <p:nvPr>
            <p:ph type="subTitle" idx="4294967295"/>
          </p:nvPr>
        </p:nvSpPr>
        <p:spPr>
          <a:xfrm>
            <a:off x="82296" y="3453675"/>
            <a:ext cx="3662363" cy="568325"/>
          </a:xfrm>
          <a:prstGeom prst="rect">
            <a:avLst/>
          </a:prstGeom>
        </p:spPr>
        <p:txBody>
          <a:bodyPr/>
          <a:lstStyle/>
          <a:p>
            <a:pPr marL="0" indent="0">
              <a:buNone/>
            </a:pPr>
            <a:r>
              <a:rPr lang="es-ES" sz="2800" dirty="0">
                <a:solidFill>
                  <a:schemeClr val="bg1"/>
                </a:solidFill>
                <a:latin typeface="+mj-lt"/>
              </a:rPr>
              <a:t>SAM México</a:t>
            </a:r>
          </a:p>
        </p:txBody>
      </p:sp>
      <p:sp>
        <p:nvSpPr>
          <p:cNvPr id="4" name="Subtítulo 2">
            <a:extLst>
              <a:ext uri="{FF2B5EF4-FFF2-40B4-BE49-F238E27FC236}">
                <a16:creationId xmlns:a16="http://schemas.microsoft.com/office/drawing/2014/main" id="{425DBB5A-98DF-49F8-A2C5-1A89960189A3}"/>
              </a:ext>
            </a:extLst>
          </p:cNvPr>
          <p:cNvSpPr txBox="1">
            <a:spLocks/>
          </p:cNvSpPr>
          <p:nvPr/>
        </p:nvSpPr>
        <p:spPr>
          <a:xfrm>
            <a:off x="203667" y="4022000"/>
            <a:ext cx="3662870" cy="394141"/>
          </a:xfrm>
          <a:prstGeom prst="rect">
            <a:avLst/>
          </a:prstGeom>
        </p:spPr>
        <p:txBody>
          <a:bodyPr vert="horz" lIns="0" tIns="0" rIns="0" bIns="0" rtlCol="0" anchor="t" anchorCtr="0">
            <a:noAutofit/>
          </a:bodyPr>
          <a:lstStyle>
            <a:lvl1pPr marL="0" indent="0" algn="l" defTabSz="742950" rtl="0" eaLnBrk="1" latinLnBrk="0" hangingPunct="1">
              <a:lnSpc>
                <a:spcPct val="90000"/>
              </a:lnSpc>
              <a:spcBef>
                <a:spcPts val="813"/>
              </a:spcBef>
              <a:buFont typeface="Arial" panose="020B0604020202020204" pitchFamily="34" charset="0"/>
              <a:buNone/>
              <a:defRPr lang="es-ES" sz="1600" kern="1200">
                <a:solidFill>
                  <a:schemeClr val="tx1"/>
                </a:solidFill>
                <a:latin typeface="Santander Headline Light" panose="020B0304020201010104" pitchFamily="34" charset="0"/>
                <a:ea typeface="+mj-ea"/>
                <a:cs typeface="Santander Headline Light" panose="020B0304020201010104" pitchFamily="34" charset="0"/>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sz="1400" dirty="0">
                <a:solidFill>
                  <a:schemeClr val="bg1"/>
                </a:solidFill>
                <a:latin typeface="+mn-lt"/>
              </a:rPr>
              <a:t>Septiembre 2025</a:t>
            </a:r>
          </a:p>
        </p:txBody>
      </p:sp>
      <p:cxnSp>
        <p:nvCxnSpPr>
          <p:cNvPr id="5" name="Conector recto 4">
            <a:extLst>
              <a:ext uri="{FF2B5EF4-FFF2-40B4-BE49-F238E27FC236}">
                <a16:creationId xmlns:a16="http://schemas.microsoft.com/office/drawing/2014/main" id="{E4C0C1E7-C5B9-E3A5-779F-3FDE001D0D0F}"/>
              </a:ext>
            </a:extLst>
          </p:cNvPr>
          <p:cNvCxnSpPr>
            <a:cxnSpLocks/>
          </p:cNvCxnSpPr>
          <p:nvPr/>
        </p:nvCxnSpPr>
        <p:spPr>
          <a:xfrm>
            <a:off x="203667" y="3310607"/>
            <a:ext cx="10924581"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56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3">
            <a:extLst>
              <a:ext uri="{FF2B5EF4-FFF2-40B4-BE49-F238E27FC236}">
                <a16:creationId xmlns:a16="http://schemas.microsoft.com/office/drawing/2014/main" id="{17309227-9A5D-7879-1F2F-089127880EDD}"/>
              </a:ext>
            </a:extLst>
          </p:cNvPr>
          <p:cNvSpPr txBox="1"/>
          <p:nvPr/>
        </p:nvSpPr>
        <p:spPr>
          <a:xfrm>
            <a:off x="478325" y="1620765"/>
            <a:ext cx="10829453" cy="4115357"/>
          </a:xfrm>
          <a:prstGeom prst="rect">
            <a:avLst/>
          </a:prstGeom>
          <a:noFill/>
        </p:spPr>
        <p:txBody>
          <a:bodyPr wrap="square" rtlCol="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50000"/>
              </a:lnSpc>
              <a:buFont typeface="Arial" panose="020B0604020202020204" pitchFamily="34" charset="0"/>
              <a:buChar char="•"/>
            </a:pPr>
            <a:r>
              <a:rPr lang="es-MX" sz="1600" dirty="0">
                <a:latin typeface="Santander Text Light" panose="020B0304020201020104" pitchFamily="34" charset="0"/>
              </a:rPr>
              <a:t>La pertenencia a un gran grupo internacional es una ventaja competitiva y aporta valor a cada una de las unidades que lo componen. </a:t>
            </a:r>
          </a:p>
          <a:p>
            <a:pPr marL="285750" indent="-285750" algn="just">
              <a:lnSpc>
                <a:spcPct val="150000"/>
              </a:lnSpc>
              <a:buFont typeface="Arial" panose="020B0604020202020204" pitchFamily="34" charset="0"/>
              <a:buChar char="•"/>
            </a:pPr>
            <a:r>
              <a:rPr lang="es-MX" sz="1600" dirty="0">
                <a:latin typeface="Santander Text Light" panose="020B0304020201020104" pitchFamily="34" charset="0"/>
              </a:rPr>
              <a:t>Para Santander, la consecución de un éxito comercial sostenible pasa por gestionar el negocio de forma responsable. Haciendo las cosas de manera </a:t>
            </a:r>
            <a:r>
              <a:rPr lang="es-MX" sz="1600" u="sng" dirty="0">
                <a:solidFill>
                  <a:schemeClr val="accent2"/>
                </a:solidFill>
                <a:latin typeface="Santander Text Light" panose="020B0304020201020104" pitchFamily="34" charset="0"/>
                <a:ea typeface="+mj-ea"/>
                <a:cs typeface="+mj-cs"/>
              </a:rPr>
              <a:t>Sencilla, Personal y Justa </a:t>
            </a:r>
            <a:r>
              <a:rPr lang="es-MX" sz="1600" dirty="0">
                <a:latin typeface="Santander Text Light" panose="020B0304020201020104" pitchFamily="34" charset="0"/>
              </a:rPr>
              <a:t>y contribuyendo al progreso de las personas y de las empresas, para ser un Banco responsable. </a:t>
            </a:r>
          </a:p>
          <a:p>
            <a:pPr marL="285750" indent="-285750" algn="just">
              <a:lnSpc>
                <a:spcPct val="150000"/>
              </a:lnSpc>
              <a:buFont typeface="Arial" panose="020B0604020202020204" pitchFamily="34" charset="0"/>
              <a:buChar char="•"/>
            </a:pPr>
            <a:r>
              <a:rPr lang="es-MX" sz="1600" dirty="0">
                <a:latin typeface="Santander Text Light" panose="020B0304020201020104" pitchFamily="34" charset="0"/>
              </a:rPr>
              <a:t>«Cómo» se hacen las cosas es tan importante como «qué» se hace y es la cultura corporativa la que asegura que no sólo se cumple con los requerimientos legales y regulatorios, sino que se exceden las expectativas.</a:t>
            </a:r>
          </a:p>
          <a:p>
            <a:pPr marL="285750" indent="-285750" algn="just">
              <a:lnSpc>
                <a:spcPct val="150000"/>
              </a:lnSpc>
              <a:buFont typeface="Arial" panose="020B0604020202020204" pitchFamily="34" charset="0"/>
              <a:buChar char="•"/>
            </a:pPr>
            <a:endParaRPr lang="es-MX" sz="1600" dirty="0">
              <a:latin typeface="Santander Text Light" panose="020B0304020201020104" pitchFamily="34" charset="0"/>
            </a:endParaRPr>
          </a:p>
          <a:p>
            <a:pPr marL="285750" indent="-285750" algn="just">
              <a:lnSpc>
                <a:spcPct val="150000"/>
              </a:lnSpc>
              <a:buFont typeface="Arial" panose="020B0604020202020204" pitchFamily="34" charset="0"/>
              <a:buChar char="•"/>
            </a:pPr>
            <a:r>
              <a:rPr lang="es-MX" sz="1600" dirty="0">
                <a:latin typeface="Santander Text Light" panose="020B0304020201020104" pitchFamily="34" charset="0"/>
              </a:rPr>
              <a:t>La cultura corporativa se nutre de valores compartidos y estándares éticos en línea con el código de conducta del Grupo, equilibrando las responsabilidades como banco, para ganar la confianza y fidelidad duradera de empleados, clientes, accionistas y de la sociedad.</a:t>
            </a:r>
          </a:p>
        </p:txBody>
      </p:sp>
      <p:sp>
        <p:nvSpPr>
          <p:cNvPr id="3" name="Title 1">
            <a:extLst>
              <a:ext uri="{FF2B5EF4-FFF2-40B4-BE49-F238E27FC236}">
                <a16:creationId xmlns:a16="http://schemas.microsoft.com/office/drawing/2014/main" id="{B1ABDC0D-59C1-19B8-CCDB-718BC0C88CCD}"/>
              </a:ext>
            </a:extLst>
          </p:cNvPr>
          <p:cNvSpPr>
            <a:spLocks noGrp="1"/>
          </p:cNvSpPr>
          <p:nvPr/>
        </p:nvSpPr>
        <p:spPr>
          <a:xfrm>
            <a:off x="478325" y="962849"/>
            <a:ext cx="11235350" cy="657916"/>
          </a:xfrm>
          <a:prstGeom prst="rect">
            <a:avLst/>
          </a:prstGeom>
        </p:spPr>
        <p:txBody>
          <a:bodyPr vert="horz" lIns="91440" tIns="45720" rIns="91440" bIns="45720" rtlCol="0" anchor="t">
            <a:normAutofit/>
          </a:bodyPr>
          <a:lstStyle>
            <a:lvl1pPr algn="l" defTabSz="742950" rtl="0" eaLnBrk="1" latinLnBrk="0" hangingPunct="1">
              <a:lnSpc>
                <a:spcPct val="90000"/>
              </a:lnSpc>
              <a:spcBef>
                <a:spcPct val="0"/>
              </a:spcBef>
              <a:buNone/>
              <a:defRPr lang="es-ES" sz="2400" b="0" kern="1200" dirty="0">
                <a:solidFill>
                  <a:schemeClr val="accent2"/>
                </a:solidFill>
                <a:latin typeface="Santander Headline" panose="020B0504020201020104" pitchFamily="34" charset="0"/>
                <a:ea typeface="+mj-ea"/>
                <a:cs typeface="+mj-cs"/>
              </a:defRPr>
            </a:lvl1pPr>
          </a:lstStyle>
          <a:p>
            <a:r>
              <a:rPr lang="es-MX" dirty="0">
                <a:solidFill>
                  <a:schemeClr val="tx1"/>
                </a:solidFill>
              </a:rPr>
              <a:t>Cultura Santander</a:t>
            </a:r>
          </a:p>
        </p:txBody>
      </p:sp>
    </p:spTree>
    <p:extLst>
      <p:ext uri="{BB962C8B-B14F-4D97-AF65-F5344CB8AC3E}">
        <p14:creationId xmlns:p14="http://schemas.microsoft.com/office/powerpoint/2010/main" val="2853768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5134A694-CF7B-D580-2A6A-A90B30ECC061}"/>
              </a:ext>
            </a:extLst>
          </p:cNvPr>
          <p:cNvGrpSpPr/>
          <p:nvPr/>
        </p:nvGrpSpPr>
        <p:grpSpPr>
          <a:xfrm>
            <a:off x="1435072" y="2425166"/>
            <a:ext cx="8544318" cy="2822058"/>
            <a:chOff x="1435072" y="2416201"/>
            <a:chExt cx="8544318" cy="2822058"/>
          </a:xfrm>
        </p:grpSpPr>
        <p:sp>
          <p:nvSpPr>
            <p:cNvPr id="3" name="Marcador de texto 4">
              <a:extLst>
                <a:ext uri="{FF2B5EF4-FFF2-40B4-BE49-F238E27FC236}">
                  <a16:creationId xmlns:a16="http://schemas.microsoft.com/office/drawing/2014/main" id="{0D873E7F-3F49-2A40-010B-984242E5324F}"/>
                </a:ext>
              </a:extLst>
            </p:cNvPr>
            <p:cNvSpPr txBox="1">
              <a:spLocks/>
            </p:cNvSpPr>
            <p:nvPr/>
          </p:nvSpPr>
          <p:spPr>
            <a:xfrm>
              <a:off x="2049566" y="3521330"/>
              <a:ext cx="1766103" cy="1107103"/>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Estándares mínimos comunes  </a:t>
              </a:r>
            </a:p>
            <a:p>
              <a:pPr>
                <a:spcBef>
                  <a:spcPts val="600"/>
                </a:spcBef>
              </a:pPr>
              <a:r>
                <a:rPr lang="en-US" sz="1000" dirty="0">
                  <a:latin typeface="Santander Text Light" panose="020B0304020201020104" pitchFamily="34" charset="0"/>
                </a:rPr>
                <a:t>Columna vertebral de </a:t>
              </a:r>
              <a:r>
                <a:rPr lang="en-US" sz="1000" dirty="0" err="1">
                  <a:latin typeface="Santander Text Light" panose="020B0304020201020104" pitchFamily="34" charset="0"/>
                </a:rPr>
                <a:t>nuestra</a:t>
              </a:r>
              <a:r>
                <a:rPr lang="en-US" sz="1000" dirty="0">
                  <a:latin typeface="Santander Text Light" panose="020B0304020201020104" pitchFamily="34" charset="0"/>
                </a:rPr>
                <a:t> </a:t>
              </a:r>
              <a:r>
                <a:rPr lang="en-US" sz="1000" dirty="0" err="1">
                  <a:latin typeface="Santander Text Light" panose="020B0304020201020104" pitchFamily="34" charset="0"/>
                </a:rPr>
                <a:t>cultura</a:t>
              </a:r>
              <a:r>
                <a:rPr lang="en-US" sz="1000" dirty="0">
                  <a:latin typeface="Santander Text Light" panose="020B0304020201020104" pitchFamily="34" charset="0"/>
                </a:rPr>
                <a:t>.</a:t>
              </a:r>
            </a:p>
            <a:p>
              <a:pPr>
                <a:spcBef>
                  <a:spcPts val="600"/>
                </a:spcBef>
              </a:pPr>
              <a:r>
                <a:rPr lang="en-US" sz="1000" dirty="0" err="1">
                  <a:latin typeface="Santander Text Light" panose="020B0304020201020104" pitchFamily="34" charset="0"/>
                </a:rPr>
                <a:t>Estos</a:t>
              </a:r>
              <a:r>
                <a:rPr lang="en-US" sz="1000" dirty="0">
                  <a:latin typeface="Santander Text Light" panose="020B0304020201020104" pitchFamily="34" charset="0"/>
                </a:rPr>
                <a:t> </a:t>
              </a:r>
              <a:r>
                <a:rPr lang="en-US" sz="1000" dirty="0" err="1">
                  <a:latin typeface="Santander Text Light" panose="020B0304020201020104" pitchFamily="34" charset="0"/>
                </a:rPr>
                <a:t>elementos</a:t>
              </a:r>
              <a:r>
                <a:rPr lang="en-US" sz="1000" dirty="0">
                  <a:latin typeface="Santander Text Light" panose="020B0304020201020104" pitchFamily="34" charset="0"/>
                </a:rPr>
                <a:t> no </a:t>
              </a:r>
              <a:r>
                <a:rPr lang="en-US" sz="1000" dirty="0" err="1">
                  <a:latin typeface="Santander Text Light" panose="020B0304020201020104" pitchFamily="34" charset="0"/>
                </a:rPr>
                <a:t>pueden</a:t>
              </a:r>
              <a:r>
                <a:rPr lang="en-US" sz="1000" dirty="0">
                  <a:latin typeface="Santander Text Light" panose="020B0304020201020104" pitchFamily="34" charset="0"/>
                </a:rPr>
                <a:t> ser </a:t>
              </a:r>
              <a:r>
                <a:rPr lang="en-US" sz="1000" dirty="0" err="1">
                  <a:latin typeface="Santander Text Light" panose="020B0304020201020104" pitchFamily="34" charset="0"/>
                </a:rPr>
                <a:t>modificados</a:t>
              </a:r>
              <a:r>
                <a:rPr lang="en-US" sz="1000" dirty="0">
                  <a:latin typeface="Santander Text Light" panose="020B0304020201020104" pitchFamily="34" charset="0"/>
                </a:rPr>
                <a:t>.</a:t>
              </a:r>
            </a:p>
          </p:txBody>
        </p:sp>
        <p:grpSp>
          <p:nvGrpSpPr>
            <p:cNvPr id="4" name="Grupo 3">
              <a:extLst>
                <a:ext uri="{FF2B5EF4-FFF2-40B4-BE49-F238E27FC236}">
                  <a16:creationId xmlns:a16="http://schemas.microsoft.com/office/drawing/2014/main" id="{2405390E-D66F-2648-6641-E7143441F59C}"/>
                </a:ext>
              </a:extLst>
            </p:cNvPr>
            <p:cNvGrpSpPr/>
            <p:nvPr/>
          </p:nvGrpSpPr>
          <p:grpSpPr>
            <a:xfrm>
              <a:off x="1435072" y="2416201"/>
              <a:ext cx="2804720" cy="1399991"/>
              <a:chOff x="-870735" y="-889388"/>
              <a:chExt cx="1875512" cy="936172"/>
            </a:xfrm>
          </p:grpSpPr>
          <p:sp>
            <p:nvSpPr>
              <p:cNvPr id="19" name="Elipse 35">
                <a:extLst>
                  <a:ext uri="{FF2B5EF4-FFF2-40B4-BE49-F238E27FC236}">
                    <a16:creationId xmlns:a16="http://schemas.microsoft.com/office/drawing/2014/main" id="{F6CA33A1-4874-712F-F624-FE15BB02E60E}"/>
                  </a:ext>
                </a:extLst>
              </p:cNvPr>
              <p:cNvSpPr/>
              <p:nvPr/>
            </p:nvSpPr>
            <p:spPr>
              <a:xfrm>
                <a:off x="-87073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0" name="Elipse 35">
                <a:extLst>
                  <a:ext uri="{FF2B5EF4-FFF2-40B4-BE49-F238E27FC236}">
                    <a16:creationId xmlns:a16="http://schemas.microsoft.com/office/drawing/2014/main" id="{C4621C3A-8BFD-F390-F6D1-976B27F0EE7D}"/>
                  </a:ext>
                </a:extLst>
              </p:cNvPr>
              <p:cNvSpPr/>
              <p:nvPr/>
            </p:nvSpPr>
            <p:spPr>
              <a:xfrm>
                <a:off x="6860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5" name="Grupo 4">
              <a:extLst>
                <a:ext uri="{FF2B5EF4-FFF2-40B4-BE49-F238E27FC236}">
                  <a16:creationId xmlns:a16="http://schemas.microsoft.com/office/drawing/2014/main" id="{D05B4C24-2156-EB00-4EB1-97F1F71BE02E}"/>
                </a:ext>
              </a:extLst>
            </p:cNvPr>
            <p:cNvGrpSpPr/>
            <p:nvPr/>
          </p:nvGrpSpPr>
          <p:grpSpPr>
            <a:xfrm rot="10800000" flipH="1">
              <a:off x="4253543" y="3838268"/>
              <a:ext cx="2794328" cy="1399991"/>
              <a:chOff x="-880821" y="-904150"/>
              <a:chExt cx="1868563" cy="936172"/>
            </a:xfrm>
          </p:grpSpPr>
          <p:sp>
            <p:nvSpPr>
              <p:cNvPr id="17" name="Elipse 35">
                <a:extLst>
                  <a:ext uri="{FF2B5EF4-FFF2-40B4-BE49-F238E27FC236}">
                    <a16:creationId xmlns:a16="http://schemas.microsoft.com/office/drawing/2014/main" id="{861FEC39-A7BC-9117-DC42-85949876C655}"/>
                  </a:ext>
                </a:extLst>
              </p:cNvPr>
              <p:cNvSpPr/>
              <p:nvPr/>
            </p:nvSpPr>
            <p:spPr>
              <a:xfrm>
                <a:off x="51570" y="-904150"/>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35">
                <a:extLst>
                  <a:ext uri="{FF2B5EF4-FFF2-40B4-BE49-F238E27FC236}">
                    <a16:creationId xmlns:a16="http://schemas.microsoft.com/office/drawing/2014/main" id="{2397A11E-DE9F-AC83-04B9-33D463D4EF6B}"/>
                  </a:ext>
                </a:extLst>
              </p:cNvPr>
              <p:cNvSpPr/>
              <p:nvPr/>
            </p:nvSpPr>
            <p:spPr>
              <a:xfrm>
                <a:off x="-880821" y="-904150"/>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6" name="Grupo 5">
              <a:extLst>
                <a:ext uri="{FF2B5EF4-FFF2-40B4-BE49-F238E27FC236}">
                  <a16:creationId xmlns:a16="http://schemas.microsoft.com/office/drawing/2014/main" id="{F429BE3F-0E71-8445-36AC-1CC5FA1AA9B9}"/>
                </a:ext>
              </a:extLst>
            </p:cNvPr>
            <p:cNvGrpSpPr/>
            <p:nvPr/>
          </p:nvGrpSpPr>
          <p:grpSpPr>
            <a:xfrm>
              <a:off x="7061439" y="2416201"/>
              <a:ext cx="2798779" cy="1399991"/>
              <a:chOff x="-896617" y="-889388"/>
              <a:chExt cx="1871539" cy="936172"/>
            </a:xfrm>
          </p:grpSpPr>
          <p:sp>
            <p:nvSpPr>
              <p:cNvPr id="15" name="Elipse 35">
                <a:extLst>
                  <a:ext uri="{FF2B5EF4-FFF2-40B4-BE49-F238E27FC236}">
                    <a16:creationId xmlns:a16="http://schemas.microsoft.com/office/drawing/2014/main" id="{2317B104-FE0B-00CB-70FB-53AD56CF40DE}"/>
                  </a:ext>
                </a:extLst>
              </p:cNvPr>
              <p:cNvSpPr/>
              <p:nvPr/>
            </p:nvSpPr>
            <p:spPr>
              <a:xfrm>
                <a:off x="38750"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Elipse 35">
                <a:extLst>
                  <a:ext uri="{FF2B5EF4-FFF2-40B4-BE49-F238E27FC236}">
                    <a16:creationId xmlns:a16="http://schemas.microsoft.com/office/drawing/2014/main" id="{CA6C65C5-0F81-0A2F-FDD7-9C7633B4DED4}"/>
                  </a:ext>
                </a:extLst>
              </p:cNvPr>
              <p:cNvSpPr/>
              <p:nvPr/>
            </p:nvSpPr>
            <p:spPr>
              <a:xfrm>
                <a:off x="-896617"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7" name="Elipse 6">
              <a:extLst>
                <a:ext uri="{FF2B5EF4-FFF2-40B4-BE49-F238E27FC236}">
                  <a16:creationId xmlns:a16="http://schemas.microsoft.com/office/drawing/2014/main" id="{D825E115-56BB-DAF1-B449-9E4A6D621300}"/>
                </a:ext>
              </a:extLst>
            </p:cNvPr>
            <p:cNvSpPr/>
            <p:nvPr/>
          </p:nvSpPr>
          <p:spPr>
            <a:xfrm>
              <a:off x="4164730" y="3847240"/>
              <a:ext cx="177626" cy="177626"/>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 name="Elipse 7">
              <a:extLst>
                <a:ext uri="{FF2B5EF4-FFF2-40B4-BE49-F238E27FC236}">
                  <a16:creationId xmlns:a16="http://schemas.microsoft.com/office/drawing/2014/main" id="{CF392C53-ACBB-6D78-91DB-3A4325B92DEF}"/>
                </a:ext>
              </a:extLst>
            </p:cNvPr>
            <p:cNvSpPr/>
            <p:nvPr/>
          </p:nvSpPr>
          <p:spPr>
            <a:xfrm>
              <a:off x="6984515" y="3628685"/>
              <a:ext cx="177626" cy="177626"/>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 name="Elipse 8">
              <a:extLst>
                <a:ext uri="{FF2B5EF4-FFF2-40B4-BE49-F238E27FC236}">
                  <a16:creationId xmlns:a16="http://schemas.microsoft.com/office/drawing/2014/main" id="{E46101D7-C19A-FC65-1038-0AF9848AC716}"/>
                </a:ext>
              </a:extLst>
            </p:cNvPr>
            <p:cNvSpPr/>
            <p:nvPr/>
          </p:nvSpPr>
          <p:spPr>
            <a:xfrm>
              <a:off x="9801764" y="3847240"/>
              <a:ext cx="177626" cy="177626"/>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Marcador de texto 4">
              <a:extLst>
                <a:ext uri="{FF2B5EF4-FFF2-40B4-BE49-F238E27FC236}">
                  <a16:creationId xmlns:a16="http://schemas.microsoft.com/office/drawing/2014/main" id="{B26F592E-D3B1-28F6-43F6-75AD33668754}"/>
                </a:ext>
              </a:extLst>
            </p:cNvPr>
            <p:cNvSpPr txBox="1">
              <a:spLocks/>
            </p:cNvSpPr>
            <p:nvPr/>
          </p:nvSpPr>
          <p:spPr>
            <a:xfrm>
              <a:off x="4769129" y="3521330"/>
              <a:ext cx="1766103" cy="1107103"/>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Iniciativas globales obligatorias </a:t>
              </a:r>
            </a:p>
            <a:p>
              <a:pPr>
                <a:spcBef>
                  <a:spcPts val="600"/>
                </a:spcBef>
              </a:pPr>
              <a:r>
                <a:rPr lang="en-US" sz="1000" dirty="0">
                  <a:latin typeface="Santander Text Light" panose="020B0304020201020104" pitchFamily="34" charset="0"/>
                </a:rPr>
                <a:t>Se </a:t>
              </a:r>
              <a:r>
                <a:rPr lang="en-US" sz="1000" dirty="0" err="1">
                  <a:latin typeface="Santander Text Light" panose="020B0304020201020104" pitchFamily="34" charset="0"/>
                </a:rPr>
                <a:t>deben</a:t>
              </a:r>
              <a:r>
                <a:rPr lang="en-US" sz="1000" dirty="0">
                  <a:latin typeface="Santander Text Light" panose="020B0304020201020104" pitchFamily="34" charset="0"/>
                </a:rPr>
                <a:t> </a:t>
              </a:r>
              <a:r>
                <a:rPr lang="en-US" sz="1000" dirty="0" err="1">
                  <a:latin typeface="Santander Text Light" panose="020B0304020201020104" pitchFamily="34" charset="0"/>
                </a:rPr>
                <a:t>implantar</a:t>
              </a:r>
              <a:r>
                <a:rPr lang="en-US" sz="1000" dirty="0">
                  <a:latin typeface="Santander Text Light" panose="020B0304020201020104" pitchFamily="34" charset="0"/>
                </a:rPr>
                <a:t> </a:t>
              </a:r>
              <a:r>
                <a:rPr lang="en-US" sz="1000" dirty="0" err="1">
                  <a:latin typeface="Santander Text Light" panose="020B0304020201020104" pitchFamily="34" charset="0"/>
                </a:rPr>
                <a:t>en</a:t>
              </a:r>
              <a:r>
                <a:rPr lang="en-US" sz="1000" dirty="0">
                  <a:latin typeface="Santander Text Light" panose="020B0304020201020104" pitchFamily="34" charset="0"/>
                </a:rPr>
                <a:t> </a:t>
              </a:r>
              <a:r>
                <a:rPr lang="en-US" sz="1000" dirty="0" err="1">
                  <a:latin typeface="Santander Text Light" panose="020B0304020201020104" pitchFamily="34" charset="0"/>
                </a:rPr>
                <a:t>todo</a:t>
              </a:r>
              <a:r>
                <a:rPr lang="en-US" sz="1000" dirty="0">
                  <a:latin typeface="Santander Text Light" panose="020B0304020201020104" pitchFamily="34" charset="0"/>
                </a:rPr>
                <a:t> </a:t>
              </a:r>
              <a:r>
                <a:rPr lang="en-US" sz="1000" dirty="0" err="1">
                  <a:latin typeface="Santander Text Light" panose="020B0304020201020104" pitchFamily="34" charset="0"/>
                </a:rPr>
                <a:t>el</a:t>
              </a:r>
              <a:r>
                <a:rPr lang="en-US" sz="1000" dirty="0">
                  <a:latin typeface="Santander Text Light" panose="020B0304020201020104" pitchFamily="34" charset="0"/>
                </a:rPr>
                <a:t> Grupo.</a:t>
              </a:r>
            </a:p>
          </p:txBody>
        </p:sp>
        <p:sp>
          <p:nvSpPr>
            <p:cNvPr id="11" name="Marcador de texto 4">
              <a:extLst>
                <a:ext uri="{FF2B5EF4-FFF2-40B4-BE49-F238E27FC236}">
                  <a16:creationId xmlns:a16="http://schemas.microsoft.com/office/drawing/2014/main" id="{3FCDB5F0-9B5D-AF8F-ED95-7928DF40414F}"/>
                </a:ext>
              </a:extLst>
            </p:cNvPr>
            <p:cNvSpPr txBox="1">
              <a:spLocks/>
            </p:cNvSpPr>
            <p:nvPr/>
          </p:nvSpPr>
          <p:spPr>
            <a:xfrm>
              <a:off x="7692661" y="3521330"/>
              <a:ext cx="1766103" cy="1107103"/>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Iniciativas locales </a:t>
              </a:r>
            </a:p>
            <a:p>
              <a:pPr>
                <a:spcBef>
                  <a:spcPts val="600"/>
                </a:spcBef>
              </a:pPr>
              <a:r>
                <a:rPr lang="en-US" sz="1000" dirty="0" err="1">
                  <a:latin typeface="Santander Text Light" panose="020B0304020201020104" pitchFamily="34" charset="0"/>
                </a:rPr>
                <a:t>Pueden</a:t>
              </a:r>
              <a:r>
                <a:rPr lang="en-US" sz="1000" dirty="0">
                  <a:latin typeface="Santander Text Light" panose="020B0304020201020104" pitchFamily="34" charset="0"/>
                </a:rPr>
                <a:t> </a:t>
              </a:r>
              <a:r>
                <a:rPr lang="en-US" sz="1000" dirty="0" err="1">
                  <a:latin typeface="Santander Text Light" panose="020B0304020201020104" pitchFamily="34" charset="0"/>
                </a:rPr>
                <a:t>desarrollarse</a:t>
              </a:r>
              <a:r>
                <a:rPr lang="en-US" sz="1000" dirty="0">
                  <a:latin typeface="Santander Text Light" panose="020B0304020201020104" pitchFamily="34" charset="0"/>
                </a:rPr>
                <a:t> con </a:t>
              </a:r>
              <a:r>
                <a:rPr lang="en-US" sz="1000" dirty="0" err="1">
                  <a:latin typeface="Santander Text Light" panose="020B0304020201020104" pitchFamily="34" charset="0"/>
                </a:rPr>
                <a:t>autonomía</a:t>
              </a:r>
              <a:r>
                <a:rPr lang="en-US" sz="1000" dirty="0">
                  <a:latin typeface="Santander Text Light" panose="020B0304020201020104" pitchFamily="34" charset="0"/>
                </a:rPr>
                <a:t> </a:t>
              </a:r>
              <a:r>
                <a:rPr lang="en-US" sz="1000" dirty="0" err="1">
                  <a:latin typeface="Santander Text Light" panose="020B0304020201020104" pitchFamily="34" charset="0"/>
                </a:rPr>
                <a:t>dentro</a:t>
              </a:r>
              <a:r>
                <a:rPr lang="en-US" sz="1000" dirty="0">
                  <a:latin typeface="Santander Text Light" panose="020B0304020201020104" pitchFamily="34" charset="0"/>
                </a:rPr>
                <a:t> de la </a:t>
              </a:r>
              <a:r>
                <a:rPr lang="en-US" sz="1000" dirty="0" err="1">
                  <a:latin typeface="Santander Text Light" panose="020B0304020201020104" pitchFamily="34" charset="0"/>
                </a:rPr>
                <a:t>política</a:t>
              </a:r>
              <a:r>
                <a:rPr lang="en-US" sz="1000" dirty="0">
                  <a:latin typeface="Santander Text Light" panose="020B0304020201020104" pitchFamily="34" charset="0"/>
                </a:rPr>
                <a:t> </a:t>
              </a:r>
              <a:r>
                <a:rPr lang="en-US" sz="1000" dirty="0" err="1">
                  <a:latin typeface="Santander Text Light" panose="020B0304020201020104" pitchFamily="34" charset="0"/>
                </a:rPr>
                <a:t>corporativa</a:t>
              </a:r>
              <a:r>
                <a:rPr lang="en-US" sz="1000" dirty="0">
                  <a:latin typeface="Santander Text Light" panose="020B0304020201020104" pitchFamily="34" charset="0"/>
                </a:rPr>
                <a:t> de </a:t>
              </a:r>
              <a:r>
                <a:rPr lang="en-US" sz="1000" dirty="0" err="1">
                  <a:latin typeface="Santander Text Light" panose="020B0304020201020104" pitchFamily="34" charset="0"/>
                </a:rPr>
                <a:t>cultura</a:t>
              </a:r>
              <a:r>
                <a:rPr lang="en-US" sz="1000" dirty="0">
                  <a:latin typeface="Santander Text Light" panose="020B0304020201020104" pitchFamily="34" charset="0"/>
                </a:rPr>
                <a:t>.</a:t>
              </a:r>
            </a:p>
          </p:txBody>
        </p:sp>
        <p:pic>
          <p:nvPicPr>
            <p:cNvPr id="12" name="Gráfico 11">
              <a:extLst>
                <a:ext uri="{FF2B5EF4-FFF2-40B4-BE49-F238E27FC236}">
                  <a16:creationId xmlns:a16="http://schemas.microsoft.com/office/drawing/2014/main" id="{8814781B-C3F9-3783-52E4-16895243E6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86970" y="3064560"/>
              <a:ext cx="292500" cy="292500"/>
            </a:xfrm>
            <a:prstGeom prst="rect">
              <a:avLst/>
            </a:prstGeom>
          </p:spPr>
        </p:pic>
        <p:pic>
          <p:nvPicPr>
            <p:cNvPr id="13" name="Gráfico 12">
              <a:extLst>
                <a:ext uri="{FF2B5EF4-FFF2-40B4-BE49-F238E27FC236}">
                  <a16:creationId xmlns:a16="http://schemas.microsoft.com/office/drawing/2014/main" id="{FCE55FAB-A93E-C1EF-A23C-FB27F294D0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07288" y="3064560"/>
              <a:ext cx="292500" cy="292500"/>
            </a:xfrm>
            <a:prstGeom prst="rect">
              <a:avLst/>
            </a:prstGeom>
          </p:spPr>
        </p:pic>
        <p:pic>
          <p:nvPicPr>
            <p:cNvPr id="14" name="Gráfico 13">
              <a:extLst>
                <a:ext uri="{FF2B5EF4-FFF2-40B4-BE49-F238E27FC236}">
                  <a16:creationId xmlns:a16="http://schemas.microsoft.com/office/drawing/2014/main" id="{35789F34-BE6D-9EE4-B7A9-4B24396F9D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58374" y="3064560"/>
              <a:ext cx="292500" cy="292500"/>
            </a:xfrm>
            <a:prstGeom prst="rect">
              <a:avLst/>
            </a:prstGeom>
          </p:spPr>
        </p:pic>
      </p:grpSp>
      <p:sp>
        <p:nvSpPr>
          <p:cNvPr id="21" name="Título 10">
            <a:extLst>
              <a:ext uri="{FF2B5EF4-FFF2-40B4-BE49-F238E27FC236}">
                <a16:creationId xmlns:a16="http://schemas.microsoft.com/office/drawing/2014/main" id="{57A0DDA7-6491-21A5-B75A-C0441BC46729}"/>
              </a:ext>
            </a:extLst>
          </p:cNvPr>
          <p:cNvSpPr txBox="1">
            <a:spLocks/>
          </p:cNvSpPr>
          <p:nvPr/>
        </p:nvSpPr>
        <p:spPr>
          <a:xfrm>
            <a:off x="441085" y="1042256"/>
            <a:ext cx="11309829" cy="511802"/>
          </a:xfrm>
          <a:prstGeom prst="rect">
            <a:avLst/>
          </a:prstGeom>
        </p:spPr>
        <p:txBody>
          <a:bodyPr/>
          <a:lstStyle>
            <a:lvl1pPr algn="l" defTabSz="742950" rtl="0" eaLnBrk="1" latinLnBrk="0" hangingPunct="1">
              <a:lnSpc>
                <a:spcPct val="90000"/>
              </a:lnSpc>
              <a:spcBef>
                <a:spcPct val="0"/>
              </a:spcBef>
              <a:buNone/>
              <a:defRPr sz="3575" kern="1200">
                <a:solidFill>
                  <a:schemeClr val="tx1"/>
                </a:solidFill>
                <a:latin typeface="+mj-lt"/>
                <a:ea typeface="+mj-ea"/>
                <a:cs typeface="+mj-cs"/>
              </a:defRPr>
            </a:lvl1pPr>
          </a:lstStyle>
          <a:p>
            <a:r>
              <a:rPr lang="es-ES" sz="2600" dirty="0"/>
              <a:t>Cultura Santander | 3 Elementos</a:t>
            </a:r>
          </a:p>
        </p:txBody>
      </p:sp>
    </p:spTree>
    <p:extLst>
      <p:ext uri="{BB962C8B-B14F-4D97-AF65-F5344CB8AC3E}">
        <p14:creationId xmlns:p14="http://schemas.microsoft.com/office/powerpoint/2010/main" val="1127850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F6139-D0A8-B885-57E3-76AFF7817931}"/>
              </a:ext>
            </a:extLst>
          </p:cNvPr>
          <p:cNvSpPr>
            <a:spLocks noGrp="1"/>
          </p:cNvSpPr>
          <p:nvPr>
            <p:ph type="title"/>
          </p:nvPr>
        </p:nvSpPr>
        <p:spPr>
          <a:xfrm>
            <a:off x="929203" y="1154254"/>
            <a:ext cx="11006171" cy="354970"/>
          </a:xfrm>
        </p:spPr>
        <p:txBody>
          <a:bodyPr/>
          <a:lstStyle/>
          <a:p>
            <a:r>
              <a:rPr lang="es-ES" dirty="0"/>
              <a:t>Estándares mínimos comunes</a:t>
            </a:r>
          </a:p>
        </p:txBody>
      </p:sp>
      <p:sp>
        <p:nvSpPr>
          <p:cNvPr id="3" name="Marcador de texto 2">
            <a:extLst>
              <a:ext uri="{FF2B5EF4-FFF2-40B4-BE49-F238E27FC236}">
                <a16:creationId xmlns:a16="http://schemas.microsoft.com/office/drawing/2014/main" id="{D9D0520B-E1A9-D42B-E59F-1B49A3DE99B3}"/>
              </a:ext>
            </a:extLst>
          </p:cNvPr>
          <p:cNvSpPr>
            <a:spLocks noGrp="1"/>
          </p:cNvSpPr>
          <p:nvPr>
            <p:ph type="body" sz="quarter" idx="10"/>
          </p:nvPr>
        </p:nvSpPr>
        <p:spPr>
          <a:xfrm>
            <a:off x="929203" y="1589214"/>
            <a:ext cx="10998058" cy="282294"/>
          </a:xfrm>
        </p:spPr>
        <p:txBody>
          <a:bodyPr/>
          <a:lstStyle/>
          <a:p>
            <a:r>
              <a:rPr lang="es-ES" dirty="0" err="1"/>
              <a:t>The</a:t>
            </a:r>
            <a:r>
              <a:rPr lang="es-ES" dirty="0"/>
              <a:t> Santander </a:t>
            </a:r>
            <a:r>
              <a:rPr lang="es-ES" dirty="0" err="1"/>
              <a:t>Way</a:t>
            </a:r>
            <a:endParaRPr lang="en-US" sz="1050" dirty="0">
              <a:latin typeface="Santander Text Light" panose="020B0304020201020104" pitchFamily="34" charset="0"/>
            </a:endParaRPr>
          </a:p>
          <a:p>
            <a:endParaRPr lang="es-ES" dirty="0"/>
          </a:p>
        </p:txBody>
      </p:sp>
      <p:pic>
        <p:nvPicPr>
          <p:cNvPr id="4" name="Gráfico 3">
            <a:extLst>
              <a:ext uri="{FF2B5EF4-FFF2-40B4-BE49-F238E27FC236}">
                <a16:creationId xmlns:a16="http://schemas.microsoft.com/office/drawing/2014/main" id="{9571DBC2-DB8D-E0BC-E0A0-3643E99304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6153" y="1149629"/>
            <a:ext cx="292500" cy="292500"/>
          </a:xfrm>
          <a:prstGeom prst="rect">
            <a:avLst/>
          </a:prstGeom>
        </p:spPr>
      </p:pic>
      <p:grpSp>
        <p:nvGrpSpPr>
          <p:cNvPr id="5" name="Grupo 4">
            <a:extLst>
              <a:ext uri="{FF2B5EF4-FFF2-40B4-BE49-F238E27FC236}">
                <a16:creationId xmlns:a16="http://schemas.microsoft.com/office/drawing/2014/main" id="{ADC3FC72-7300-C10E-920A-0B52615F2A9B}"/>
              </a:ext>
            </a:extLst>
          </p:cNvPr>
          <p:cNvGrpSpPr/>
          <p:nvPr/>
        </p:nvGrpSpPr>
        <p:grpSpPr>
          <a:xfrm>
            <a:off x="1168610" y="2332039"/>
            <a:ext cx="5034434" cy="3767227"/>
            <a:chOff x="1510874" y="2100714"/>
            <a:chExt cx="5034434" cy="3767227"/>
          </a:xfrm>
        </p:grpSpPr>
        <p:grpSp>
          <p:nvGrpSpPr>
            <p:cNvPr id="6" name="Grupo 5">
              <a:extLst>
                <a:ext uri="{FF2B5EF4-FFF2-40B4-BE49-F238E27FC236}">
                  <a16:creationId xmlns:a16="http://schemas.microsoft.com/office/drawing/2014/main" id="{3C336FF5-63DB-0453-5B27-AC55D991FC12}"/>
                </a:ext>
              </a:extLst>
            </p:cNvPr>
            <p:cNvGrpSpPr/>
            <p:nvPr/>
          </p:nvGrpSpPr>
          <p:grpSpPr>
            <a:xfrm>
              <a:off x="2646205" y="2100714"/>
              <a:ext cx="3899103" cy="3767227"/>
              <a:chOff x="7140417" y="653459"/>
              <a:chExt cx="3899103" cy="3767227"/>
            </a:xfrm>
          </p:grpSpPr>
          <p:grpSp>
            <p:nvGrpSpPr>
              <p:cNvPr id="9" name="Group 7">
                <a:extLst>
                  <a:ext uri="{FF2B5EF4-FFF2-40B4-BE49-F238E27FC236}">
                    <a16:creationId xmlns:a16="http://schemas.microsoft.com/office/drawing/2014/main" id="{C1EE50C0-36F0-F31E-CD8E-DC1DF74AB25A}"/>
                  </a:ext>
                </a:extLst>
              </p:cNvPr>
              <p:cNvGrpSpPr>
                <a:grpSpLocks noChangeAspect="1"/>
              </p:cNvGrpSpPr>
              <p:nvPr/>
            </p:nvGrpSpPr>
            <p:grpSpPr bwMode="auto">
              <a:xfrm>
                <a:off x="7140417" y="1120109"/>
                <a:ext cx="2509837" cy="2881313"/>
                <a:chOff x="2127" y="1678"/>
                <a:chExt cx="1581" cy="1815"/>
              </a:xfrm>
            </p:grpSpPr>
            <p:sp>
              <p:nvSpPr>
                <p:cNvPr id="15" name="AutoShape 6">
                  <a:extLst>
                    <a:ext uri="{FF2B5EF4-FFF2-40B4-BE49-F238E27FC236}">
                      <a16:creationId xmlns:a16="http://schemas.microsoft.com/office/drawing/2014/main" id="{51BB6156-7068-69AD-AB97-F4FDDEB1EC36}"/>
                    </a:ext>
                  </a:extLst>
                </p:cNvPr>
                <p:cNvSpPr>
                  <a:spLocks noChangeAspect="1" noChangeArrowheads="1" noTextEdit="1"/>
                </p:cNvSpPr>
                <p:nvPr/>
              </p:nvSpPr>
              <p:spPr bwMode="auto">
                <a:xfrm>
                  <a:off x="2127" y="1678"/>
                  <a:ext cx="1581" cy="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16" name="Oval 8">
                  <a:extLst>
                    <a:ext uri="{FF2B5EF4-FFF2-40B4-BE49-F238E27FC236}">
                      <a16:creationId xmlns:a16="http://schemas.microsoft.com/office/drawing/2014/main" id="{D237B870-BB7B-4F57-74B3-7124DFCF4E04}"/>
                    </a:ext>
                  </a:extLst>
                </p:cNvPr>
                <p:cNvSpPr>
                  <a:spLocks noChangeArrowheads="1"/>
                </p:cNvSpPr>
                <p:nvPr/>
              </p:nvSpPr>
              <p:spPr bwMode="auto">
                <a:xfrm>
                  <a:off x="2544" y="2198"/>
                  <a:ext cx="752" cy="752"/>
                </a:xfrm>
                <a:prstGeom prst="ellipse">
                  <a:avLst/>
                </a:prstGeom>
                <a:solidFill>
                  <a:srgbClr val="FFFFFF"/>
                </a:solidFill>
                <a:ln w="9525"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s-ES"/>
                </a:p>
              </p:txBody>
            </p:sp>
            <p:sp>
              <p:nvSpPr>
                <p:cNvPr id="17" name="Freeform 9">
                  <a:extLst>
                    <a:ext uri="{FF2B5EF4-FFF2-40B4-BE49-F238E27FC236}">
                      <a16:creationId xmlns:a16="http://schemas.microsoft.com/office/drawing/2014/main" id="{BD0F357C-CF73-30C8-63C3-FB2B690069EF}"/>
                    </a:ext>
                  </a:extLst>
                </p:cNvPr>
                <p:cNvSpPr>
                  <a:spLocks/>
                </p:cNvSpPr>
                <p:nvPr/>
              </p:nvSpPr>
              <p:spPr bwMode="auto">
                <a:xfrm>
                  <a:off x="2527" y="2143"/>
                  <a:ext cx="281" cy="221"/>
                </a:xfrm>
                <a:custGeom>
                  <a:avLst/>
                  <a:gdLst>
                    <a:gd name="T0" fmla="*/ 0 w 199"/>
                    <a:gd name="T1" fmla="*/ 156 h 156"/>
                    <a:gd name="T2" fmla="*/ 199 w 199"/>
                    <a:gd name="T3" fmla="*/ 0 h 156"/>
                  </a:gdLst>
                  <a:ahLst/>
                  <a:cxnLst>
                    <a:cxn ang="0">
                      <a:pos x="T0" y="T1"/>
                    </a:cxn>
                    <a:cxn ang="0">
                      <a:pos x="T2" y="T3"/>
                    </a:cxn>
                  </a:cxnLst>
                  <a:rect l="0" t="0" r="r" b="b"/>
                  <a:pathLst>
                    <a:path w="199" h="156">
                      <a:moveTo>
                        <a:pt x="0" y="156"/>
                      </a:moveTo>
                      <a:cubicBezTo>
                        <a:pt x="41" y="80"/>
                        <a:pt x="113" y="22"/>
                        <a:pt x="199" y="0"/>
                      </a:cubicBezTo>
                    </a:path>
                  </a:pathLst>
                </a:custGeom>
                <a:noFill/>
                <a:ln w="95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8" name="Freeform 10">
                  <a:extLst>
                    <a:ext uri="{FF2B5EF4-FFF2-40B4-BE49-F238E27FC236}">
                      <a16:creationId xmlns:a16="http://schemas.microsoft.com/office/drawing/2014/main" id="{7CA71E94-78B3-D5DD-792E-76EC8903ACFA}"/>
                    </a:ext>
                  </a:extLst>
                </p:cNvPr>
                <p:cNvSpPr>
                  <a:spLocks/>
                </p:cNvSpPr>
                <p:nvPr/>
              </p:nvSpPr>
              <p:spPr bwMode="auto">
                <a:xfrm>
                  <a:off x="2474" y="2439"/>
                  <a:ext cx="65" cy="367"/>
                </a:xfrm>
                <a:custGeom>
                  <a:avLst/>
                  <a:gdLst>
                    <a:gd name="T0" fmla="*/ 46 w 46"/>
                    <a:gd name="T1" fmla="*/ 259 h 259"/>
                    <a:gd name="T2" fmla="*/ 0 w 46"/>
                    <a:gd name="T3" fmla="*/ 96 h 259"/>
                    <a:gd name="T4" fmla="*/ 15 w 46"/>
                    <a:gd name="T5" fmla="*/ 0 h 259"/>
                  </a:gdLst>
                  <a:ahLst/>
                  <a:cxnLst>
                    <a:cxn ang="0">
                      <a:pos x="T0" y="T1"/>
                    </a:cxn>
                    <a:cxn ang="0">
                      <a:pos x="T2" y="T3"/>
                    </a:cxn>
                    <a:cxn ang="0">
                      <a:pos x="T4" y="T5"/>
                    </a:cxn>
                  </a:cxnLst>
                  <a:rect l="0" t="0" r="r" b="b"/>
                  <a:pathLst>
                    <a:path w="46" h="259">
                      <a:moveTo>
                        <a:pt x="46" y="259"/>
                      </a:moveTo>
                      <a:cubicBezTo>
                        <a:pt x="17" y="211"/>
                        <a:pt x="0" y="155"/>
                        <a:pt x="0" y="96"/>
                      </a:cubicBezTo>
                      <a:cubicBezTo>
                        <a:pt x="0" y="62"/>
                        <a:pt x="5" y="30"/>
                        <a:pt x="15" y="0"/>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9" name="Freeform 11">
                  <a:extLst>
                    <a:ext uri="{FF2B5EF4-FFF2-40B4-BE49-F238E27FC236}">
                      <a16:creationId xmlns:a16="http://schemas.microsoft.com/office/drawing/2014/main" id="{8B6E840B-8383-4DE0-EE3D-1D6C7E89A9FC}"/>
                    </a:ext>
                  </a:extLst>
                </p:cNvPr>
                <p:cNvSpPr>
                  <a:spLocks/>
                </p:cNvSpPr>
                <p:nvPr/>
              </p:nvSpPr>
              <p:spPr bwMode="auto">
                <a:xfrm>
                  <a:off x="2596" y="2879"/>
                  <a:ext cx="324" cy="141"/>
                </a:xfrm>
                <a:custGeom>
                  <a:avLst/>
                  <a:gdLst>
                    <a:gd name="T0" fmla="*/ 229 w 229"/>
                    <a:gd name="T1" fmla="*/ 99 h 99"/>
                    <a:gd name="T2" fmla="*/ 0 w 229"/>
                    <a:gd name="T3" fmla="*/ 0 h 99"/>
                  </a:gdLst>
                  <a:ahLst/>
                  <a:cxnLst>
                    <a:cxn ang="0">
                      <a:pos x="T0" y="T1"/>
                    </a:cxn>
                    <a:cxn ang="0">
                      <a:pos x="T2" y="T3"/>
                    </a:cxn>
                  </a:cxnLst>
                  <a:rect l="0" t="0" r="r" b="b"/>
                  <a:pathLst>
                    <a:path w="229" h="99">
                      <a:moveTo>
                        <a:pt x="229" y="99"/>
                      </a:moveTo>
                      <a:cubicBezTo>
                        <a:pt x="138" y="99"/>
                        <a:pt x="57" y="61"/>
                        <a:pt x="0" y="0"/>
                      </a:cubicBezTo>
                    </a:path>
                  </a:pathLst>
                </a:custGeom>
                <a:noFill/>
                <a:ln w="9525" cap="flat">
                  <a:solidFill>
                    <a:srgbClr val="E3061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0" name="Freeform 12">
                  <a:extLst>
                    <a:ext uri="{FF2B5EF4-FFF2-40B4-BE49-F238E27FC236}">
                      <a16:creationId xmlns:a16="http://schemas.microsoft.com/office/drawing/2014/main" id="{39E3CF90-DFF1-AF78-D79F-29A3FE79CD38}"/>
                    </a:ext>
                  </a:extLst>
                </p:cNvPr>
                <p:cNvSpPr>
                  <a:spLocks/>
                </p:cNvSpPr>
                <p:nvPr/>
              </p:nvSpPr>
              <p:spPr bwMode="auto">
                <a:xfrm>
                  <a:off x="3025" y="2796"/>
                  <a:ext cx="281" cy="211"/>
                </a:xfrm>
                <a:custGeom>
                  <a:avLst/>
                  <a:gdLst>
                    <a:gd name="T0" fmla="*/ 198 w 198"/>
                    <a:gd name="T1" fmla="*/ 0 h 149"/>
                    <a:gd name="T2" fmla="*/ 0 w 198"/>
                    <a:gd name="T3" fmla="*/ 149 h 149"/>
                  </a:gdLst>
                  <a:ahLst/>
                  <a:cxnLst>
                    <a:cxn ang="0">
                      <a:pos x="T0" y="T1"/>
                    </a:cxn>
                    <a:cxn ang="0">
                      <a:pos x="T2" y="T3"/>
                    </a:cxn>
                  </a:cxnLst>
                  <a:rect l="0" t="0" r="r" b="b"/>
                  <a:pathLst>
                    <a:path w="198" h="149">
                      <a:moveTo>
                        <a:pt x="198" y="0"/>
                      </a:moveTo>
                      <a:cubicBezTo>
                        <a:pt x="156" y="74"/>
                        <a:pt x="85" y="129"/>
                        <a:pt x="0" y="149"/>
                      </a:cubicBezTo>
                    </a:path>
                  </a:pathLst>
                </a:custGeom>
                <a:noFill/>
                <a:ln w="952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1" name="Freeform 13">
                  <a:extLst>
                    <a:ext uri="{FF2B5EF4-FFF2-40B4-BE49-F238E27FC236}">
                      <a16:creationId xmlns:a16="http://schemas.microsoft.com/office/drawing/2014/main" id="{81E614DB-1F1B-64FD-E18D-0F76DB3CDA10}"/>
                    </a:ext>
                  </a:extLst>
                </p:cNvPr>
                <p:cNvSpPr>
                  <a:spLocks/>
                </p:cNvSpPr>
                <p:nvPr/>
              </p:nvSpPr>
              <p:spPr bwMode="auto">
                <a:xfrm>
                  <a:off x="3306" y="2352"/>
                  <a:ext cx="59" cy="352"/>
                </a:xfrm>
                <a:custGeom>
                  <a:avLst/>
                  <a:gdLst>
                    <a:gd name="T0" fmla="*/ 0 w 42"/>
                    <a:gd name="T1" fmla="*/ 0 h 248"/>
                    <a:gd name="T2" fmla="*/ 42 w 42"/>
                    <a:gd name="T3" fmla="*/ 157 h 248"/>
                    <a:gd name="T4" fmla="*/ 28 w 42"/>
                    <a:gd name="T5" fmla="*/ 248 h 248"/>
                  </a:gdLst>
                  <a:ahLst/>
                  <a:cxnLst>
                    <a:cxn ang="0">
                      <a:pos x="T0" y="T1"/>
                    </a:cxn>
                    <a:cxn ang="0">
                      <a:pos x="T2" y="T3"/>
                    </a:cxn>
                    <a:cxn ang="0">
                      <a:pos x="T4" y="T5"/>
                    </a:cxn>
                  </a:cxnLst>
                  <a:rect l="0" t="0" r="r" b="b"/>
                  <a:pathLst>
                    <a:path w="42" h="248">
                      <a:moveTo>
                        <a:pt x="0" y="0"/>
                      </a:moveTo>
                      <a:cubicBezTo>
                        <a:pt x="27" y="46"/>
                        <a:pt x="42" y="100"/>
                        <a:pt x="42" y="157"/>
                      </a:cubicBezTo>
                      <a:cubicBezTo>
                        <a:pt x="42" y="188"/>
                        <a:pt x="37" y="219"/>
                        <a:pt x="28" y="248"/>
                      </a:cubicBezTo>
                    </a:path>
                  </a:pathLst>
                </a:custGeom>
                <a:noFill/>
                <a:ln w="952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2" name="Freeform 14">
                  <a:extLst>
                    <a:ext uri="{FF2B5EF4-FFF2-40B4-BE49-F238E27FC236}">
                      <a16:creationId xmlns:a16="http://schemas.microsoft.com/office/drawing/2014/main" id="{74BAC13E-BF64-166B-8042-8481D1092E4C}"/>
                    </a:ext>
                  </a:extLst>
                </p:cNvPr>
                <p:cNvSpPr>
                  <a:spLocks/>
                </p:cNvSpPr>
                <p:nvPr/>
              </p:nvSpPr>
              <p:spPr bwMode="auto">
                <a:xfrm>
                  <a:off x="2920" y="2129"/>
                  <a:ext cx="322" cy="137"/>
                </a:xfrm>
                <a:custGeom>
                  <a:avLst/>
                  <a:gdLst>
                    <a:gd name="T0" fmla="*/ 0 w 227"/>
                    <a:gd name="T1" fmla="*/ 0 h 97"/>
                    <a:gd name="T2" fmla="*/ 227 w 227"/>
                    <a:gd name="T3" fmla="*/ 97 h 97"/>
                  </a:gdLst>
                  <a:ahLst/>
                  <a:cxnLst>
                    <a:cxn ang="0">
                      <a:pos x="T0" y="T1"/>
                    </a:cxn>
                    <a:cxn ang="0">
                      <a:pos x="T2" y="T3"/>
                    </a:cxn>
                  </a:cxnLst>
                  <a:rect l="0" t="0" r="r" b="b"/>
                  <a:pathLst>
                    <a:path w="227" h="97">
                      <a:moveTo>
                        <a:pt x="0" y="0"/>
                      </a:moveTo>
                      <a:cubicBezTo>
                        <a:pt x="89" y="0"/>
                        <a:pt x="170" y="37"/>
                        <a:pt x="227" y="97"/>
                      </a:cubicBezTo>
                    </a:path>
                  </a:pathLst>
                </a:custGeom>
                <a:noFill/>
                <a:ln w="9525" cap="flat">
                  <a:solidFill>
                    <a:srgbClr val="E3061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3" name="Line 15">
                  <a:extLst>
                    <a:ext uri="{FF2B5EF4-FFF2-40B4-BE49-F238E27FC236}">
                      <a16:creationId xmlns:a16="http://schemas.microsoft.com/office/drawing/2014/main" id="{C1E7EABD-EDE8-0685-4409-A769588ADBC7}"/>
                    </a:ext>
                  </a:extLst>
                </p:cNvPr>
                <p:cNvSpPr>
                  <a:spLocks noChangeShapeType="1"/>
                </p:cNvSpPr>
                <p:nvPr/>
              </p:nvSpPr>
              <p:spPr bwMode="auto">
                <a:xfrm flipH="1" flipV="1">
                  <a:off x="2150" y="2143"/>
                  <a:ext cx="377" cy="221"/>
                </a:xfrm>
                <a:prstGeom prst="line">
                  <a:avLst/>
                </a:prstGeom>
                <a:noFill/>
                <a:ln w="9525"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4" name="Line 16">
                  <a:extLst>
                    <a:ext uri="{FF2B5EF4-FFF2-40B4-BE49-F238E27FC236}">
                      <a16:creationId xmlns:a16="http://schemas.microsoft.com/office/drawing/2014/main" id="{00407EF8-9B10-C7D7-964A-16AE8733C55B}"/>
                    </a:ext>
                  </a:extLst>
                </p:cNvPr>
                <p:cNvSpPr>
                  <a:spLocks noChangeShapeType="1"/>
                </p:cNvSpPr>
                <p:nvPr/>
              </p:nvSpPr>
              <p:spPr bwMode="auto">
                <a:xfrm flipH="1" flipV="1">
                  <a:off x="2918" y="1689"/>
                  <a:ext cx="2" cy="440"/>
                </a:xfrm>
                <a:prstGeom prst="line">
                  <a:avLst/>
                </a:prstGeom>
                <a:noFill/>
                <a:ln w="9525" cap="flat">
                  <a:solidFill>
                    <a:srgbClr val="E3061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5" name="Line 17">
                  <a:extLst>
                    <a:ext uri="{FF2B5EF4-FFF2-40B4-BE49-F238E27FC236}">
                      <a16:creationId xmlns:a16="http://schemas.microsoft.com/office/drawing/2014/main" id="{54A49751-1789-D250-F211-24ECB5EBB228}"/>
                    </a:ext>
                  </a:extLst>
                </p:cNvPr>
                <p:cNvSpPr>
                  <a:spLocks noChangeShapeType="1"/>
                </p:cNvSpPr>
                <p:nvPr/>
              </p:nvSpPr>
              <p:spPr bwMode="auto">
                <a:xfrm>
                  <a:off x="2920" y="3020"/>
                  <a:ext cx="0" cy="456"/>
                </a:xfrm>
                <a:prstGeom prst="line">
                  <a:avLst/>
                </a:prstGeom>
                <a:noFill/>
                <a:ln w="9525" cap="flat">
                  <a:solidFill>
                    <a:srgbClr val="E30613"/>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6" name="Line 18">
                  <a:extLst>
                    <a:ext uri="{FF2B5EF4-FFF2-40B4-BE49-F238E27FC236}">
                      <a16:creationId xmlns:a16="http://schemas.microsoft.com/office/drawing/2014/main" id="{ADB8667E-0FE0-B28A-4D44-E21CCE7F31DD}"/>
                    </a:ext>
                  </a:extLst>
                </p:cNvPr>
                <p:cNvSpPr>
                  <a:spLocks noChangeShapeType="1"/>
                </p:cNvSpPr>
                <p:nvPr/>
              </p:nvSpPr>
              <p:spPr bwMode="auto">
                <a:xfrm flipH="1">
                  <a:off x="2155" y="2806"/>
                  <a:ext cx="384" cy="219"/>
                </a:xfrm>
                <a:prstGeom prst="line">
                  <a:avLst/>
                </a:prstGeom>
                <a:noFill/>
                <a:ln w="952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7" name="Line 19">
                  <a:extLst>
                    <a:ext uri="{FF2B5EF4-FFF2-40B4-BE49-F238E27FC236}">
                      <a16:creationId xmlns:a16="http://schemas.microsoft.com/office/drawing/2014/main" id="{7D445A2E-9355-7EC5-D044-1A836363A7E8}"/>
                    </a:ext>
                  </a:extLst>
                </p:cNvPr>
                <p:cNvSpPr>
                  <a:spLocks noChangeShapeType="1"/>
                </p:cNvSpPr>
                <p:nvPr/>
              </p:nvSpPr>
              <p:spPr bwMode="auto">
                <a:xfrm>
                  <a:off x="3306" y="2796"/>
                  <a:ext cx="372" cy="211"/>
                </a:xfrm>
                <a:prstGeom prst="line">
                  <a:avLst/>
                </a:prstGeom>
                <a:noFill/>
                <a:ln w="9525" cap="flat">
                  <a:solidFill>
                    <a:schemeClr val="tx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8" name="Line 20">
                  <a:extLst>
                    <a:ext uri="{FF2B5EF4-FFF2-40B4-BE49-F238E27FC236}">
                      <a16:creationId xmlns:a16="http://schemas.microsoft.com/office/drawing/2014/main" id="{3F865CA2-B896-ED84-16B7-0D1CCA3FD9A5}"/>
                    </a:ext>
                  </a:extLst>
                </p:cNvPr>
                <p:cNvSpPr>
                  <a:spLocks noChangeShapeType="1"/>
                </p:cNvSpPr>
                <p:nvPr/>
              </p:nvSpPr>
              <p:spPr bwMode="auto">
                <a:xfrm flipV="1">
                  <a:off x="3306" y="2129"/>
                  <a:ext cx="386" cy="223"/>
                </a:xfrm>
                <a:prstGeom prst="line">
                  <a:avLst/>
                </a:prstGeom>
                <a:noFill/>
                <a:ln w="952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9" name="Oval 21">
                  <a:extLst>
                    <a:ext uri="{FF2B5EF4-FFF2-40B4-BE49-F238E27FC236}">
                      <a16:creationId xmlns:a16="http://schemas.microsoft.com/office/drawing/2014/main" id="{59230E29-36AC-BA44-53F5-5F66EDE3A62C}"/>
                    </a:ext>
                  </a:extLst>
                </p:cNvPr>
                <p:cNvSpPr>
                  <a:spLocks noChangeArrowheads="1"/>
                </p:cNvSpPr>
                <p:nvPr/>
              </p:nvSpPr>
              <p:spPr bwMode="auto">
                <a:xfrm>
                  <a:off x="2126" y="2121"/>
                  <a:ext cx="31" cy="3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0" name="Oval 22">
                  <a:extLst>
                    <a:ext uri="{FF2B5EF4-FFF2-40B4-BE49-F238E27FC236}">
                      <a16:creationId xmlns:a16="http://schemas.microsoft.com/office/drawing/2014/main" id="{B61593A8-D659-F9CE-2417-A38576D605F9}"/>
                    </a:ext>
                  </a:extLst>
                </p:cNvPr>
                <p:cNvSpPr>
                  <a:spLocks noChangeArrowheads="1"/>
                </p:cNvSpPr>
                <p:nvPr/>
              </p:nvSpPr>
              <p:spPr bwMode="auto">
                <a:xfrm>
                  <a:off x="3677" y="2113"/>
                  <a:ext cx="31" cy="3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1" name="Oval 23">
                  <a:extLst>
                    <a:ext uri="{FF2B5EF4-FFF2-40B4-BE49-F238E27FC236}">
                      <a16:creationId xmlns:a16="http://schemas.microsoft.com/office/drawing/2014/main" id="{3B579542-3F92-31A1-14FE-3143E0CDAA90}"/>
                    </a:ext>
                  </a:extLst>
                </p:cNvPr>
                <p:cNvSpPr>
                  <a:spLocks noChangeArrowheads="1"/>
                </p:cNvSpPr>
                <p:nvPr/>
              </p:nvSpPr>
              <p:spPr bwMode="auto">
                <a:xfrm>
                  <a:off x="3663" y="2991"/>
                  <a:ext cx="31" cy="3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2" name="Oval 24">
                  <a:extLst>
                    <a:ext uri="{FF2B5EF4-FFF2-40B4-BE49-F238E27FC236}">
                      <a16:creationId xmlns:a16="http://schemas.microsoft.com/office/drawing/2014/main" id="{0F1655CD-418E-0676-84EB-F62AA97B3DFE}"/>
                    </a:ext>
                  </a:extLst>
                </p:cNvPr>
                <p:cNvSpPr>
                  <a:spLocks noChangeArrowheads="1"/>
                </p:cNvSpPr>
                <p:nvPr/>
              </p:nvSpPr>
              <p:spPr bwMode="auto">
                <a:xfrm>
                  <a:off x="2903" y="3460"/>
                  <a:ext cx="33" cy="32"/>
                </a:xfrm>
                <a:prstGeom prst="ellipse">
                  <a:avLst/>
                </a:prstGeom>
                <a:solidFill>
                  <a:srgbClr val="E306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3" name="Oval 25">
                  <a:extLst>
                    <a:ext uri="{FF2B5EF4-FFF2-40B4-BE49-F238E27FC236}">
                      <a16:creationId xmlns:a16="http://schemas.microsoft.com/office/drawing/2014/main" id="{4B210CCF-6D36-E47C-A74E-1F8637862C5C}"/>
                    </a:ext>
                  </a:extLst>
                </p:cNvPr>
                <p:cNvSpPr>
                  <a:spLocks noChangeArrowheads="1"/>
                </p:cNvSpPr>
                <p:nvPr/>
              </p:nvSpPr>
              <p:spPr bwMode="auto">
                <a:xfrm>
                  <a:off x="2143" y="3007"/>
                  <a:ext cx="32" cy="3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sp>
              <p:nvSpPr>
                <p:cNvPr id="34" name="Oval 26">
                  <a:extLst>
                    <a:ext uri="{FF2B5EF4-FFF2-40B4-BE49-F238E27FC236}">
                      <a16:creationId xmlns:a16="http://schemas.microsoft.com/office/drawing/2014/main" id="{B37DFEDD-392F-8DEC-5AC3-FBAAB058479D}"/>
                    </a:ext>
                  </a:extLst>
                </p:cNvPr>
                <p:cNvSpPr>
                  <a:spLocks noChangeArrowheads="1"/>
                </p:cNvSpPr>
                <p:nvPr/>
              </p:nvSpPr>
              <p:spPr bwMode="auto">
                <a:xfrm>
                  <a:off x="2902" y="1676"/>
                  <a:ext cx="31" cy="32"/>
                </a:xfrm>
                <a:prstGeom prst="ellipse">
                  <a:avLst/>
                </a:prstGeom>
                <a:solidFill>
                  <a:srgbClr val="E306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p>
              </p:txBody>
            </p:sp>
          </p:grpSp>
          <p:sp>
            <p:nvSpPr>
              <p:cNvPr id="10" name="7 CuadroTexto">
                <a:extLst>
                  <a:ext uri="{FF2B5EF4-FFF2-40B4-BE49-F238E27FC236}">
                    <a16:creationId xmlns:a16="http://schemas.microsoft.com/office/drawing/2014/main" id="{07D91902-563A-E5F9-C48E-F09091792C40}"/>
                  </a:ext>
                </a:extLst>
              </p:cNvPr>
              <p:cNvSpPr txBox="1"/>
              <p:nvPr/>
            </p:nvSpPr>
            <p:spPr>
              <a:xfrm>
                <a:off x="8395247" y="653459"/>
                <a:ext cx="1083565" cy="369332"/>
              </a:xfrm>
              <a:prstGeom prst="rect">
                <a:avLst/>
              </a:prstGeom>
              <a:noFill/>
              <a:ln>
                <a:noFill/>
              </a:ln>
            </p:spPr>
            <p:txBody>
              <a:bodyPr wrap="square" lIns="0" tIns="0" rIns="0" bIns="0" rtlCol="0">
                <a:spAutoFit/>
              </a:bodyPr>
              <a:lstStyle/>
              <a:p>
                <a:r>
                  <a:rPr lang="es-ES" sz="1200" b="1" dirty="0">
                    <a:latin typeface="Santander Text Light" panose="020B0304020201020104" pitchFamily="34" charset="0"/>
                  </a:rPr>
                  <a:t>Misión y </a:t>
                </a:r>
              </a:p>
              <a:p>
                <a:r>
                  <a:rPr lang="es-ES" sz="1200" b="1" dirty="0">
                    <a:latin typeface="Santander Text Light" panose="020B0304020201020104" pitchFamily="34" charset="0"/>
                  </a:rPr>
                  <a:t>Visión. </a:t>
                </a:r>
                <a:endParaRPr lang="es-ES" sz="1200" dirty="0">
                  <a:latin typeface="Santander Text Light" panose="020B0304020201020104" pitchFamily="34" charset="0"/>
                </a:endParaRPr>
              </a:p>
            </p:txBody>
          </p:sp>
          <p:sp>
            <p:nvSpPr>
              <p:cNvPr id="11" name="7 CuadroTexto">
                <a:extLst>
                  <a:ext uri="{FF2B5EF4-FFF2-40B4-BE49-F238E27FC236}">
                    <a16:creationId xmlns:a16="http://schemas.microsoft.com/office/drawing/2014/main" id="{FE1041A3-8B60-1FF3-EC7F-BE0BD38F435A}"/>
                  </a:ext>
                </a:extLst>
              </p:cNvPr>
              <p:cNvSpPr txBox="1"/>
              <p:nvPr/>
            </p:nvSpPr>
            <p:spPr>
              <a:xfrm>
                <a:off x="7775751" y="2284228"/>
                <a:ext cx="1238993" cy="430887"/>
              </a:xfrm>
              <a:prstGeom prst="rect">
                <a:avLst/>
              </a:prstGeom>
              <a:noFill/>
              <a:ln>
                <a:noFill/>
              </a:ln>
            </p:spPr>
            <p:txBody>
              <a:bodyPr wrap="square" lIns="0" tIns="0" rIns="0" bIns="0" rtlCol="0">
                <a:spAutoFit/>
              </a:bodyPr>
              <a:lstStyle/>
              <a:p>
                <a:pPr algn="ctr"/>
                <a:r>
                  <a:rPr lang="es-ES" sz="1400" dirty="0">
                    <a:solidFill>
                      <a:schemeClr val="accent1"/>
                    </a:solidFill>
                    <a:latin typeface="Santander Text" panose="020B0504020201020104" pitchFamily="34" charset="0"/>
                  </a:rPr>
                  <a:t>Santander </a:t>
                </a:r>
              </a:p>
              <a:p>
                <a:pPr algn="ctr"/>
                <a:r>
                  <a:rPr lang="es-ES" sz="1400" dirty="0" err="1">
                    <a:solidFill>
                      <a:schemeClr val="accent1"/>
                    </a:solidFill>
                    <a:latin typeface="Santander Text" panose="020B0504020201020104" pitchFamily="34" charset="0"/>
                  </a:rPr>
                  <a:t>Way</a:t>
                </a:r>
                <a:endParaRPr lang="es-ES" sz="1400" dirty="0">
                  <a:solidFill>
                    <a:schemeClr val="accent1"/>
                  </a:solidFill>
                  <a:latin typeface="Santander Text" panose="020B0504020201020104" pitchFamily="34" charset="0"/>
                </a:endParaRPr>
              </a:p>
            </p:txBody>
          </p:sp>
          <p:sp>
            <p:nvSpPr>
              <p:cNvPr id="12" name="7 CuadroTexto">
                <a:extLst>
                  <a:ext uri="{FF2B5EF4-FFF2-40B4-BE49-F238E27FC236}">
                    <a16:creationId xmlns:a16="http://schemas.microsoft.com/office/drawing/2014/main" id="{BCE6F57E-6F72-2872-3215-38B9673FC2FD}"/>
                  </a:ext>
                </a:extLst>
              </p:cNvPr>
              <p:cNvSpPr txBox="1"/>
              <p:nvPr/>
            </p:nvSpPr>
            <p:spPr>
              <a:xfrm>
                <a:off x="9764954" y="1686203"/>
                <a:ext cx="1017187" cy="738664"/>
              </a:xfrm>
              <a:prstGeom prst="rect">
                <a:avLst/>
              </a:prstGeom>
              <a:noFill/>
              <a:ln>
                <a:noFill/>
              </a:ln>
            </p:spPr>
            <p:txBody>
              <a:bodyPr wrap="square" lIns="0" tIns="0" rIns="0" bIns="0" rtlCol="0">
                <a:spAutoFit/>
              </a:bodyPr>
              <a:lstStyle/>
              <a:p>
                <a:r>
                  <a:rPr lang="es-ES" sz="1200" b="1" dirty="0">
                    <a:latin typeface="Santander Text Light" panose="020B0304020201020104" pitchFamily="34" charset="0"/>
                  </a:rPr>
                  <a:t>Valores: </a:t>
                </a:r>
              </a:p>
              <a:p>
                <a:r>
                  <a:rPr lang="es-ES" sz="1200" dirty="0">
                    <a:latin typeface="Santander Text Light" panose="020B0304020201020104" pitchFamily="34" charset="0"/>
                  </a:rPr>
                  <a:t>Sencillo, Personal y </a:t>
                </a:r>
              </a:p>
              <a:p>
                <a:r>
                  <a:rPr lang="es-ES" sz="1200" dirty="0">
                    <a:latin typeface="Santander Text Light" panose="020B0304020201020104" pitchFamily="34" charset="0"/>
                  </a:rPr>
                  <a:t>Justo. </a:t>
                </a:r>
              </a:p>
            </p:txBody>
          </p:sp>
          <p:sp>
            <p:nvSpPr>
              <p:cNvPr id="13" name="7 CuadroTexto">
                <a:extLst>
                  <a:ext uri="{FF2B5EF4-FFF2-40B4-BE49-F238E27FC236}">
                    <a16:creationId xmlns:a16="http://schemas.microsoft.com/office/drawing/2014/main" id="{C03C7146-B073-3E96-307F-4D9C26774040}"/>
                  </a:ext>
                </a:extLst>
              </p:cNvPr>
              <p:cNvSpPr txBox="1"/>
              <p:nvPr/>
            </p:nvSpPr>
            <p:spPr>
              <a:xfrm>
                <a:off x="9764954" y="3136009"/>
                <a:ext cx="1274566" cy="553998"/>
              </a:xfrm>
              <a:prstGeom prst="rect">
                <a:avLst/>
              </a:prstGeom>
              <a:noFill/>
              <a:ln>
                <a:noFill/>
              </a:ln>
            </p:spPr>
            <p:txBody>
              <a:bodyPr wrap="square" lIns="0" tIns="0" rIns="0" bIns="0" rtlCol="0">
                <a:spAutoFit/>
              </a:bodyPr>
              <a:lstStyle/>
              <a:p>
                <a:r>
                  <a:rPr lang="es-ES" sz="1200" b="1" dirty="0">
                    <a:latin typeface="Santander Text Light" panose="020B0304020201020104" pitchFamily="34" charset="0"/>
                  </a:rPr>
                  <a:t>La cultura de Riesgos: </a:t>
                </a:r>
              </a:p>
              <a:p>
                <a:r>
                  <a:rPr lang="es-ES" sz="1200" dirty="0" err="1">
                    <a:latin typeface="Santander Text Light" panose="020B0304020201020104" pitchFamily="34" charset="0"/>
                  </a:rPr>
                  <a:t>Risk</a:t>
                </a:r>
                <a:r>
                  <a:rPr lang="es-ES" sz="1200" dirty="0">
                    <a:latin typeface="Santander Text Light" panose="020B0304020201020104" pitchFamily="34" charset="0"/>
                  </a:rPr>
                  <a:t> Pro</a:t>
                </a:r>
              </a:p>
            </p:txBody>
          </p:sp>
          <p:sp>
            <p:nvSpPr>
              <p:cNvPr id="14" name="7 CuadroTexto">
                <a:extLst>
                  <a:ext uri="{FF2B5EF4-FFF2-40B4-BE49-F238E27FC236}">
                    <a16:creationId xmlns:a16="http://schemas.microsoft.com/office/drawing/2014/main" id="{11E7F3D2-717C-BF0C-6402-3D60D221E3B9}"/>
                  </a:ext>
                </a:extLst>
              </p:cNvPr>
              <p:cNvSpPr txBox="1"/>
              <p:nvPr/>
            </p:nvSpPr>
            <p:spPr>
              <a:xfrm>
                <a:off x="8371182" y="4051354"/>
                <a:ext cx="1207635" cy="369332"/>
              </a:xfrm>
              <a:prstGeom prst="rect">
                <a:avLst/>
              </a:prstGeom>
              <a:noFill/>
              <a:ln>
                <a:noFill/>
              </a:ln>
            </p:spPr>
            <p:txBody>
              <a:bodyPr wrap="square" lIns="0" tIns="0" rIns="0" bIns="0" rtlCol="0">
                <a:spAutoFit/>
              </a:bodyPr>
              <a:lstStyle/>
              <a:p>
                <a:r>
                  <a:rPr lang="es-ES" sz="1200" dirty="0">
                    <a:latin typeface="Santander Text Light" panose="020B0304020201020104" pitchFamily="34" charset="0"/>
                  </a:rPr>
                  <a:t>Comportamientos:</a:t>
                </a:r>
              </a:p>
              <a:p>
                <a:r>
                  <a:rPr lang="es-ES" sz="1200" dirty="0">
                    <a:latin typeface="Santander Text Light" panose="020B0304020201020104" pitchFamily="34" charset="0"/>
                  </a:rPr>
                  <a:t>TEAMS</a:t>
                </a:r>
              </a:p>
            </p:txBody>
          </p:sp>
        </p:grpSp>
        <p:sp>
          <p:nvSpPr>
            <p:cNvPr id="7" name="7 CuadroTexto">
              <a:extLst>
                <a:ext uri="{FF2B5EF4-FFF2-40B4-BE49-F238E27FC236}">
                  <a16:creationId xmlns:a16="http://schemas.microsoft.com/office/drawing/2014/main" id="{87491F6B-712A-3850-F0DE-92DD06701BCC}"/>
                </a:ext>
              </a:extLst>
            </p:cNvPr>
            <p:cNvSpPr txBox="1"/>
            <p:nvPr/>
          </p:nvSpPr>
          <p:spPr>
            <a:xfrm>
              <a:off x="1510874" y="3133458"/>
              <a:ext cx="994044" cy="738664"/>
            </a:xfrm>
            <a:prstGeom prst="rect">
              <a:avLst/>
            </a:prstGeom>
            <a:noFill/>
            <a:ln>
              <a:noFill/>
            </a:ln>
          </p:spPr>
          <p:txBody>
            <a:bodyPr wrap="square" lIns="0" tIns="0" rIns="0" bIns="0" rtlCol="0">
              <a:spAutoFit/>
            </a:bodyPr>
            <a:lstStyle/>
            <a:p>
              <a:r>
                <a:rPr lang="es-ES" sz="1200" dirty="0">
                  <a:latin typeface="Santander Text Light" panose="020B0304020201020104" pitchFamily="34" charset="0"/>
                </a:rPr>
                <a:t>Principios de Diversidad, Equidad e Inclusión.</a:t>
              </a:r>
            </a:p>
          </p:txBody>
        </p:sp>
        <p:sp>
          <p:nvSpPr>
            <p:cNvPr id="8" name="7 CuadroTexto">
              <a:extLst>
                <a:ext uri="{FF2B5EF4-FFF2-40B4-BE49-F238E27FC236}">
                  <a16:creationId xmlns:a16="http://schemas.microsoft.com/office/drawing/2014/main" id="{09458F89-2F88-53C2-3821-D458F048E81A}"/>
                </a:ext>
              </a:extLst>
            </p:cNvPr>
            <p:cNvSpPr txBox="1"/>
            <p:nvPr/>
          </p:nvSpPr>
          <p:spPr>
            <a:xfrm>
              <a:off x="1510874" y="4583264"/>
              <a:ext cx="994044" cy="923330"/>
            </a:xfrm>
            <a:prstGeom prst="rect">
              <a:avLst/>
            </a:prstGeom>
            <a:noFill/>
            <a:ln>
              <a:noFill/>
            </a:ln>
          </p:spPr>
          <p:txBody>
            <a:bodyPr wrap="square" lIns="0" tIns="0" rIns="0" bIns="0" rtlCol="0">
              <a:spAutoFit/>
            </a:bodyPr>
            <a:lstStyle/>
            <a:p>
              <a:r>
                <a:rPr lang="es-ES" sz="1200" b="1" dirty="0">
                  <a:latin typeface="Santander Text Light" panose="020B0304020201020104" pitchFamily="34" charset="0"/>
                </a:rPr>
                <a:t>Liderazgo: </a:t>
              </a:r>
              <a:r>
                <a:rPr lang="es-ES" sz="1200" dirty="0">
                  <a:latin typeface="Santander Text Light" panose="020B0304020201020104" pitchFamily="34" charset="0"/>
                </a:rPr>
                <a:t>Abierto, facilitador, transformacional e inclusivo.</a:t>
              </a:r>
            </a:p>
          </p:txBody>
        </p:sp>
      </p:grpSp>
      <p:sp>
        <p:nvSpPr>
          <p:cNvPr id="35" name="Marcador de texto 4">
            <a:extLst>
              <a:ext uri="{FF2B5EF4-FFF2-40B4-BE49-F238E27FC236}">
                <a16:creationId xmlns:a16="http://schemas.microsoft.com/office/drawing/2014/main" id="{52C58520-BF60-142D-3FEF-DB35F9FE902E}"/>
              </a:ext>
            </a:extLst>
          </p:cNvPr>
          <p:cNvSpPr txBox="1">
            <a:spLocks/>
          </p:cNvSpPr>
          <p:nvPr/>
        </p:nvSpPr>
        <p:spPr>
          <a:xfrm>
            <a:off x="7157723" y="3044611"/>
            <a:ext cx="3540621"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dirty="0"/>
              <a:t>Misión</a:t>
            </a:r>
          </a:p>
        </p:txBody>
      </p:sp>
      <p:sp>
        <p:nvSpPr>
          <p:cNvPr id="36" name="Marcador de texto 4">
            <a:extLst>
              <a:ext uri="{FF2B5EF4-FFF2-40B4-BE49-F238E27FC236}">
                <a16:creationId xmlns:a16="http://schemas.microsoft.com/office/drawing/2014/main" id="{C4F3CF6D-8BD2-3998-C89E-DBFE781E9FA5}"/>
              </a:ext>
            </a:extLst>
          </p:cNvPr>
          <p:cNvSpPr txBox="1">
            <a:spLocks/>
          </p:cNvSpPr>
          <p:nvPr/>
        </p:nvSpPr>
        <p:spPr>
          <a:xfrm>
            <a:off x="7165073" y="3430694"/>
            <a:ext cx="4584015" cy="392501"/>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dirty="0"/>
              <a:t>Contribuir al progreso de las personas y de las empresas.</a:t>
            </a:r>
          </a:p>
        </p:txBody>
      </p:sp>
      <p:sp>
        <p:nvSpPr>
          <p:cNvPr id="37" name="Marcador de texto 4">
            <a:extLst>
              <a:ext uri="{FF2B5EF4-FFF2-40B4-BE49-F238E27FC236}">
                <a16:creationId xmlns:a16="http://schemas.microsoft.com/office/drawing/2014/main" id="{87610FC4-5407-04E6-6061-C88D76314D4B}"/>
              </a:ext>
            </a:extLst>
          </p:cNvPr>
          <p:cNvSpPr txBox="1">
            <a:spLocks/>
          </p:cNvSpPr>
          <p:nvPr/>
        </p:nvSpPr>
        <p:spPr>
          <a:xfrm>
            <a:off x="7172423" y="4341664"/>
            <a:ext cx="4584015" cy="392501"/>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dirty="0"/>
              <a:t>Ser la mejor plataforma abierta de servicios financieros actuando de forma responsable y ganándose la confianza y fidelidad de nuestros empleados, clientes, accionistas y de la sociedad. </a:t>
            </a:r>
          </a:p>
        </p:txBody>
      </p:sp>
      <p:sp>
        <p:nvSpPr>
          <p:cNvPr id="38" name="Marcador de texto 4">
            <a:extLst>
              <a:ext uri="{FF2B5EF4-FFF2-40B4-BE49-F238E27FC236}">
                <a16:creationId xmlns:a16="http://schemas.microsoft.com/office/drawing/2014/main" id="{3862A855-E8FB-B412-BC63-6C6F9DF95C20}"/>
              </a:ext>
            </a:extLst>
          </p:cNvPr>
          <p:cNvSpPr txBox="1">
            <a:spLocks/>
          </p:cNvSpPr>
          <p:nvPr/>
        </p:nvSpPr>
        <p:spPr>
          <a:xfrm>
            <a:off x="7165073" y="3955581"/>
            <a:ext cx="3540621" cy="294648"/>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dirty="0"/>
              <a:t>Visión</a:t>
            </a:r>
          </a:p>
        </p:txBody>
      </p:sp>
    </p:spTree>
    <p:extLst>
      <p:ext uri="{BB962C8B-B14F-4D97-AF65-F5344CB8AC3E}">
        <p14:creationId xmlns:p14="http://schemas.microsoft.com/office/powerpoint/2010/main" val="1626719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B4875D-EBE9-7887-CD24-34712CB41667}"/>
              </a:ext>
            </a:extLst>
          </p:cNvPr>
          <p:cNvSpPr>
            <a:spLocks noGrp="1"/>
          </p:cNvSpPr>
          <p:nvPr>
            <p:ph type="body" sz="quarter" idx="51"/>
          </p:nvPr>
        </p:nvSpPr>
        <p:spPr/>
        <p:txBody>
          <a:bodyPr/>
          <a:lstStyle/>
          <a:p>
            <a:r>
              <a:rPr lang="es-MX" dirty="0" err="1"/>
              <a:t>Risk</a:t>
            </a:r>
            <a:r>
              <a:rPr lang="es-MX" dirty="0"/>
              <a:t> Pro.</a:t>
            </a:r>
            <a:endParaRPr lang="es-ES" dirty="0"/>
          </a:p>
        </p:txBody>
      </p:sp>
      <p:sp>
        <p:nvSpPr>
          <p:cNvPr id="4" name="Título 3">
            <a:extLst>
              <a:ext uri="{FF2B5EF4-FFF2-40B4-BE49-F238E27FC236}">
                <a16:creationId xmlns:a16="http://schemas.microsoft.com/office/drawing/2014/main" id="{E8C43183-3E4B-698B-6BF1-EACDA1E33738}"/>
              </a:ext>
            </a:extLst>
          </p:cNvPr>
          <p:cNvSpPr>
            <a:spLocks noGrp="1"/>
          </p:cNvSpPr>
          <p:nvPr>
            <p:ph type="title"/>
          </p:nvPr>
        </p:nvSpPr>
        <p:spPr>
          <a:xfrm>
            <a:off x="767837" y="1098875"/>
            <a:ext cx="11006171" cy="354970"/>
          </a:xfrm>
        </p:spPr>
        <p:txBody>
          <a:bodyPr/>
          <a:lstStyle/>
          <a:p>
            <a:r>
              <a:rPr lang="es-ES" dirty="0"/>
              <a:t> Estándares mínimos comunes</a:t>
            </a:r>
          </a:p>
        </p:txBody>
      </p:sp>
      <p:sp>
        <p:nvSpPr>
          <p:cNvPr id="5" name="Marcador de texto 4">
            <a:extLst>
              <a:ext uri="{FF2B5EF4-FFF2-40B4-BE49-F238E27FC236}">
                <a16:creationId xmlns:a16="http://schemas.microsoft.com/office/drawing/2014/main" id="{4A38CFD6-71B5-40EF-44C2-662F25426202}"/>
              </a:ext>
            </a:extLst>
          </p:cNvPr>
          <p:cNvSpPr>
            <a:spLocks noGrp="1"/>
          </p:cNvSpPr>
          <p:nvPr>
            <p:ph type="body" sz="quarter" idx="10"/>
          </p:nvPr>
        </p:nvSpPr>
        <p:spPr>
          <a:xfrm>
            <a:off x="874566" y="1499565"/>
            <a:ext cx="10998058" cy="282294"/>
          </a:xfrm>
        </p:spPr>
        <p:txBody>
          <a:bodyPr/>
          <a:lstStyle/>
          <a:p>
            <a:r>
              <a:rPr lang="es-ES" dirty="0" err="1"/>
              <a:t>The</a:t>
            </a:r>
            <a:r>
              <a:rPr lang="es-ES" dirty="0"/>
              <a:t> Santander </a:t>
            </a:r>
            <a:r>
              <a:rPr lang="es-ES" dirty="0" err="1"/>
              <a:t>Way</a:t>
            </a:r>
            <a:endParaRPr lang="en-US" sz="1050" dirty="0">
              <a:latin typeface="Santander Text Light" panose="020B0304020201020104" pitchFamily="34" charset="0"/>
            </a:endParaRPr>
          </a:p>
          <a:p>
            <a:endParaRPr lang="es-ES" dirty="0"/>
          </a:p>
        </p:txBody>
      </p:sp>
      <p:sp>
        <p:nvSpPr>
          <p:cNvPr id="7" name="Marcador de texto 6">
            <a:extLst>
              <a:ext uri="{FF2B5EF4-FFF2-40B4-BE49-F238E27FC236}">
                <a16:creationId xmlns:a16="http://schemas.microsoft.com/office/drawing/2014/main" id="{B1109E50-E08A-7A15-370F-5041D9F8FC27}"/>
              </a:ext>
            </a:extLst>
          </p:cNvPr>
          <p:cNvSpPr>
            <a:spLocks noGrp="1"/>
          </p:cNvSpPr>
          <p:nvPr>
            <p:ph type="body" sz="quarter" idx="53"/>
          </p:nvPr>
        </p:nvSpPr>
        <p:spPr/>
        <p:txBody>
          <a:bodyPr/>
          <a:lstStyle/>
          <a:p>
            <a:r>
              <a:rPr lang="es-MX" dirty="0"/>
              <a:t>Comportamientos.</a:t>
            </a:r>
            <a:endParaRPr lang="es-ES" dirty="0"/>
          </a:p>
        </p:txBody>
      </p:sp>
      <p:sp>
        <p:nvSpPr>
          <p:cNvPr id="9" name="Marcador de texto 8">
            <a:extLst>
              <a:ext uri="{FF2B5EF4-FFF2-40B4-BE49-F238E27FC236}">
                <a16:creationId xmlns:a16="http://schemas.microsoft.com/office/drawing/2014/main" id="{303C54EB-1457-F519-1C1F-409402CACCF4}"/>
              </a:ext>
            </a:extLst>
          </p:cNvPr>
          <p:cNvSpPr>
            <a:spLocks noGrp="1"/>
          </p:cNvSpPr>
          <p:nvPr>
            <p:ph type="body" sz="quarter" idx="55"/>
          </p:nvPr>
        </p:nvSpPr>
        <p:spPr/>
        <p:txBody>
          <a:bodyPr/>
          <a:lstStyle/>
          <a:p>
            <a:r>
              <a:rPr lang="es-MX" dirty="0"/>
              <a:t>Diversidad, equidad e inclusión.</a:t>
            </a:r>
            <a:endParaRPr lang="es-ES" dirty="0"/>
          </a:p>
        </p:txBody>
      </p:sp>
      <p:pic>
        <p:nvPicPr>
          <p:cNvPr id="10" name="Gráfico 9">
            <a:extLst>
              <a:ext uri="{FF2B5EF4-FFF2-40B4-BE49-F238E27FC236}">
                <a16:creationId xmlns:a16="http://schemas.microsoft.com/office/drawing/2014/main" id="{5D9B8455-D508-3089-686E-164E2BDB48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259" y="1100538"/>
            <a:ext cx="292500" cy="292500"/>
          </a:xfrm>
          <a:prstGeom prst="rect">
            <a:avLst/>
          </a:prstGeom>
        </p:spPr>
      </p:pic>
      <p:sp>
        <p:nvSpPr>
          <p:cNvPr id="11" name="Marcador de texto 21">
            <a:extLst>
              <a:ext uri="{FF2B5EF4-FFF2-40B4-BE49-F238E27FC236}">
                <a16:creationId xmlns:a16="http://schemas.microsoft.com/office/drawing/2014/main" id="{4E3E2919-EFE0-FC0F-0C4E-F574BC765795}"/>
              </a:ext>
            </a:extLst>
          </p:cNvPr>
          <p:cNvSpPr>
            <a:spLocks noGrp="1"/>
          </p:cNvSpPr>
          <p:nvPr>
            <p:ph type="body" sz="quarter" idx="50"/>
          </p:nvPr>
        </p:nvSpPr>
        <p:spPr>
          <a:xfrm>
            <a:off x="442913" y="2451100"/>
            <a:ext cx="3244850" cy="3965575"/>
          </a:xfrm>
        </p:spPr>
        <p:txBody>
          <a:bodyPr/>
          <a:lstStyle/>
          <a:p>
            <a:r>
              <a:rPr lang="es-ES" dirty="0"/>
              <a:t>Los empleados adoptan una sólida cultura de riesgos (</a:t>
            </a:r>
            <a:r>
              <a:rPr lang="es-ES" dirty="0" err="1"/>
              <a:t>Risk</a:t>
            </a:r>
            <a:r>
              <a:rPr lang="es-ES" dirty="0"/>
              <a:t> Pro) basada en la idea de que </a:t>
            </a:r>
            <a:r>
              <a:rPr lang="es-ES" u="sng" dirty="0">
                <a:solidFill>
                  <a:schemeClr val="accent2"/>
                </a:solidFill>
                <a:ea typeface="+mj-ea"/>
                <a:cs typeface="+mj-cs"/>
              </a:rPr>
              <a:t>cada empleado es responsable de gestionar los riesgos a los que se enfrenta en su día a día independientemente de su nivel o función</a:t>
            </a:r>
            <a:r>
              <a:rPr lang="es-ES" u="sng" dirty="0"/>
              <a:t>.</a:t>
            </a:r>
          </a:p>
          <a:p>
            <a:r>
              <a:rPr lang="es-MX" dirty="0"/>
              <a:t>Todos los empleados deben conocer y entender los riesgos que genera su actividad diaria y responsabilizarse de su identificación, gestión y reporte, teniendo en cuenta el apetito de riesgos y los límites aprobados.</a:t>
            </a:r>
          </a:p>
          <a:p>
            <a:r>
              <a:rPr lang="es-MX" dirty="0"/>
              <a:t>La cultura de riesgos es única y homogénea en toda la organización y abarca todos los tipos de riesgos, financieros y no financieros, independientemente de la unidad organizativa que se ocupe de su gestión y control.</a:t>
            </a:r>
          </a:p>
          <a:p>
            <a:r>
              <a:rPr lang="es-MX" dirty="0"/>
              <a:t>La cultura de riesgos debe promover un entorno de comunicación efectiva mediante la transparencia y el diálogo abierto en toda la organización.</a:t>
            </a:r>
          </a:p>
          <a:p>
            <a:r>
              <a:rPr lang="es-MX" dirty="0"/>
              <a:t>Debe facilitarse el debate continuo en los procesos de toma de decisiones de riesgos.</a:t>
            </a:r>
          </a:p>
          <a:p>
            <a:endParaRPr lang="es-ES" dirty="0"/>
          </a:p>
        </p:txBody>
      </p:sp>
      <p:pic>
        <p:nvPicPr>
          <p:cNvPr id="12" name="Imagen 11">
            <a:extLst>
              <a:ext uri="{FF2B5EF4-FFF2-40B4-BE49-F238E27FC236}">
                <a16:creationId xmlns:a16="http://schemas.microsoft.com/office/drawing/2014/main" id="{5456F5D5-88FC-5CAB-EFDE-363F7B07B7EE}"/>
              </a:ext>
            </a:extLst>
          </p:cNvPr>
          <p:cNvPicPr>
            <a:picLocks noChangeAspect="1"/>
          </p:cNvPicPr>
          <p:nvPr/>
        </p:nvPicPr>
        <p:blipFill rotWithShape="1">
          <a:blip r:embed="rId4"/>
          <a:srcRect l="37723" t="10026" r="30969" b="11932"/>
          <a:stretch/>
        </p:blipFill>
        <p:spPr>
          <a:xfrm>
            <a:off x="4213493" y="2451100"/>
            <a:ext cx="3341368" cy="4031425"/>
          </a:xfrm>
          <a:prstGeom prst="rect">
            <a:avLst/>
          </a:prstGeom>
        </p:spPr>
      </p:pic>
      <p:sp>
        <p:nvSpPr>
          <p:cNvPr id="13" name="Marcador de texto 25">
            <a:extLst>
              <a:ext uri="{FF2B5EF4-FFF2-40B4-BE49-F238E27FC236}">
                <a16:creationId xmlns:a16="http://schemas.microsoft.com/office/drawing/2014/main" id="{64A2F77D-78EC-74CD-2429-8EACC3A99CB6}"/>
              </a:ext>
            </a:extLst>
          </p:cNvPr>
          <p:cNvSpPr>
            <a:spLocks noGrp="1"/>
          </p:cNvSpPr>
          <p:nvPr>
            <p:ph type="body" sz="quarter" idx="54"/>
          </p:nvPr>
        </p:nvSpPr>
        <p:spPr>
          <a:xfrm>
            <a:off x="8178800" y="2451100"/>
            <a:ext cx="3243263" cy="3965575"/>
          </a:xfrm>
        </p:spPr>
        <p:txBody>
          <a:bodyPr/>
          <a:lstStyle/>
          <a:p>
            <a:r>
              <a:rPr lang="es-ES" dirty="0"/>
              <a:t>Nueve principios:</a:t>
            </a:r>
          </a:p>
          <a:p>
            <a:pPr marL="228600" indent="-228600">
              <a:buAutoNum type="arabicPeriod"/>
            </a:pPr>
            <a:r>
              <a:rPr lang="es-ES" dirty="0"/>
              <a:t>Todo tipo de diversidad (visible e invisible).</a:t>
            </a:r>
          </a:p>
          <a:p>
            <a:pPr marL="228600" indent="-228600">
              <a:buAutoNum type="arabicPeriod"/>
            </a:pPr>
            <a:r>
              <a:rPr lang="es-ES" dirty="0"/>
              <a:t>Entorno de trabajo inclusivo: todas las diferencias individuales son valoradas, respetadas y optimizadas.</a:t>
            </a:r>
          </a:p>
          <a:p>
            <a:pPr marL="228600" indent="-228600">
              <a:buAutoNum type="arabicPeriod"/>
            </a:pPr>
            <a:r>
              <a:rPr lang="es-ES" dirty="0"/>
              <a:t>Igualdad de oportunidades.</a:t>
            </a:r>
          </a:p>
          <a:p>
            <a:pPr marL="228600" indent="-228600">
              <a:buAutoNum type="arabicPeriod"/>
            </a:pPr>
            <a:r>
              <a:rPr lang="es-ES" dirty="0"/>
              <a:t>Gestión de personal (políticas, procesos, sistemas) sin sesgo para evitar discriminación.</a:t>
            </a:r>
          </a:p>
          <a:p>
            <a:pPr marL="228600" indent="-228600">
              <a:buAutoNum type="arabicPeriod"/>
            </a:pPr>
            <a:r>
              <a:rPr lang="es-ES" dirty="0"/>
              <a:t>Los clientes son diversos.</a:t>
            </a:r>
          </a:p>
          <a:p>
            <a:pPr marL="228600" indent="-228600">
              <a:buAutoNum type="arabicPeriod"/>
            </a:pPr>
            <a:r>
              <a:rPr lang="es-ES" dirty="0"/>
              <a:t>Los productos reflejan la diversidad de los clientes y son accesibles para todos.</a:t>
            </a:r>
          </a:p>
          <a:p>
            <a:pPr marL="228600" indent="-228600">
              <a:buAutoNum type="arabicPeriod"/>
            </a:pPr>
            <a:r>
              <a:rPr lang="es-ES" dirty="0"/>
              <a:t>Cumplimiento de la legislación internacional y local en materia de diversidad, inclusión e igualdad de oportunidades.</a:t>
            </a:r>
          </a:p>
          <a:p>
            <a:pPr marL="228600" indent="-228600">
              <a:buAutoNum type="arabicPeriod"/>
            </a:pPr>
            <a:r>
              <a:rPr lang="es-ES" dirty="0"/>
              <a:t>Lideres y directivos del grupo juegan un papel activo.</a:t>
            </a:r>
          </a:p>
          <a:p>
            <a:pPr marL="228600" indent="-228600">
              <a:buAutoNum type="arabicPeriod"/>
            </a:pPr>
            <a:r>
              <a:rPr lang="es-ES" dirty="0"/>
              <a:t>Compromiso para lograr la equidad salarial.</a:t>
            </a:r>
          </a:p>
          <a:p>
            <a:pPr marL="228600" indent="-228600">
              <a:buAutoNum type="arabicPeriod"/>
            </a:pPr>
            <a:endParaRPr lang="es-ES" dirty="0"/>
          </a:p>
        </p:txBody>
      </p:sp>
    </p:spTree>
    <p:extLst>
      <p:ext uri="{BB962C8B-B14F-4D97-AF65-F5344CB8AC3E}">
        <p14:creationId xmlns:p14="http://schemas.microsoft.com/office/powerpoint/2010/main" val="229443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251493EF-EBF1-8CF9-97CE-885DA5AE6009}"/>
              </a:ext>
            </a:extLst>
          </p:cNvPr>
          <p:cNvSpPr>
            <a:spLocks noGrp="1"/>
          </p:cNvSpPr>
          <p:nvPr>
            <p:ph type="body" sz="quarter" idx="51"/>
          </p:nvPr>
        </p:nvSpPr>
        <p:spPr>
          <a:xfrm>
            <a:off x="783580" y="2061175"/>
            <a:ext cx="5119686" cy="294648"/>
          </a:xfrm>
        </p:spPr>
        <p:txBody>
          <a:bodyPr/>
          <a:lstStyle/>
          <a:p>
            <a:r>
              <a:rPr lang="es-MX" dirty="0"/>
              <a:t>Iniciativas Globales</a:t>
            </a:r>
            <a:endParaRPr lang="es-ES" dirty="0"/>
          </a:p>
        </p:txBody>
      </p:sp>
      <p:sp>
        <p:nvSpPr>
          <p:cNvPr id="5" name="Marcador de texto 4">
            <a:extLst>
              <a:ext uri="{FF2B5EF4-FFF2-40B4-BE49-F238E27FC236}">
                <a16:creationId xmlns:a16="http://schemas.microsoft.com/office/drawing/2014/main" id="{2DECDDCA-8955-EFBD-56A8-7399E5925B6C}"/>
              </a:ext>
            </a:extLst>
          </p:cNvPr>
          <p:cNvSpPr>
            <a:spLocks noGrp="1"/>
          </p:cNvSpPr>
          <p:nvPr>
            <p:ph type="body" sz="quarter" idx="53"/>
          </p:nvPr>
        </p:nvSpPr>
        <p:spPr>
          <a:xfrm>
            <a:off x="6303963" y="2061175"/>
            <a:ext cx="5119686" cy="294648"/>
          </a:xfrm>
        </p:spPr>
        <p:txBody>
          <a:bodyPr/>
          <a:lstStyle/>
          <a:p>
            <a:r>
              <a:rPr lang="es-MX" dirty="0"/>
              <a:t>Iniciativas Locales</a:t>
            </a:r>
            <a:endParaRPr lang="es-ES" dirty="0"/>
          </a:p>
        </p:txBody>
      </p:sp>
      <p:sp>
        <p:nvSpPr>
          <p:cNvPr id="6" name="Título 5">
            <a:extLst>
              <a:ext uri="{FF2B5EF4-FFF2-40B4-BE49-F238E27FC236}">
                <a16:creationId xmlns:a16="http://schemas.microsoft.com/office/drawing/2014/main" id="{8B620F49-4A63-EC93-7076-A16A1E928B7A}"/>
              </a:ext>
            </a:extLst>
          </p:cNvPr>
          <p:cNvSpPr>
            <a:spLocks noGrp="1"/>
          </p:cNvSpPr>
          <p:nvPr>
            <p:ph type="title"/>
          </p:nvPr>
        </p:nvSpPr>
        <p:spPr>
          <a:xfrm>
            <a:off x="427179" y="1152664"/>
            <a:ext cx="11006171" cy="354970"/>
          </a:xfrm>
        </p:spPr>
        <p:txBody>
          <a:bodyPr/>
          <a:lstStyle/>
          <a:p>
            <a:r>
              <a:rPr lang="es-MX" dirty="0"/>
              <a:t>Cultura Santander</a:t>
            </a:r>
            <a:endParaRPr lang="es-ES" dirty="0"/>
          </a:p>
        </p:txBody>
      </p:sp>
      <p:sp>
        <p:nvSpPr>
          <p:cNvPr id="8" name="Marcador de texto 4">
            <a:extLst>
              <a:ext uri="{FF2B5EF4-FFF2-40B4-BE49-F238E27FC236}">
                <a16:creationId xmlns:a16="http://schemas.microsoft.com/office/drawing/2014/main" id="{67D5B7A9-FFCF-54FB-BB1C-448C48D614E9}"/>
              </a:ext>
            </a:extLst>
          </p:cNvPr>
          <p:cNvSpPr>
            <a:spLocks noGrp="1"/>
          </p:cNvSpPr>
          <p:nvPr>
            <p:ph type="body" sz="quarter" idx="50"/>
          </p:nvPr>
        </p:nvSpPr>
        <p:spPr>
          <a:xfrm>
            <a:off x="783580" y="2370415"/>
            <a:ext cx="5119687" cy="3965575"/>
          </a:xfrm>
        </p:spPr>
        <p:txBody>
          <a:bodyPr/>
          <a:lstStyle/>
          <a:p>
            <a:r>
              <a:rPr lang="es-ES" dirty="0"/>
              <a:t>Deben ser implantadas en todo el Grupo. </a:t>
            </a:r>
          </a:p>
          <a:p>
            <a:r>
              <a:rPr lang="es-ES" dirty="0"/>
              <a:t>Cada filial puede determinar la forma de implantar dichas iniciativas de acuerdo con su contexto y situación local.</a:t>
            </a:r>
          </a:p>
          <a:p>
            <a:r>
              <a:rPr lang="es-ES" dirty="0"/>
              <a:t>Deben ser lideradas localmente por los responsables de país y de región.</a:t>
            </a:r>
          </a:p>
          <a:p>
            <a:r>
              <a:rPr lang="es-ES" dirty="0"/>
              <a:t>Las filiales pueden decidir cómo adaptar las iniciativas a su entorno local.</a:t>
            </a:r>
          </a:p>
          <a:p>
            <a:endParaRPr lang="es-ES" dirty="0"/>
          </a:p>
          <a:p>
            <a:r>
              <a:rPr lang="es-MX" dirty="0"/>
              <a:t>Entre las iniciativas globales que pueden ser adaptadas a nivel local, se encuentran:</a:t>
            </a:r>
            <a:endParaRPr lang="es-ES" dirty="0"/>
          </a:p>
          <a:p>
            <a:pPr marL="171450" indent="-171450">
              <a:buFont typeface="Arial" panose="020B0604020202020204" pitchFamily="34" charset="0"/>
              <a:buChar char="•"/>
            </a:pPr>
            <a:r>
              <a:rPr lang="es-ES" dirty="0"/>
              <a:t>Estructura local de gobierno de cultura.</a:t>
            </a:r>
          </a:p>
          <a:p>
            <a:pPr marL="171450" indent="-171450">
              <a:buFont typeface="Arial" panose="020B0604020202020204" pitchFamily="34" charset="0"/>
              <a:buChar char="•"/>
            </a:pPr>
            <a:r>
              <a:rPr lang="es-ES" dirty="0"/>
              <a:t>Iniciativas locales de voluntariado.</a:t>
            </a:r>
          </a:p>
          <a:p>
            <a:pPr marL="171450" indent="-171450">
              <a:buFont typeface="Arial" panose="020B0604020202020204" pitchFamily="34" charset="0"/>
              <a:buChar char="•"/>
            </a:pPr>
            <a:r>
              <a:rPr lang="es-ES" dirty="0" err="1"/>
              <a:t>KPIs</a:t>
            </a:r>
            <a:r>
              <a:rPr lang="es-ES" dirty="0"/>
              <a:t> locales</a:t>
            </a:r>
          </a:p>
          <a:p>
            <a:endParaRPr lang="es-ES" dirty="0"/>
          </a:p>
        </p:txBody>
      </p:sp>
      <p:sp>
        <p:nvSpPr>
          <p:cNvPr id="9" name="Marcador de texto 2">
            <a:extLst>
              <a:ext uri="{FF2B5EF4-FFF2-40B4-BE49-F238E27FC236}">
                <a16:creationId xmlns:a16="http://schemas.microsoft.com/office/drawing/2014/main" id="{A321B388-D814-D73B-65F2-C84525643769}"/>
              </a:ext>
            </a:extLst>
          </p:cNvPr>
          <p:cNvSpPr>
            <a:spLocks noGrp="1"/>
          </p:cNvSpPr>
          <p:nvPr>
            <p:ph type="body" sz="quarter" idx="52"/>
          </p:nvPr>
        </p:nvSpPr>
        <p:spPr>
          <a:xfrm>
            <a:off x="6303963" y="2370415"/>
            <a:ext cx="5119687" cy="3965575"/>
          </a:xfrm>
        </p:spPr>
        <p:txBody>
          <a:bodyPr/>
          <a:lstStyle/>
          <a:p>
            <a:r>
              <a:rPr lang="es-ES" dirty="0"/>
              <a:t>Pueden desarrollarse con autonomía dentro de la política corporativa de cultura respetando los marcos corporativos definidos.</a:t>
            </a:r>
          </a:p>
          <a:p>
            <a:r>
              <a:rPr lang="es-ES" dirty="0"/>
              <a:t>Deberán compartirse con la Oficina de gestión de Riesgos del Grupo y/o a través del equipo de Recursos Humanos Global según corresponda.</a:t>
            </a:r>
          </a:p>
        </p:txBody>
      </p:sp>
      <p:pic>
        <p:nvPicPr>
          <p:cNvPr id="10" name="Gráfico 9">
            <a:extLst>
              <a:ext uri="{FF2B5EF4-FFF2-40B4-BE49-F238E27FC236}">
                <a16:creationId xmlns:a16="http://schemas.microsoft.com/office/drawing/2014/main" id="{DAF184E6-8E18-205D-9D96-3C5DF4401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259" y="2034188"/>
            <a:ext cx="292500" cy="292500"/>
          </a:xfrm>
          <a:prstGeom prst="rect">
            <a:avLst/>
          </a:prstGeom>
        </p:spPr>
      </p:pic>
      <p:pic>
        <p:nvPicPr>
          <p:cNvPr id="11" name="Gráfico 10">
            <a:extLst>
              <a:ext uri="{FF2B5EF4-FFF2-40B4-BE49-F238E27FC236}">
                <a16:creationId xmlns:a16="http://schemas.microsoft.com/office/drawing/2014/main" id="{F9E9EEBB-2C46-1DFD-0DD6-D86B1B901A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69342" y="2034188"/>
            <a:ext cx="292500" cy="292500"/>
          </a:xfrm>
          <a:prstGeom prst="rect">
            <a:avLst/>
          </a:prstGeom>
        </p:spPr>
      </p:pic>
    </p:spTree>
    <p:extLst>
      <p:ext uri="{BB962C8B-B14F-4D97-AF65-F5344CB8AC3E}">
        <p14:creationId xmlns:p14="http://schemas.microsoft.com/office/powerpoint/2010/main" val="2230412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3">
            <a:extLst>
              <a:ext uri="{FF2B5EF4-FFF2-40B4-BE49-F238E27FC236}">
                <a16:creationId xmlns:a16="http://schemas.microsoft.com/office/drawing/2014/main" id="{BC494305-82C1-173D-A10E-12371D043FF7}"/>
              </a:ext>
            </a:extLst>
          </p:cNvPr>
          <p:cNvSpPr txBox="1"/>
          <p:nvPr/>
        </p:nvSpPr>
        <p:spPr>
          <a:xfrm>
            <a:off x="478325" y="1753700"/>
            <a:ext cx="10829453" cy="4115357"/>
          </a:xfrm>
          <a:prstGeom prst="rect">
            <a:avLst/>
          </a:prstGeom>
          <a:noFill/>
        </p:spPr>
        <p:txBody>
          <a:bodyPr wrap="square" rtlCol="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50000"/>
              </a:lnSpc>
              <a:buFont typeface="Arial" panose="020B0604020202020204" pitchFamily="34" charset="0"/>
              <a:buChar char="•"/>
            </a:pPr>
            <a:r>
              <a:rPr lang="es-MX" sz="1600" dirty="0">
                <a:latin typeface="Santander Text Light" panose="020B0304020201020104" pitchFamily="34" charset="0"/>
              </a:rPr>
              <a:t>El desarrollo, difusión e integración de la cultura de riesgos corporativa se sustenta en una serie de procesos clave:</a:t>
            </a:r>
          </a:p>
          <a:p>
            <a:pPr marL="285750" indent="-285750" algn="just">
              <a:lnSpc>
                <a:spcPct val="150000"/>
              </a:lnSpc>
              <a:buFont typeface="Arial" panose="020B0604020202020204" pitchFamily="34" charset="0"/>
              <a:buChar char="•"/>
            </a:pPr>
            <a:endParaRPr lang="es-MX" sz="1600" dirty="0">
              <a:latin typeface="Santander Text Light" panose="020B0304020201020104" pitchFamily="34" charset="0"/>
            </a:endParaRPr>
          </a:p>
          <a:p>
            <a:pPr marL="342900" indent="-342900" algn="just">
              <a:lnSpc>
                <a:spcPct val="150000"/>
              </a:lnSpc>
              <a:buFont typeface="+mj-lt"/>
              <a:buAutoNum type="alphaLcPeriod"/>
            </a:pPr>
            <a:r>
              <a:rPr lang="es-MX" sz="1600" dirty="0">
                <a:latin typeface="Santander Text Light" panose="020B0304020201020104" pitchFamily="34" charset="0"/>
              </a:rPr>
              <a:t>Procesos de Selección y Reclutamiento.- Generar una conciencia de la importancia y responsabilidad personal en la gestión de riesgos de cada nuevo empleado y reforzarla una vez que se ha incorporado mediante la inclusión de formación sobre la cultura de riesgos en los programadas de inducción.</a:t>
            </a:r>
          </a:p>
          <a:p>
            <a:pPr marL="342900" indent="-342900" algn="just">
              <a:lnSpc>
                <a:spcPct val="150000"/>
              </a:lnSpc>
              <a:buFont typeface="+mj-lt"/>
              <a:buAutoNum type="alphaLcPeriod"/>
            </a:pPr>
            <a:r>
              <a:rPr lang="es-MX" sz="1600" dirty="0">
                <a:latin typeface="Santander Text Light" panose="020B0304020201020104" pitchFamily="34" charset="0"/>
              </a:rPr>
              <a:t>Procesos de formación y desarrollo de riesgos.- Para ayudar a la consolidación, la entidad cuenta con los siguientes mecanismos: Planes de carrera y de formación de riesgos para los empleados y planes de formación.</a:t>
            </a:r>
          </a:p>
          <a:p>
            <a:pPr marL="342900" indent="-342900" algn="just">
              <a:lnSpc>
                <a:spcPct val="150000"/>
              </a:lnSpc>
              <a:buFont typeface="+mj-lt"/>
              <a:buAutoNum type="alphaLcPeriod"/>
            </a:pPr>
            <a:r>
              <a:rPr lang="es-MX" sz="1600" dirty="0">
                <a:latin typeface="Santander Text Light" panose="020B0304020201020104" pitchFamily="34" charset="0"/>
              </a:rPr>
              <a:t>Integración de cultura de riesgo en el trabajo diario.- Fomentar una cultura de comunicación abierta, de colaboración y efectiva. La responsabilidad de la integración de la cultura de Riesgos en el trabajo diario reside en cada empleado.</a:t>
            </a:r>
          </a:p>
          <a:p>
            <a:pPr marL="342900" indent="-342900" algn="just">
              <a:lnSpc>
                <a:spcPct val="150000"/>
              </a:lnSpc>
              <a:buFont typeface="+mj-lt"/>
              <a:buAutoNum type="alphaLcPeriod"/>
            </a:pPr>
            <a:r>
              <a:rPr lang="es-MX" sz="1600" dirty="0">
                <a:latin typeface="Santander Text Light" panose="020B0304020201020104" pitchFamily="34" charset="0"/>
              </a:rPr>
              <a:t>Procesos de compensación y gestión del desempeño.- La función de riesgos participa de forma activa en los procesos clave de compensación y reconocimiento.</a:t>
            </a:r>
          </a:p>
        </p:txBody>
      </p:sp>
      <p:sp>
        <p:nvSpPr>
          <p:cNvPr id="3" name="Title 1">
            <a:extLst>
              <a:ext uri="{FF2B5EF4-FFF2-40B4-BE49-F238E27FC236}">
                <a16:creationId xmlns:a16="http://schemas.microsoft.com/office/drawing/2014/main" id="{D8687F81-BF22-6B48-79EC-53366A99034E}"/>
              </a:ext>
            </a:extLst>
          </p:cNvPr>
          <p:cNvSpPr>
            <a:spLocks noGrp="1"/>
          </p:cNvSpPr>
          <p:nvPr/>
        </p:nvSpPr>
        <p:spPr>
          <a:xfrm>
            <a:off x="478325" y="988943"/>
            <a:ext cx="11235350" cy="657916"/>
          </a:xfrm>
          <a:prstGeom prst="rect">
            <a:avLst/>
          </a:prstGeom>
        </p:spPr>
        <p:txBody>
          <a:bodyPr vert="horz" lIns="91440" tIns="45720" rIns="91440" bIns="45720" rtlCol="0" anchor="t">
            <a:normAutofit/>
          </a:bodyPr>
          <a:lstStyle>
            <a:lvl1pPr algn="l" defTabSz="742950" rtl="0" eaLnBrk="1" latinLnBrk="0" hangingPunct="1">
              <a:lnSpc>
                <a:spcPct val="90000"/>
              </a:lnSpc>
              <a:spcBef>
                <a:spcPct val="0"/>
              </a:spcBef>
              <a:buNone/>
              <a:defRPr lang="es-ES" sz="2400" b="0" kern="1200" dirty="0">
                <a:solidFill>
                  <a:schemeClr val="accent2"/>
                </a:solidFill>
                <a:latin typeface="Santander Headline" panose="020B0504020201020104" pitchFamily="34" charset="0"/>
                <a:ea typeface="+mj-ea"/>
                <a:cs typeface="+mj-cs"/>
              </a:defRPr>
            </a:lvl1pPr>
          </a:lstStyle>
          <a:p>
            <a:r>
              <a:rPr lang="es-MX" dirty="0">
                <a:solidFill>
                  <a:schemeClr val="tx1"/>
                </a:solidFill>
                <a:latin typeface="Santander Headline" panose="020B0504020201020104"/>
              </a:rPr>
              <a:t>Cultura de riesgos</a:t>
            </a:r>
          </a:p>
        </p:txBody>
      </p:sp>
    </p:spTree>
    <p:extLst>
      <p:ext uri="{BB962C8B-B14F-4D97-AF65-F5344CB8AC3E}">
        <p14:creationId xmlns:p14="http://schemas.microsoft.com/office/powerpoint/2010/main" val="4157979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0D16EA64-05DE-42E0-AE5C-9B84EC281F92}"/>
              </a:ext>
            </a:extLst>
          </p:cNvPr>
          <p:cNvSpPr txBox="1">
            <a:spLocks/>
          </p:cNvSpPr>
          <p:nvPr/>
        </p:nvSpPr>
        <p:spPr>
          <a:xfrm>
            <a:off x="3101789" y="3216175"/>
            <a:ext cx="2537012" cy="425649"/>
          </a:xfrm>
          <a:prstGeom prst="rect">
            <a:avLst/>
          </a:prstGeom>
        </p:spPr>
        <p:txBody>
          <a:bodyPr lIns="0" tIns="0" rIns="0" bIns="0" anchor="t" anchorCtr="0">
            <a:noAutofit/>
          </a:bodyPr>
          <a:lstStyle>
            <a:lvl1pPr algn="r" defTabSz="914400" rtl="0" eaLnBrk="1" latinLnBrk="0" hangingPunct="1">
              <a:lnSpc>
                <a:spcPct val="90000"/>
              </a:lnSpc>
              <a:spcBef>
                <a:spcPct val="0"/>
              </a:spcBef>
              <a:buNone/>
              <a:defRPr sz="4000" kern="1200">
                <a:solidFill>
                  <a:schemeClr val="tx1"/>
                </a:solidFill>
                <a:latin typeface="Santander Headline Light" panose="020B0304020201010104" pitchFamily="34" charset="0"/>
                <a:ea typeface="+mj-ea"/>
                <a:cs typeface="Santander Headline Light" panose="020B0304020201010104" pitchFamily="34" charset="0"/>
              </a:defRPr>
            </a:lvl1pPr>
          </a:lstStyle>
          <a:p>
            <a:r>
              <a:rPr lang="es-ES" sz="3250" dirty="0" err="1">
                <a:solidFill>
                  <a:schemeClr val="bg1"/>
                </a:solidFill>
              </a:rPr>
              <a:t>Thank</a:t>
            </a:r>
            <a:r>
              <a:rPr lang="es-ES" sz="3250" dirty="0">
                <a:solidFill>
                  <a:schemeClr val="bg1"/>
                </a:solidFill>
              </a:rPr>
              <a:t> </a:t>
            </a:r>
            <a:r>
              <a:rPr lang="es-ES" sz="3250" dirty="0" err="1">
                <a:solidFill>
                  <a:schemeClr val="bg1"/>
                </a:solidFill>
              </a:rPr>
              <a:t>you</a:t>
            </a:r>
            <a:endParaRPr lang="es-ES" sz="3250" dirty="0">
              <a:solidFill>
                <a:schemeClr val="bg1"/>
              </a:solidFill>
            </a:endParaRPr>
          </a:p>
        </p:txBody>
      </p:sp>
      <p:sp>
        <p:nvSpPr>
          <p:cNvPr id="15" name="Marcador de texto 4">
            <a:extLst>
              <a:ext uri="{FF2B5EF4-FFF2-40B4-BE49-F238E27FC236}">
                <a16:creationId xmlns:a16="http://schemas.microsoft.com/office/drawing/2014/main" id="{BC452134-68FE-4091-911A-B59920C1C871}"/>
              </a:ext>
            </a:extLst>
          </p:cNvPr>
          <p:cNvSpPr txBox="1">
            <a:spLocks/>
          </p:cNvSpPr>
          <p:nvPr/>
        </p:nvSpPr>
        <p:spPr>
          <a:xfrm>
            <a:off x="6230470" y="2609543"/>
            <a:ext cx="2175749" cy="464344"/>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Santander Headline Light" panose="020B0304020201010104" pitchFamily="34" charset="0"/>
                <a:ea typeface="+mn-ea"/>
                <a:cs typeface="Santander Headline Light" panose="020B03040202010101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4000" kern="1200">
                <a:solidFill>
                  <a:schemeClr val="tx1"/>
                </a:solidFill>
                <a:latin typeface="Santander Headline Light" panose="020B0304020201010104" pitchFamily="34" charset="0"/>
                <a:ea typeface="+mn-ea"/>
                <a:cs typeface="Santander Headline Light" panose="020B03040202010101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4000" kern="1200">
                <a:solidFill>
                  <a:schemeClr val="tx1"/>
                </a:solidFill>
                <a:latin typeface="Santander Headline Light" panose="020B0304020201010104" pitchFamily="34" charset="0"/>
                <a:ea typeface="+mn-ea"/>
                <a:cs typeface="Santander Headline Light" panose="020B03040202010101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4000" kern="1200">
                <a:solidFill>
                  <a:schemeClr val="tx1"/>
                </a:solidFill>
                <a:latin typeface="Santander Headline Light" panose="020B0304020201010104" pitchFamily="34" charset="0"/>
                <a:ea typeface="+mn-ea"/>
                <a:cs typeface="Santander Headline Light" panose="020B03040202010101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4000" kern="1200">
                <a:solidFill>
                  <a:schemeClr val="tx1"/>
                </a:solidFill>
                <a:latin typeface="Santander Headline Light" panose="020B0304020201010104" pitchFamily="34" charset="0"/>
                <a:ea typeface="+mn-ea"/>
                <a:cs typeface="Santander Headline Light" panose="020B03040202010101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3250" dirty="0"/>
              <a:t>Gracias</a:t>
            </a:r>
          </a:p>
        </p:txBody>
      </p:sp>
    </p:spTree>
    <p:extLst>
      <p:ext uri="{BB962C8B-B14F-4D97-AF65-F5344CB8AC3E}">
        <p14:creationId xmlns:p14="http://schemas.microsoft.com/office/powerpoint/2010/main" val="22673441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M Template">
  <a:themeElements>
    <a:clrScheme name="SAM COLORES DEFINITIVOS">
      <a:dk1>
        <a:srgbClr val="000715"/>
      </a:dk1>
      <a:lt1>
        <a:srgbClr val="FFFFFF"/>
      </a:lt1>
      <a:dk2>
        <a:srgbClr val="E8E8E8"/>
      </a:dk2>
      <a:lt2>
        <a:srgbClr val="AEAEAE"/>
      </a:lt2>
      <a:accent1>
        <a:srgbClr val="002630"/>
      </a:accent1>
      <a:accent2>
        <a:srgbClr val="005471"/>
      </a:accent2>
      <a:accent3>
        <a:srgbClr val="EC0000"/>
      </a:accent3>
      <a:accent4>
        <a:srgbClr val="E8E8E8"/>
      </a:accent4>
      <a:accent5>
        <a:srgbClr val="9A004F"/>
      </a:accent5>
      <a:accent6>
        <a:srgbClr val="D0B047"/>
      </a:accent6>
      <a:hlink>
        <a:srgbClr val="005471"/>
      </a:hlink>
      <a:folHlink>
        <a:srgbClr val="D0D0D0"/>
      </a:folHlink>
    </a:clrScheme>
    <a:fontScheme name="Personalizado 7">
      <a:majorFont>
        <a:latin typeface="Santander Headline"/>
        <a:ea typeface=""/>
        <a:cs typeface=""/>
      </a:majorFont>
      <a:minorFont>
        <a:latin typeface="Santander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890</Words>
  <Application>Microsoft Office PowerPoint</Application>
  <PresentationFormat>Panorámica</PresentationFormat>
  <Paragraphs>81</Paragraphs>
  <Slides>8</Slides>
  <Notes>2</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8</vt:i4>
      </vt:variant>
    </vt:vector>
  </HeadingPairs>
  <TitlesOfParts>
    <vt:vector size="16" baseType="lpstr">
      <vt:lpstr>Santander Headline</vt:lpstr>
      <vt:lpstr>Santander Headline Light</vt:lpstr>
      <vt:lpstr>Arial</vt:lpstr>
      <vt:lpstr>Calibri</vt:lpstr>
      <vt:lpstr>Santander Text</vt:lpstr>
      <vt:lpstr>Santander Text Light</vt:lpstr>
      <vt:lpstr>SAM Template</vt:lpstr>
      <vt:lpstr>think-cell Slide</vt:lpstr>
      <vt:lpstr>Cultura</vt:lpstr>
      <vt:lpstr>Presentación de PowerPoint</vt:lpstr>
      <vt:lpstr>Presentación de PowerPoint</vt:lpstr>
      <vt:lpstr>Estándares mínimos comunes</vt:lpstr>
      <vt:lpstr> Estándares mínimos comunes</vt:lpstr>
      <vt:lpstr>Cultura Santander</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CAIR Fondos Octubre 2024</dc:title>
  <dc:creator>n</dc:creator>
  <cp:lastModifiedBy>Rodriguez Juarez Mauricio Fabian</cp:lastModifiedBy>
  <cp:revision>542</cp:revision>
  <cp:lastPrinted>2022-09-27T05:05:24Z</cp:lastPrinted>
  <dcterms:created xsi:type="dcterms:W3CDTF">2022-04-11T15:15:34Z</dcterms:created>
  <dcterms:modified xsi:type="dcterms:W3CDTF">2025-09-24T19:59:35Z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2abd79-57a9-4473-8700-c843f76a1e37_Enabled">
    <vt:lpwstr>true</vt:lpwstr>
  </property>
  <property fmtid="{D5CDD505-2E9C-101B-9397-08002B2CF9AE}" pid="3" name="MSIP_Label_0c2abd79-57a9-4473-8700-c843f76a1e37_SetDate">
    <vt:lpwstr>2022-04-11T15:20:26Z</vt:lpwstr>
  </property>
  <property fmtid="{D5CDD505-2E9C-101B-9397-08002B2CF9AE}" pid="4" name="MSIP_Label_0c2abd79-57a9-4473-8700-c843f76a1e37_Method">
    <vt:lpwstr>Privileged</vt:lpwstr>
  </property>
  <property fmtid="{D5CDD505-2E9C-101B-9397-08002B2CF9AE}" pid="5" name="MSIP_Label_0c2abd79-57a9-4473-8700-c843f76a1e37_Name">
    <vt:lpwstr>Internal</vt:lpwstr>
  </property>
  <property fmtid="{D5CDD505-2E9C-101B-9397-08002B2CF9AE}" pid="6" name="MSIP_Label_0c2abd79-57a9-4473-8700-c843f76a1e37_SiteId">
    <vt:lpwstr>35595a02-4d6d-44ac-99e1-f9ab4cd872db</vt:lpwstr>
  </property>
  <property fmtid="{D5CDD505-2E9C-101B-9397-08002B2CF9AE}" pid="7" name="MSIP_Label_0c2abd79-57a9-4473-8700-c843f76a1e37_ActionId">
    <vt:lpwstr>7d5b4275-4ac8-4d84-8200-a69e00b4802b</vt:lpwstr>
  </property>
  <property fmtid="{D5CDD505-2E9C-101B-9397-08002B2CF9AE}" pid="8" name="MSIP_Label_0c2abd79-57a9-4473-8700-c843f76a1e37_ContentBits">
    <vt:lpwstr>0</vt:lpwstr>
  </property>
</Properties>
</file>