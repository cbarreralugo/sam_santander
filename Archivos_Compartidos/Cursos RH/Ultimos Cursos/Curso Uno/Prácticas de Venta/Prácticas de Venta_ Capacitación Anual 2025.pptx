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2.xml" ContentType="application/vnd.openxmlformats-officedocument.theme+xml"/>
  <Override PartName="/ppt/tags/tag9.xml" ContentType="application/vnd.openxmlformats-officedocument.presentationml.tags+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4"/>
  </p:sldMasterIdLst>
  <p:notesMasterIdLst>
    <p:notesMasterId r:id="rId31"/>
  </p:notesMasterIdLst>
  <p:sldIdLst>
    <p:sldId id="2147478639" r:id="rId5"/>
    <p:sldId id="2147478759" r:id="rId6"/>
    <p:sldId id="2147478760" r:id="rId7"/>
    <p:sldId id="2147478761" r:id="rId8"/>
    <p:sldId id="2147478762" r:id="rId9"/>
    <p:sldId id="2147478763" r:id="rId10"/>
    <p:sldId id="2147478764" r:id="rId11"/>
    <p:sldId id="2147478765" r:id="rId12"/>
    <p:sldId id="2147478766" r:id="rId13"/>
    <p:sldId id="2147478767" r:id="rId14"/>
    <p:sldId id="2147478768" r:id="rId15"/>
    <p:sldId id="2147478769" r:id="rId16"/>
    <p:sldId id="2147478770" r:id="rId17"/>
    <p:sldId id="2147478771" r:id="rId18"/>
    <p:sldId id="2147478772" r:id="rId19"/>
    <p:sldId id="2147478773" r:id="rId20"/>
    <p:sldId id="2147478774" r:id="rId21"/>
    <p:sldId id="2147478775" r:id="rId22"/>
    <p:sldId id="2147478776" r:id="rId23"/>
    <p:sldId id="2147478778" r:id="rId24"/>
    <p:sldId id="2147478779" r:id="rId25"/>
    <p:sldId id="2147478780" r:id="rId26"/>
    <p:sldId id="2147478781" r:id="rId27"/>
    <p:sldId id="2147478782" r:id="rId28"/>
    <p:sldId id="2147478777" r:id="rId29"/>
    <p:sldId id="2147478693" r:id="rId30"/>
  </p:sldIdLst>
  <p:sldSz cx="12192000" cy="6858000"/>
  <p:notesSz cx="6797675" cy="9859963"/>
  <p:custDataLst>
    <p:tags r:id="rId32"/>
  </p:custDataLst>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29" userDrawn="1">
          <p15:clr>
            <a:srgbClr val="A4A3A4"/>
          </p15:clr>
        </p15:guide>
        <p15:guide id="5" pos="2003" userDrawn="1">
          <p15:clr>
            <a:srgbClr val="A4A3A4"/>
          </p15:clr>
        </p15:guide>
        <p15:guide id="7" pos="7673" userDrawn="1">
          <p15:clr>
            <a:srgbClr val="A4A3A4"/>
          </p15:clr>
        </p15:guide>
        <p15:guide id="8" orient="horz" pos="300" userDrawn="1">
          <p15:clr>
            <a:srgbClr val="A4A3A4"/>
          </p15:clr>
        </p15:guide>
        <p15:guide id="12" orient="horz" pos="1185" userDrawn="1">
          <p15:clr>
            <a:srgbClr val="A4A3A4"/>
          </p15:clr>
        </p15:guide>
        <p15:guide id="13" orient="horz" pos="709" userDrawn="1">
          <p15:clr>
            <a:srgbClr val="A4A3A4"/>
          </p15:clr>
        </p15:guide>
        <p15:guide id="14" orient="horz" pos="640" userDrawn="1">
          <p15:clr>
            <a:srgbClr val="A4A3A4"/>
          </p15:clr>
        </p15:guide>
        <p15:guide id="16" pos="461" userDrawn="1">
          <p15:clr>
            <a:srgbClr val="A4A3A4"/>
          </p15:clr>
        </p15:guide>
        <p15:guide id="21" pos="3500" userDrawn="1">
          <p15:clr>
            <a:srgbClr val="A4A3A4"/>
          </p15:clr>
        </p15:guide>
        <p15:guide id="23" pos="619" userDrawn="1">
          <p15:clr>
            <a:srgbClr val="A4A3A4"/>
          </p15:clr>
        </p15:guide>
        <p15:guide id="24" pos="1844" userDrawn="1">
          <p15:clr>
            <a:srgbClr val="A4A3A4"/>
          </p15:clr>
        </p15:guide>
        <p15:guide id="25" pos="3976" userDrawn="1">
          <p15:clr>
            <a:srgbClr val="A4A3A4"/>
          </p15:clr>
        </p15:guide>
        <p15:guide id="26" orient="horz" pos="3838" userDrawn="1">
          <p15:clr>
            <a:srgbClr val="A4A3A4"/>
          </p15:clr>
        </p15:guide>
        <p15:guide id="27" orient="horz" pos="3748" userDrawn="1">
          <p15:clr>
            <a:srgbClr val="A4A3A4"/>
          </p15:clr>
        </p15:guide>
        <p15:guide id="28" pos="2525" userDrawn="1">
          <p15:clr>
            <a:srgbClr val="A4A3A4"/>
          </p15:clr>
        </p15:guide>
        <p15:guide id="30" orient="horz" pos="363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41A3C53-3529-0AF2-FF18-2D247334C829}" name="Mauricio Pons Isabel" initials="MPI" userId="S::n110160@gruposantander.com::410e32e6-b023-4302-97ab-65e49a299ec3" providerId="AD"/>
  <p188:author id="{DFB87870-6E24-7E8C-FC1A-2605C16EE90F}" name="Martin Del Burgo Herraez Jesus" initials="MDBHJ" userId="S::n866448@corp.santanderam.com::9a0997b9-3fe6-4a7c-bbe3-13e47b8084b2" providerId="AD"/>
  <p188:author id="{CB793F7D-A7F1-75E7-D217-53A4035A3097}" name="Samacá Vasquez Carolina" initials="SVC" userId="S::n320667@corp.santanderam.com::24f1e561-a9c1-4540-b3c5-739fe7ffcef5" providerId="AD"/>
  <p188:author id="{BA17ED93-6D15-2C52-F21A-5A17BC9591BA}" name="Sainz De Vicuña Cabeza Ignacio Antonio" initials="SDVCIA" userId="S::n856246@corp.santanderam.com::5e28869f-174a-48d1-84a2-5d3c32aeb93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090D"/>
    <a:srgbClr val="00AA68"/>
    <a:srgbClr val="03020A"/>
    <a:srgbClr val="030712"/>
    <a:srgbClr val="000000"/>
    <a:srgbClr val="03060F"/>
    <a:srgbClr val="020611"/>
    <a:srgbClr val="BEBEC6"/>
    <a:srgbClr val="D3D2D5"/>
    <a:srgbClr val="EFEE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4F85F2-7066-4F19-9DBF-3CAEFE0C94E1}" v="55" dt="2025-10-01T02:55:55.122"/>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guide orient="horz" pos="1729"/>
        <p:guide pos="2003"/>
        <p:guide pos="7673"/>
        <p:guide orient="horz" pos="300"/>
        <p:guide orient="horz" pos="1185"/>
        <p:guide orient="horz" pos="709"/>
        <p:guide orient="horz" pos="640"/>
        <p:guide pos="461"/>
        <p:guide pos="3500"/>
        <p:guide pos="619"/>
        <p:guide pos="1844"/>
        <p:guide pos="3976"/>
        <p:guide orient="horz" pos="3838"/>
        <p:guide orient="horz" pos="3748"/>
        <p:guide pos="2525"/>
        <p:guide orient="horz" pos="3634"/>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gs" Target="tags/tag1.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2696E1-4AD3-45AD-A245-9BBEA451A61A}"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s-ES"/>
        </a:p>
      </dgm:t>
    </dgm:pt>
    <dgm:pt modelId="{3D3328A9-D4D3-4D85-B887-4AD044F761D8}">
      <dgm:prSet phldrT="[Texto]" custT="1"/>
      <dgm:spPr>
        <a:solidFill>
          <a:schemeClr val="tx1">
            <a:lumMod val="90000"/>
            <a:lumOff val="10000"/>
          </a:schemeClr>
        </a:solidFill>
      </dgm:spPr>
      <dgm:t>
        <a:bodyPr/>
        <a:lstStyle/>
        <a:p>
          <a:r>
            <a:rPr lang="es-MX" sz="2800" b="1" dirty="0">
              <a:latin typeface="Santander Text Light" panose="020B0304020201020104" pitchFamily="34" charset="0"/>
            </a:rPr>
            <a:t>Asesorados</a:t>
          </a:r>
          <a:endParaRPr lang="es-ES" sz="2800" b="1" dirty="0">
            <a:latin typeface="Santander Text Light" panose="020B0304020201020104" pitchFamily="34" charset="0"/>
          </a:endParaRPr>
        </a:p>
      </dgm:t>
    </dgm:pt>
    <dgm:pt modelId="{CB2E9A7C-547E-4D4D-9F5B-864B524F56A0}" type="parTrans" cxnId="{0D6E5605-9EB6-4FD2-8B1B-E350AEDCE240}">
      <dgm:prSet/>
      <dgm:spPr/>
      <dgm:t>
        <a:bodyPr/>
        <a:lstStyle/>
        <a:p>
          <a:endParaRPr lang="es-ES" b="1">
            <a:latin typeface="Santander Text Light" panose="020B0304020201020104" pitchFamily="34" charset="0"/>
          </a:endParaRPr>
        </a:p>
      </dgm:t>
    </dgm:pt>
    <dgm:pt modelId="{21CF58AB-5E85-4E96-90C6-8BF49F0B8BA6}" type="sibTrans" cxnId="{0D6E5605-9EB6-4FD2-8B1B-E350AEDCE240}">
      <dgm:prSet/>
      <dgm:spPr/>
      <dgm:t>
        <a:bodyPr/>
        <a:lstStyle/>
        <a:p>
          <a:endParaRPr lang="es-ES" b="1">
            <a:latin typeface="Santander Text Light" panose="020B0304020201020104" pitchFamily="34" charset="0"/>
          </a:endParaRPr>
        </a:p>
      </dgm:t>
    </dgm:pt>
    <dgm:pt modelId="{6B44D7E2-CCBF-44C7-9DE6-7F24BD15E67C}">
      <dgm:prSet phldrT="[Texto]" custT="1"/>
      <dgm:spPr>
        <a:ln>
          <a:solidFill>
            <a:schemeClr val="tx1">
              <a:lumMod val="90000"/>
              <a:lumOff val="10000"/>
            </a:schemeClr>
          </a:solidFill>
        </a:ln>
      </dgm:spPr>
      <dgm:t>
        <a:bodyPr/>
        <a:lstStyle/>
        <a:p>
          <a:r>
            <a:rPr lang="es-MX" sz="1200" b="1" dirty="0">
              <a:latin typeface="Santander Text Light" panose="020B0304020201020104" pitchFamily="34" charset="0"/>
            </a:rPr>
            <a:t>Gestión</a:t>
          </a:r>
        </a:p>
        <a:p>
          <a:r>
            <a:rPr lang="es-MX" sz="1200" b="1" dirty="0">
              <a:latin typeface="Santander Text Light" panose="020B0304020201020104" pitchFamily="34" charset="0"/>
            </a:rPr>
            <a:t> Manejo de carteras en contratos discrecionales o discrecionales limitados</a:t>
          </a:r>
          <a:endParaRPr lang="es-ES" sz="1200" b="1" dirty="0">
            <a:latin typeface="Santander Text Light" panose="020B0304020201020104" pitchFamily="34" charset="0"/>
          </a:endParaRPr>
        </a:p>
      </dgm:t>
    </dgm:pt>
    <dgm:pt modelId="{8941345C-31F6-42BE-8917-A11505B4DBEC}" type="parTrans" cxnId="{4BF58D1D-DAC0-4F62-ABFB-37652B332FD5}">
      <dgm:prSet/>
      <dgm:spPr/>
      <dgm:t>
        <a:bodyPr/>
        <a:lstStyle/>
        <a:p>
          <a:endParaRPr lang="es-ES" b="1">
            <a:latin typeface="Santander Text Light" panose="020B0304020201020104" pitchFamily="34" charset="0"/>
          </a:endParaRPr>
        </a:p>
      </dgm:t>
    </dgm:pt>
    <dgm:pt modelId="{F23D9380-CB40-4EE8-868A-B460DA567878}" type="sibTrans" cxnId="{4BF58D1D-DAC0-4F62-ABFB-37652B332FD5}">
      <dgm:prSet/>
      <dgm:spPr/>
      <dgm:t>
        <a:bodyPr/>
        <a:lstStyle/>
        <a:p>
          <a:endParaRPr lang="es-ES" b="1">
            <a:latin typeface="Santander Text Light" panose="020B0304020201020104" pitchFamily="34" charset="0"/>
          </a:endParaRPr>
        </a:p>
      </dgm:t>
    </dgm:pt>
    <dgm:pt modelId="{73C5E26E-2734-4339-A59D-A88D5AC6A6D0}">
      <dgm:prSet phldrT="[Texto]" custT="1"/>
      <dgm:spPr/>
      <dgm:t>
        <a:bodyPr/>
        <a:lstStyle/>
        <a:p>
          <a:r>
            <a:rPr lang="es-MX" sz="1200" b="1" dirty="0">
              <a:latin typeface="Santander Text Light" panose="020B0304020201020104" pitchFamily="34" charset="0"/>
            </a:rPr>
            <a:t>Asesoría</a:t>
          </a:r>
        </a:p>
        <a:p>
          <a:r>
            <a:rPr lang="es-MX" sz="1200" b="1" dirty="0">
              <a:latin typeface="Santander Text Light" panose="020B0304020201020104" pitchFamily="34" charset="0"/>
            </a:rPr>
            <a:t>Recomendaciones personalizadas al amparo de un contrato no discrecional sobre productos financieros</a:t>
          </a:r>
          <a:endParaRPr lang="es-ES" sz="1200" b="1" dirty="0">
            <a:latin typeface="Santander Text Light" panose="020B0304020201020104" pitchFamily="34" charset="0"/>
          </a:endParaRPr>
        </a:p>
      </dgm:t>
    </dgm:pt>
    <dgm:pt modelId="{FB09D525-481A-4BF8-97F6-667E9549C14A}" type="parTrans" cxnId="{9749CD42-12A4-490B-93FF-EB98256DE211}">
      <dgm:prSet/>
      <dgm:spPr/>
      <dgm:t>
        <a:bodyPr/>
        <a:lstStyle/>
        <a:p>
          <a:endParaRPr lang="es-ES" b="1">
            <a:latin typeface="Santander Text Light" panose="020B0304020201020104" pitchFamily="34" charset="0"/>
          </a:endParaRPr>
        </a:p>
      </dgm:t>
    </dgm:pt>
    <dgm:pt modelId="{B83F8A7F-9DDB-4AB1-87B3-B7562ECD9D40}" type="sibTrans" cxnId="{9749CD42-12A4-490B-93FF-EB98256DE211}">
      <dgm:prSet/>
      <dgm:spPr/>
      <dgm:t>
        <a:bodyPr/>
        <a:lstStyle/>
        <a:p>
          <a:endParaRPr lang="es-ES" b="1">
            <a:latin typeface="Santander Text Light" panose="020B0304020201020104" pitchFamily="34" charset="0"/>
          </a:endParaRPr>
        </a:p>
      </dgm:t>
    </dgm:pt>
    <dgm:pt modelId="{B5EF13D8-B5CA-4099-B36E-B80222C7BB58}">
      <dgm:prSet phldrT="[Texto]" custT="1"/>
      <dgm:spPr>
        <a:solidFill>
          <a:schemeClr val="accent3">
            <a:lumMod val="50000"/>
          </a:schemeClr>
        </a:solidFill>
      </dgm:spPr>
      <dgm:t>
        <a:bodyPr/>
        <a:lstStyle/>
        <a:p>
          <a:r>
            <a:rPr lang="es-MX" sz="2800" b="1" dirty="0">
              <a:latin typeface="Santander Text Light" panose="020B0304020201020104" pitchFamily="34" charset="0"/>
            </a:rPr>
            <a:t>No Asesorados</a:t>
          </a:r>
          <a:endParaRPr lang="es-ES" sz="2800" b="1" dirty="0">
            <a:latin typeface="Santander Text Light" panose="020B0304020201020104" pitchFamily="34" charset="0"/>
          </a:endParaRPr>
        </a:p>
      </dgm:t>
    </dgm:pt>
    <dgm:pt modelId="{8A7790B1-7F68-4725-8BCD-4FCF30A81389}" type="parTrans" cxnId="{47810E81-D7DB-4650-B4EB-5CEF5198F3A8}">
      <dgm:prSet/>
      <dgm:spPr/>
      <dgm:t>
        <a:bodyPr/>
        <a:lstStyle/>
        <a:p>
          <a:endParaRPr lang="es-ES" b="1">
            <a:latin typeface="Santander Text Light" panose="020B0304020201020104" pitchFamily="34" charset="0"/>
          </a:endParaRPr>
        </a:p>
      </dgm:t>
    </dgm:pt>
    <dgm:pt modelId="{7ADF5274-6A3D-4DBA-A4C2-90A157351A8B}" type="sibTrans" cxnId="{47810E81-D7DB-4650-B4EB-5CEF5198F3A8}">
      <dgm:prSet/>
      <dgm:spPr/>
      <dgm:t>
        <a:bodyPr/>
        <a:lstStyle/>
        <a:p>
          <a:endParaRPr lang="es-ES" b="1">
            <a:latin typeface="Santander Text Light" panose="020B0304020201020104" pitchFamily="34" charset="0"/>
          </a:endParaRPr>
        </a:p>
      </dgm:t>
    </dgm:pt>
    <dgm:pt modelId="{73EC6656-6EF0-4D1C-94CB-31F683971703}">
      <dgm:prSet phldrT="[Texto]" custT="1"/>
      <dgm:spPr>
        <a:ln>
          <a:solidFill>
            <a:srgbClr val="C00000"/>
          </a:solidFill>
        </a:ln>
      </dgm:spPr>
      <dgm:t>
        <a:bodyPr/>
        <a:lstStyle/>
        <a:p>
          <a:pPr algn="ctr">
            <a:buNone/>
          </a:pPr>
          <a:r>
            <a:rPr lang="es-MX" sz="1200" b="1" dirty="0">
              <a:latin typeface="Santander Text Light" panose="020B0304020201020104" pitchFamily="34" charset="0"/>
            </a:rPr>
            <a:t>Comercialización</a:t>
          </a:r>
        </a:p>
        <a:p>
          <a:pPr algn="l">
            <a:buFont typeface="Arial" panose="020B0604020202020204" pitchFamily="34" charset="0"/>
            <a:buChar char="•"/>
          </a:pPr>
          <a:r>
            <a:rPr lang="es-MX" sz="1200" b="1" dirty="0">
              <a:latin typeface="Santander Text Light" panose="020B0304020201020104" pitchFamily="34" charset="0"/>
            </a:rPr>
            <a:t>Ofrecimiento de productos de bajo riesgos.</a:t>
          </a:r>
        </a:p>
        <a:p>
          <a:pPr algn="l">
            <a:buFont typeface="Arial" panose="020B0604020202020204" pitchFamily="34" charset="0"/>
            <a:buChar char="•"/>
          </a:pPr>
          <a:r>
            <a:rPr lang="es-MX" sz="1200" b="1" dirty="0">
              <a:latin typeface="Santander Text Light" panose="020B0304020201020104" pitchFamily="34" charset="0"/>
            </a:rPr>
            <a:t>Ofrecimiento de cualquier producto a Clientes Sofisticados.</a:t>
          </a:r>
          <a:endParaRPr lang="es-ES" sz="1200" b="1" dirty="0">
            <a:latin typeface="Santander Text Light" panose="020B0304020201020104" pitchFamily="34" charset="0"/>
          </a:endParaRPr>
        </a:p>
      </dgm:t>
    </dgm:pt>
    <dgm:pt modelId="{8496EF87-BD25-4F97-ADA2-C4746465C3CD}" type="parTrans" cxnId="{AE3DE7BC-DB36-4FB3-B2F6-BDB88D8826FB}">
      <dgm:prSet/>
      <dgm:spPr/>
      <dgm:t>
        <a:bodyPr/>
        <a:lstStyle/>
        <a:p>
          <a:endParaRPr lang="es-ES" b="1">
            <a:latin typeface="Santander Text Light" panose="020B0304020201020104" pitchFamily="34" charset="0"/>
          </a:endParaRPr>
        </a:p>
      </dgm:t>
    </dgm:pt>
    <dgm:pt modelId="{20C4468B-E047-4A25-8CE8-3958E8D2AFE8}" type="sibTrans" cxnId="{AE3DE7BC-DB36-4FB3-B2F6-BDB88D8826FB}">
      <dgm:prSet/>
      <dgm:spPr/>
      <dgm:t>
        <a:bodyPr/>
        <a:lstStyle/>
        <a:p>
          <a:endParaRPr lang="es-ES" b="1">
            <a:latin typeface="Santander Text Light" panose="020B0304020201020104" pitchFamily="34" charset="0"/>
          </a:endParaRPr>
        </a:p>
      </dgm:t>
    </dgm:pt>
    <dgm:pt modelId="{8B578774-B288-4F8C-A828-AC2141732C01}">
      <dgm:prSet phldrT="[Texto]" custT="1"/>
      <dgm:spPr>
        <a:ln>
          <a:solidFill>
            <a:srgbClr val="C00000"/>
          </a:solidFill>
        </a:ln>
      </dgm:spPr>
      <dgm:t>
        <a:bodyPr/>
        <a:lstStyle/>
        <a:p>
          <a:r>
            <a:rPr lang="es-MX" sz="1200" b="1" dirty="0">
              <a:latin typeface="Santander Text Light" panose="020B0304020201020104" pitchFamily="34" charset="0"/>
            </a:rPr>
            <a:t>Ejecución</a:t>
          </a:r>
        </a:p>
        <a:p>
          <a:r>
            <a:rPr lang="es-MX" sz="1200" b="1" dirty="0">
              <a:latin typeface="Santander Text Light" panose="020B0304020201020104" pitchFamily="34" charset="0"/>
            </a:rPr>
            <a:t>Operaciones que se realizan conforme a la petición expresa del Cliente.</a:t>
          </a:r>
          <a:endParaRPr lang="es-ES" sz="1200" b="1" dirty="0">
            <a:latin typeface="Santander Text Light" panose="020B0304020201020104" pitchFamily="34" charset="0"/>
          </a:endParaRPr>
        </a:p>
      </dgm:t>
    </dgm:pt>
    <dgm:pt modelId="{934298C3-6AAD-4CDC-9A9A-94E3E1436A74}" type="parTrans" cxnId="{F26BF2BB-4AEE-4668-86D8-7B2B91D846B9}">
      <dgm:prSet/>
      <dgm:spPr/>
      <dgm:t>
        <a:bodyPr/>
        <a:lstStyle/>
        <a:p>
          <a:endParaRPr lang="es-ES" b="1">
            <a:latin typeface="Santander Text Light" panose="020B0304020201020104" pitchFamily="34" charset="0"/>
          </a:endParaRPr>
        </a:p>
      </dgm:t>
    </dgm:pt>
    <dgm:pt modelId="{173CA92E-7BD1-4783-B101-6DF2A81720B1}" type="sibTrans" cxnId="{F26BF2BB-4AEE-4668-86D8-7B2B91D846B9}">
      <dgm:prSet/>
      <dgm:spPr/>
      <dgm:t>
        <a:bodyPr/>
        <a:lstStyle/>
        <a:p>
          <a:endParaRPr lang="es-ES" b="1">
            <a:latin typeface="Santander Text Light" panose="020B0304020201020104" pitchFamily="34" charset="0"/>
          </a:endParaRPr>
        </a:p>
      </dgm:t>
    </dgm:pt>
    <dgm:pt modelId="{6ACEB6AD-D6C5-42A6-BD26-4BC19FBC5CC5}" type="pres">
      <dgm:prSet presAssocID="{B32696E1-4AD3-45AD-A245-9BBEA451A61A}" presName="diagram" presStyleCnt="0">
        <dgm:presLayoutVars>
          <dgm:chPref val="1"/>
          <dgm:dir/>
          <dgm:animOne val="branch"/>
          <dgm:animLvl val="lvl"/>
          <dgm:resizeHandles/>
        </dgm:presLayoutVars>
      </dgm:prSet>
      <dgm:spPr/>
    </dgm:pt>
    <dgm:pt modelId="{3B289E0A-A4F3-4863-9DE8-C8659638F115}" type="pres">
      <dgm:prSet presAssocID="{3D3328A9-D4D3-4D85-B887-4AD044F761D8}" presName="root" presStyleCnt="0"/>
      <dgm:spPr/>
    </dgm:pt>
    <dgm:pt modelId="{3C246DFE-719A-4CE7-84FD-877589A3C654}" type="pres">
      <dgm:prSet presAssocID="{3D3328A9-D4D3-4D85-B887-4AD044F761D8}" presName="rootComposite" presStyleCnt="0"/>
      <dgm:spPr/>
    </dgm:pt>
    <dgm:pt modelId="{AD898B06-07A0-4924-9FEA-710D28E13DC4}" type="pres">
      <dgm:prSet presAssocID="{3D3328A9-D4D3-4D85-B887-4AD044F761D8}" presName="rootText" presStyleLbl="node1" presStyleIdx="0" presStyleCnt="2" custLinFactNeighborX="788" custLinFactNeighborY="-3306"/>
      <dgm:spPr/>
    </dgm:pt>
    <dgm:pt modelId="{0F8358EF-7EEF-4187-9E4A-D9940DE4374B}" type="pres">
      <dgm:prSet presAssocID="{3D3328A9-D4D3-4D85-B887-4AD044F761D8}" presName="rootConnector" presStyleLbl="node1" presStyleIdx="0" presStyleCnt="2"/>
      <dgm:spPr/>
    </dgm:pt>
    <dgm:pt modelId="{C0F556EE-337D-45B4-A803-1ED840D13C75}" type="pres">
      <dgm:prSet presAssocID="{3D3328A9-D4D3-4D85-B887-4AD044F761D8}" presName="childShape" presStyleCnt="0"/>
      <dgm:spPr/>
    </dgm:pt>
    <dgm:pt modelId="{9C68CEFD-8638-40EF-B637-8709B8110EB7}" type="pres">
      <dgm:prSet presAssocID="{8941345C-31F6-42BE-8917-A11505B4DBEC}" presName="Name13" presStyleLbl="parChTrans1D2" presStyleIdx="0" presStyleCnt="4"/>
      <dgm:spPr/>
    </dgm:pt>
    <dgm:pt modelId="{5497D183-6B08-405F-8F49-7FAC4A7DDD76}" type="pres">
      <dgm:prSet presAssocID="{6B44D7E2-CCBF-44C7-9DE6-7F24BD15E67C}" presName="childText" presStyleLbl="bgAcc1" presStyleIdx="0" presStyleCnt="4">
        <dgm:presLayoutVars>
          <dgm:bulletEnabled val="1"/>
        </dgm:presLayoutVars>
      </dgm:prSet>
      <dgm:spPr/>
    </dgm:pt>
    <dgm:pt modelId="{E81FF05E-40D7-4827-B019-D28552727DE5}" type="pres">
      <dgm:prSet presAssocID="{FB09D525-481A-4BF8-97F6-667E9549C14A}" presName="Name13" presStyleLbl="parChTrans1D2" presStyleIdx="1" presStyleCnt="4"/>
      <dgm:spPr/>
    </dgm:pt>
    <dgm:pt modelId="{9155AE01-72BA-4F65-AA3B-06A122F27D32}" type="pres">
      <dgm:prSet presAssocID="{73C5E26E-2734-4339-A59D-A88D5AC6A6D0}" presName="childText" presStyleLbl="bgAcc1" presStyleIdx="1" presStyleCnt="4">
        <dgm:presLayoutVars>
          <dgm:bulletEnabled val="1"/>
        </dgm:presLayoutVars>
      </dgm:prSet>
      <dgm:spPr/>
    </dgm:pt>
    <dgm:pt modelId="{4AA3696C-F59F-4EFB-8605-49612AA46DB6}" type="pres">
      <dgm:prSet presAssocID="{B5EF13D8-B5CA-4099-B36E-B80222C7BB58}" presName="root" presStyleCnt="0"/>
      <dgm:spPr/>
    </dgm:pt>
    <dgm:pt modelId="{FB38A2BE-CCFD-43C0-93C3-3287852D6DF6}" type="pres">
      <dgm:prSet presAssocID="{B5EF13D8-B5CA-4099-B36E-B80222C7BB58}" presName="rootComposite" presStyleCnt="0"/>
      <dgm:spPr/>
    </dgm:pt>
    <dgm:pt modelId="{88D87E64-2AC2-43A7-A67A-DEC495A8DAFC}" type="pres">
      <dgm:prSet presAssocID="{B5EF13D8-B5CA-4099-B36E-B80222C7BB58}" presName="rootText" presStyleLbl="node1" presStyleIdx="1" presStyleCnt="2"/>
      <dgm:spPr/>
    </dgm:pt>
    <dgm:pt modelId="{A2BF9423-B89D-46E8-904C-21E2DF53371A}" type="pres">
      <dgm:prSet presAssocID="{B5EF13D8-B5CA-4099-B36E-B80222C7BB58}" presName="rootConnector" presStyleLbl="node1" presStyleIdx="1" presStyleCnt="2"/>
      <dgm:spPr/>
    </dgm:pt>
    <dgm:pt modelId="{7B7B540B-0121-413C-BABC-B8EF221A50E0}" type="pres">
      <dgm:prSet presAssocID="{B5EF13D8-B5CA-4099-B36E-B80222C7BB58}" presName="childShape" presStyleCnt="0"/>
      <dgm:spPr/>
    </dgm:pt>
    <dgm:pt modelId="{C13A87B8-44DE-4325-84C9-0A0A7A5A241B}" type="pres">
      <dgm:prSet presAssocID="{8496EF87-BD25-4F97-ADA2-C4746465C3CD}" presName="Name13" presStyleLbl="parChTrans1D2" presStyleIdx="2" presStyleCnt="4"/>
      <dgm:spPr/>
    </dgm:pt>
    <dgm:pt modelId="{94A42BBF-8A3F-4EE1-AE97-D95E5330AFCD}" type="pres">
      <dgm:prSet presAssocID="{73EC6656-6EF0-4D1C-94CB-31F683971703}" presName="childText" presStyleLbl="bgAcc1" presStyleIdx="2" presStyleCnt="4">
        <dgm:presLayoutVars>
          <dgm:bulletEnabled val="1"/>
        </dgm:presLayoutVars>
      </dgm:prSet>
      <dgm:spPr/>
    </dgm:pt>
    <dgm:pt modelId="{58044332-63EE-45B1-959A-30D3366BCF6C}" type="pres">
      <dgm:prSet presAssocID="{934298C3-6AAD-4CDC-9A9A-94E3E1436A74}" presName="Name13" presStyleLbl="parChTrans1D2" presStyleIdx="3" presStyleCnt="4"/>
      <dgm:spPr/>
    </dgm:pt>
    <dgm:pt modelId="{35A811F2-17B3-4789-80C9-E1762C9C65F4}" type="pres">
      <dgm:prSet presAssocID="{8B578774-B288-4F8C-A828-AC2141732C01}" presName="childText" presStyleLbl="bgAcc1" presStyleIdx="3" presStyleCnt="4">
        <dgm:presLayoutVars>
          <dgm:bulletEnabled val="1"/>
        </dgm:presLayoutVars>
      </dgm:prSet>
      <dgm:spPr/>
    </dgm:pt>
  </dgm:ptLst>
  <dgm:cxnLst>
    <dgm:cxn modelId="{57165A00-6B40-440D-91D9-04E518AC3949}" type="presOf" srcId="{B5EF13D8-B5CA-4099-B36E-B80222C7BB58}" destId="{88D87E64-2AC2-43A7-A67A-DEC495A8DAFC}" srcOrd="0" destOrd="0" presId="urn:microsoft.com/office/officeart/2005/8/layout/hierarchy3"/>
    <dgm:cxn modelId="{F863C804-EF4D-4F72-B879-49F4A937272C}" type="presOf" srcId="{FB09D525-481A-4BF8-97F6-667E9549C14A}" destId="{E81FF05E-40D7-4827-B019-D28552727DE5}" srcOrd="0" destOrd="0" presId="urn:microsoft.com/office/officeart/2005/8/layout/hierarchy3"/>
    <dgm:cxn modelId="{0D6E5605-9EB6-4FD2-8B1B-E350AEDCE240}" srcId="{B32696E1-4AD3-45AD-A245-9BBEA451A61A}" destId="{3D3328A9-D4D3-4D85-B887-4AD044F761D8}" srcOrd="0" destOrd="0" parTransId="{CB2E9A7C-547E-4D4D-9F5B-864B524F56A0}" sibTransId="{21CF58AB-5E85-4E96-90C6-8BF49F0B8BA6}"/>
    <dgm:cxn modelId="{5ADCDE10-CFD2-4E8B-AFAC-82A883529F4C}" type="presOf" srcId="{3D3328A9-D4D3-4D85-B887-4AD044F761D8}" destId="{AD898B06-07A0-4924-9FEA-710D28E13DC4}" srcOrd="0" destOrd="0" presId="urn:microsoft.com/office/officeart/2005/8/layout/hierarchy3"/>
    <dgm:cxn modelId="{4BF58D1D-DAC0-4F62-ABFB-37652B332FD5}" srcId="{3D3328A9-D4D3-4D85-B887-4AD044F761D8}" destId="{6B44D7E2-CCBF-44C7-9DE6-7F24BD15E67C}" srcOrd="0" destOrd="0" parTransId="{8941345C-31F6-42BE-8917-A11505B4DBEC}" sibTransId="{F23D9380-CB40-4EE8-868A-B460DA567878}"/>
    <dgm:cxn modelId="{CDE6B821-8465-42C1-A29E-3F305A53E8C3}" type="presOf" srcId="{3D3328A9-D4D3-4D85-B887-4AD044F761D8}" destId="{0F8358EF-7EEF-4187-9E4A-D9940DE4374B}" srcOrd="1" destOrd="0" presId="urn:microsoft.com/office/officeart/2005/8/layout/hierarchy3"/>
    <dgm:cxn modelId="{42EF5D23-C1F0-48D4-9FBC-8C0CC4A53BC1}" type="presOf" srcId="{8496EF87-BD25-4F97-ADA2-C4746465C3CD}" destId="{C13A87B8-44DE-4325-84C9-0A0A7A5A241B}" srcOrd="0" destOrd="0" presId="urn:microsoft.com/office/officeart/2005/8/layout/hierarchy3"/>
    <dgm:cxn modelId="{26E95724-BC0D-4A00-AE3F-6B098518DDB1}" type="presOf" srcId="{6B44D7E2-CCBF-44C7-9DE6-7F24BD15E67C}" destId="{5497D183-6B08-405F-8F49-7FAC4A7DDD76}" srcOrd="0" destOrd="0" presId="urn:microsoft.com/office/officeart/2005/8/layout/hierarchy3"/>
    <dgm:cxn modelId="{0741E226-9E67-409B-A044-2B85A0FC8FFD}" type="presOf" srcId="{8B578774-B288-4F8C-A828-AC2141732C01}" destId="{35A811F2-17B3-4789-80C9-E1762C9C65F4}" srcOrd="0" destOrd="0" presId="urn:microsoft.com/office/officeart/2005/8/layout/hierarchy3"/>
    <dgm:cxn modelId="{9749CD42-12A4-490B-93FF-EB98256DE211}" srcId="{3D3328A9-D4D3-4D85-B887-4AD044F761D8}" destId="{73C5E26E-2734-4339-A59D-A88D5AC6A6D0}" srcOrd="1" destOrd="0" parTransId="{FB09D525-481A-4BF8-97F6-667E9549C14A}" sibTransId="{B83F8A7F-9DDB-4AB1-87B3-B7562ECD9D40}"/>
    <dgm:cxn modelId="{8CE21348-9928-4046-BF94-E80DFC193A41}" type="presOf" srcId="{B32696E1-4AD3-45AD-A245-9BBEA451A61A}" destId="{6ACEB6AD-D6C5-42A6-BD26-4BC19FBC5CC5}" srcOrd="0" destOrd="0" presId="urn:microsoft.com/office/officeart/2005/8/layout/hierarchy3"/>
    <dgm:cxn modelId="{FC87A26A-7750-4588-94B5-E9B8AEAC6999}" type="presOf" srcId="{934298C3-6AAD-4CDC-9A9A-94E3E1436A74}" destId="{58044332-63EE-45B1-959A-30D3366BCF6C}" srcOrd="0" destOrd="0" presId="urn:microsoft.com/office/officeart/2005/8/layout/hierarchy3"/>
    <dgm:cxn modelId="{02409B6C-F034-447C-907D-E44C239BAC92}" type="presOf" srcId="{8941345C-31F6-42BE-8917-A11505B4DBEC}" destId="{9C68CEFD-8638-40EF-B637-8709B8110EB7}" srcOrd="0" destOrd="0" presId="urn:microsoft.com/office/officeart/2005/8/layout/hierarchy3"/>
    <dgm:cxn modelId="{47810E81-D7DB-4650-B4EB-5CEF5198F3A8}" srcId="{B32696E1-4AD3-45AD-A245-9BBEA451A61A}" destId="{B5EF13D8-B5CA-4099-B36E-B80222C7BB58}" srcOrd="1" destOrd="0" parTransId="{8A7790B1-7F68-4725-8BCD-4FCF30A81389}" sibTransId="{7ADF5274-6A3D-4DBA-A4C2-90A157351A8B}"/>
    <dgm:cxn modelId="{8021A58F-5F5B-453B-AAEE-31631FDB570B}" type="presOf" srcId="{73C5E26E-2734-4339-A59D-A88D5AC6A6D0}" destId="{9155AE01-72BA-4F65-AA3B-06A122F27D32}" srcOrd="0" destOrd="0" presId="urn:microsoft.com/office/officeart/2005/8/layout/hierarchy3"/>
    <dgm:cxn modelId="{F17832A0-0A21-400B-924F-62D2678DEC0C}" type="presOf" srcId="{73EC6656-6EF0-4D1C-94CB-31F683971703}" destId="{94A42BBF-8A3F-4EE1-AE97-D95E5330AFCD}" srcOrd="0" destOrd="0" presId="urn:microsoft.com/office/officeart/2005/8/layout/hierarchy3"/>
    <dgm:cxn modelId="{71591BB2-8575-42B4-B546-DAC16533656A}" type="presOf" srcId="{B5EF13D8-B5CA-4099-B36E-B80222C7BB58}" destId="{A2BF9423-B89D-46E8-904C-21E2DF53371A}" srcOrd="1" destOrd="0" presId="urn:microsoft.com/office/officeart/2005/8/layout/hierarchy3"/>
    <dgm:cxn modelId="{F26BF2BB-4AEE-4668-86D8-7B2B91D846B9}" srcId="{B5EF13D8-B5CA-4099-B36E-B80222C7BB58}" destId="{8B578774-B288-4F8C-A828-AC2141732C01}" srcOrd="1" destOrd="0" parTransId="{934298C3-6AAD-4CDC-9A9A-94E3E1436A74}" sibTransId="{173CA92E-7BD1-4783-B101-6DF2A81720B1}"/>
    <dgm:cxn modelId="{AE3DE7BC-DB36-4FB3-B2F6-BDB88D8826FB}" srcId="{B5EF13D8-B5CA-4099-B36E-B80222C7BB58}" destId="{73EC6656-6EF0-4D1C-94CB-31F683971703}" srcOrd="0" destOrd="0" parTransId="{8496EF87-BD25-4F97-ADA2-C4746465C3CD}" sibTransId="{20C4468B-E047-4A25-8CE8-3958E8D2AFE8}"/>
    <dgm:cxn modelId="{369F993E-DEDF-49F1-90EE-43D52BA32FF0}" type="presParOf" srcId="{6ACEB6AD-D6C5-42A6-BD26-4BC19FBC5CC5}" destId="{3B289E0A-A4F3-4863-9DE8-C8659638F115}" srcOrd="0" destOrd="0" presId="urn:microsoft.com/office/officeart/2005/8/layout/hierarchy3"/>
    <dgm:cxn modelId="{E6CC0FAB-2596-4DAB-9549-C211F2965FB5}" type="presParOf" srcId="{3B289E0A-A4F3-4863-9DE8-C8659638F115}" destId="{3C246DFE-719A-4CE7-84FD-877589A3C654}" srcOrd="0" destOrd="0" presId="urn:microsoft.com/office/officeart/2005/8/layout/hierarchy3"/>
    <dgm:cxn modelId="{3AAA4816-2129-4F4D-8C39-814F7DD03536}" type="presParOf" srcId="{3C246DFE-719A-4CE7-84FD-877589A3C654}" destId="{AD898B06-07A0-4924-9FEA-710D28E13DC4}" srcOrd="0" destOrd="0" presId="urn:microsoft.com/office/officeart/2005/8/layout/hierarchy3"/>
    <dgm:cxn modelId="{21DB72E4-F0DD-490C-B662-736FA247EE6A}" type="presParOf" srcId="{3C246DFE-719A-4CE7-84FD-877589A3C654}" destId="{0F8358EF-7EEF-4187-9E4A-D9940DE4374B}" srcOrd="1" destOrd="0" presId="urn:microsoft.com/office/officeart/2005/8/layout/hierarchy3"/>
    <dgm:cxn modelId="{8808E6F0-471B-4C3E-966A-D62D6841CA97}" type="presParOf" srcId="{3B289E0A-A4F3-4863-9DE8-C8659638F115}" destId="{C0F556EE-337D-45B4-A803-1ED840D13C75}" srcOrd="1" destOrd="0" presId="urn:microsoft.com/office/officeart/2005/8/layout/hierarchy3"/>
    <dgm:cxn modelId="{FE6B7E11-30AD-4CBA-95A9-AAEE7E65E15F}" type="presParOf" srcId="{C0F556EE-337D-45B4-A803-1ED840D13C75}" destId="{9C68CEFD-8638-40EF-B637-8709B8110EB7}" srcOrd="0" destOrd="0" presId="urn:microsoft.com/office/officeart/2005/8/layout/hierarchy3"/>
    <dgm:cxn modelId="{F615AF05-4FFC-4B4B-9500-0B05E2F84451}" type="presParOf" srcId="{C0F556EE-337D-45B4-A803-1ED840D13C75}" destId="{5497D183-6B08-405F-8F49-7FAC4A7DDD76}" srcOrd="1" destOrd="0" presId="urn:microsoft.com/office/officeart/2005/8/layout/hierarchy3"/>
    <dgm:cxn modelId="{5E24A68D-F680-45BD-98C4-5C70FF523762}" type="presParOf" srcId="{C0F556EE-337D-45B4-A803-1ED840D13C75}" destId="{E81FF05E-40D7-4827-B019-D28552727DE5}" srcOrd="2" destOrd="0" presId="urn:microsoft.com/office/officeart/2005/8/layout/hierarchy3"/>
    <dgm:cxn modelId="{C5B5C09B-C6B1-4F63-A400-986386866B65}" type="presParOf" srcId="{C0F556EE-337D-45B4-A803-1ED840D13C75}" destId="{9155AE01-72BA-4F65-AA3B-06A122F27D32}" srcOrd="3" destOrd="0" presId="urn:microsoft.com/office/officeart/2005/8/layout/hierarchy3"/>
    <dgm:cxn modelId="{3E3FFAE4-5F5F-484E-8C46-82C542FBA4C7}" type="presParOf" srcId="{6ACEB6AD-D6C5-42A6-BD26-4BC19FBC5CC5}" destId="{4AA3696C-F59F-4EFB-8605-49612AA46DB6}" srcOrd="1" destOrd="0" presId="urn:microsoft.com/office/officeart/2005/8/layout/hierarchy3"/>
    <dgm:cxn modelId="{65EED51F-93B4-4CD3-AB61-C71E09AE0726}" type="presParOf" srcId="{4AA3696C-F59F-4EFB-8605-49612AA46DB6}" destId="{FB38A2BE-CCFD-43C0-93C3-3287852D6DF6}" srcOrd="0" destOrd="0" presId="urn:microsoft.com/office/officeart/2005/8/layout/hierarchy3"/>
    <dgm:cxn modelId="{D64A1D85-817E-4007-BCF7-D417D281D9E7}" type="presParOf" srcId="{FB38A2BE-CCFD-43C0-93C3-3287852D6DF6}" destId="{88D87E64-2AC2-43A7-A67A-DEC495A8DAFC}" srcOrd="0" destOrd="0" presId="urn:microsoft.com/office/officeart/2005/8/layout/hierarchy3"/>
    <dgm:cxn modelId="{73B371BE-CF54-4951-B9BD-64AA8603C2A9}" type="presParOf" srcId="{FB38A2BE-CCFD-43C0-93C3-3287852D6DF6}" destId="{A2BF9423-B89D-46E8-904C-21E2DF53371A}" srcOrd="1" destOrd="0" presId="urn:microsoft.com/office/officeart/2005/8/layout/hierarchy3"/>
    <dgm:cxn modelId="{6A8EA733-223F-41DF-AF52-39E10B1838C9}" type="presParOf" srcId="{4AA3696C-F59F-4EFB-8605-49612AA46DB6}" destId="{7B7B540B-0121-413C-BABC-B8EF221A50E0}" srcOrd="1" destOrd="0" presId="urn:microsoft.com/office/officeart/2005/8/layout/hierarchy3"/>
    <dgm:cxn modelId="{1CF959AE-7682-43A9-91F4-1E6C73666775}" type="presParOf" srcId="{7B7B540B-0121-413C-BABC-B8EF221A50E0}" destId="{C13A87B8-44DE-4325-84C9-0A0A7A5A241B}" srcOrd="0" destOrd="0" presId="urn:microsoft.com/office/officeart/2005/8/layout/hierarchy3"/>
    <dgm:cxn modelId="{82D8917C-364C-45C5-985F-6946749D0C62}" type="presParOf" srcId="{7B7B540B-0121-413C-BABC-B8EF221A50E0}" destId="{94A42BBF-8A3F-4EE1-AE97-D95E5330AFCD}" srcOrd="1" destOrd="0" presId="urn:microsoft.com/office/officeart/2005/8/layout/hierarchy3"/>
    <dgm:cxn modelId="{AFEF8982-5A65-4CBD-9739-4093132366AE}" type="presParOf" srcId="{7B7B540B-0121-413C-BABC-B8EF221A50E0}" destId="{58044332-63EE-45B1-959A-30D3366BCF6C}" srcOrd="2" destOrd="0" presId="urn:microsoft.com/office/officeart/2005/8/layout/hierarchy3"/>
    <dgm:cxn modelId="{4B5F2955-7EAD-4A5B-B1B5-76956E66A0BB}" type="presParOf" srcId="{7B7B540B-0121-413C-BABC-B8EF221A50E0}" destId="{35A811F2-17B3-4789-80C9-E1762C9C65F4}"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32696E1-4AD3-45AD-A245-9BBEA451A61A}"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s-ES"/>
        </a:p>
      </dgm:t>
    </dgm:pt>
    <dgm:pt modelId="{3D3328A9-D4D3-4D85-B887-4AD044F761D8}">
      <dgm:prSet phldrT="[Texto]" custT="1"/>
      <dgm:spPr>
        <a:solidFill>
          <a:schemeClr val="tx1">
            <a:lumMod val="90000"/>
            <a:lumOff val="10000"/>
          </a:schemeClr>
        </a:solidFill>
      </dgm:spPr>
      <dgm:t>
        <a:bodyPr/>
        <a:lstStyle/>
        <a:p>
          <a:r>
            <a:rPr lang="es-MX" sz="2800" b="1" dirty="0">
              <a:latin typeface="Santander Text Light" panose="020B0304020201020104" pitchFamily="34" charset="0"/>
            </a:rPr>
            <a:t>Asesorados</a:t>
          </a:r>
          <a:endParaRPr lang="es-ES" sz="2800" b="1" dirty="0">
            <a:latin typeface="Santander Text Light" panose="020B0304020201020104" pitchFamily="34" charset="0"/>
          </a:endParaRPr>
        </a:p>
      </dgm:t>
    </dgm:pt>
    <dgm:pt modelId="{CB2E9A7C-547E-4D4D-9F5B-864B524F56A0}" type="parTrans" cxnId="{0D6E5605-9EB6-4FD2-8B1B-E350AEDCE240}">
      <dgm:prSet/>
      <dgm:spPr/>
      <dgm:t>
        <a:bodyPr/>
        <a:lstStyle/>
        <a:p>
          <a:endParaRPr lang="es-ES" b="1">
            <a:latin typeface="Santander Text Light" panose="020B0304020201020104" pitchFamily="34" charset="0"/>
          </a:endParaRPr>
        </a:p>
      </dgm:t>
    </dgm:pt>
    <dgm:pt modelId="{21CF58AB-5E85-4E96-90C6-8BF49F0B8BA6}" type="sibTrans" cxnId="{0D6E5605-9EB6-4FD2-8B1B-E350AEDCE240}">
      <dgm:prSet/>
      <dgm:spPr/>
      <dgm:t>
        <a:bodyPr/>
        <a:lstStyle/>
        <a:p>
          <a:endParaRPr lang="es-ES" b="1">
            <a:latin typeface="Santander Text Light" panose="020B0304020201020104" pitchFamily="34" charset="0"/>
          </a:endParaRPr>
        </a:p>
      </dgm:t>
    </dgm:pt>
    <dgm:pt modelId="{6B44D7E2-CCBF-44C7-9DE6-7F24BD15E67C}">
      <dgm:prSet phldrT="[Texto]" custT="1"/>
      <dgm:spPr>
        <a:ln>
          <a:solidFill>
            <a:schemeClr val="tx1">
              <a:lumMod val="90000"/>
              <a:lumOff val="10000"/>
            </a:schemeClr>
          </a:solidFill>
        </a:ln>
      </dgm:spPr>
      <dgm:t>
        <a:bodyPr/>
        <a:lstStyle/>
        <a:p>
          <a:r>
            <a:rPr lang="es-MX" sz="1200" b="1" dirty="0">
              <a:latin typeface="Santander Text Light" panose="020B0304020201020104" pitchFamily="34" charset="0"/>
            </a:rPr>
            <a:t>Gestión</a:t>
          </a:r>
        </a:p>
        <a:p>
          <a:r>
            <a:rPr lang="es-MX" sz="1200" b="0" dirty="0">
              <a:latin typeface="Santander Text Light" panose="020B0304020201020104" pitchFamily="34" charset="0"/>
            </a:rPr>
            <a:t>Mandatos</a:t>
          </a:r>
          <a:endParaRPr lang="es-ES" sz="1200" b="0" dirty="0">
            <a:latin typeface="Santander Text Light" panose="020B0304020201020104" pitchFamily="34" charset="0"/>
          </a:endParaRPr>
        </a:p>
      </dgm:t>
    </dgm:pt>
    <dgm:pt modelId="{8941345C-31F6-42BE-8917-A11505B4DBEC}" type="parTrans" cxnId="{4BF58D1D-DAC0-4F62-ABFB-37652B332FD5}">
      <dgm:prSet/>
      <dgm:spPr/>
      <dgm:t>
        <a:bodyPr/>
        <a:lstStyle/>
        <a:p>
          <a:endParaRPr lang="es-ES" b="1">
            <a:latin typeface="Santander Text Light" panose="020B0304020201020104" pitchFamily="34" charset="0"/>
          </a:endParaRPr>
        </a:p>
      </dgm:t>
    </dgm:pt>
    <dgm:pt modelId="{F23D9380-CB40-4EE8-868A-B460DA567878}" type="sibTrans" cxnId="{4BF58D1D-DAC0-4F62-ABFB-37652B332FD5}">
      <dgm:prSet/>
      <dgm:spPr/>
      <dgm:t>
        <a:bodyPr/>
        <a:lstStyle/>
        <a:p>
          <a:endParaRPr lang="es-ES" b="1">
            <a:latin typeface="Santander Text Light" panose="020B0304020201020104" pitchFamily="34" charset="0"/>
          </a:endParaRPr>
        </a:p>
      </dgm:t>
    </dgm:pt>
    <dgm:pt modelId="{B5EF13D8-B5CA-4099-B36E-B80222C7BB58}">
      <dgm:prSet phldrT="[Texto]" custT="1"/>
      <dgm:spPr>
        <a:solidFill>
          <a:schemeClr val="accent3">
            <a:lumMod val="50000"/>
          </a:schemeClr>
        </a:solidFill>
      </dgm:spPr>
      <dgm:t>
        <a:bodyPr/>
        <a:lstStyle/>
        <a:p>
          <a:r>
            <a:rPr lang="es-MX" sz="2800" b="1" dirty="0">
              <a:latin typeface="Santander Text Light" panose="020B0304020201020104" pitchFamily="34" charset="0"/>
            </a:rPr>
            <a:t>No Asesorados</a:t>
          </a:r>
          <a:endParaRPr lang="es-ES" sz="2800" b="1" dirty="0">
            <a:latin typeface="Santander Text Light" panose="020B0304020201020104" pitchFamily="34" charset="0"/>
          </a:endParaRPr>
        </a:p>
      </dgm:t>
    </dgm:pt>
    <dgm:pt modelId="{8A7790B1-7F68-4725-8BCD-4FCF30A81389}" type="parTrans" cxnId="{47810E81-D7DB-4650-B4EB-5CEF5198F3A8}">
      <dgm:prSet/>
      <dgm:spPr/>
      <dgm:t>
        <a:bodyPr/>
        <a:lstStyle/>
        <a:p>
          <a:endParaRPr lang="es-ES" b="1">
            <a:latin typeface="Santander Text Light" panose="020B0304020201020104" pitchFamily="34" charset="0"/>
          </a:endParaRPr>
        </a:p>
      </dgm:t>
    </dgm:pt>
    <dgm:pt modelId="{7ADF5274-6A3D-4DBA-A4C2-90A157351A8B}" type="sibTrans" cxnId="{47810E81-D7DB-4650-B4EB-5CEF5198F3A8}">
      <dgm:prSet/>
      <dgm:spPr/>
      <dgm:t>
        <a:bodyPr/>
        <a:lstStyle/>
        <a:p>
          <a:endParaRPr lang="es-ES" b="1">
            <a:latin typeface="Santander Text Light" panose="020B0304020201020104" pitchFamily="34" charset="0"/>
          </a:endParaRPr>
        </a:p>
      </dgm:t>
    </dgm:pt>
    <dgm:pt modelId="{73EC6656-6EF0-4D1C-94CB-31F683971703}">
      <dgm:prSet phldrT="[Texto]" custT="1"/>
      <dgm:spPr>
        <a:ln>
          <a:solidFill>
            <a:srgbClr val="C00000"/>
          </a:solidFill>
        </a:ln>
      </dgm:spPr>
      <dgm:t>
        <a:bodyPr/>
        <a:lstStyle/>
        <a:p>
          <a:pPr algn="ctr">
            <a:buNone/>
          </a:pPr>
          <a:r>
            <a:rPr lang="es-MX" sz="1200" b="1" dirty="0">
              <a:latin typeface="Santander Text Light" panose="020B0304020201020104" pitchFamily="34" charset="0"/>
            </a:rPr>
            <a:t>Comercialización</a:t>
          </a:r>
        </a:p>
        <a:p>
          <a:pPr algn="ctr">
            <a:buFont typeface="Arial" panose="020B0604020202020204" pitchFamily="34" charset="0"/>
            <a:buChar char="•"/>
          </a:pPr>
          <a:r>
            <a:rPr lang="es-MX" sz="1200" b="0" dirty="0">
              <a:latin typeface="Santander Text Light" panose="020B0304020201020104" pitchFamily="34" charset="0"/>
            </a:rPr>
            <a:t>Acciones de Fondos de Inversión</a:t>
          </a:r>
          <a:endParaRPr lang="es-ES" sz="1200" b="0" dirty="0">
            <a:latin typeface="Santander Text Light" panose="020B0304020201020104" pitchFamily="34" charset="0"/>
          </a:endParaRPr>
        </a:p>
      </dgm:t>
    </dgm:pt>
    <dgm:pt modelId="{8496EF87-BD25-4F97-ADA2-C4746465C3CD}" type="parTrans" cxnId="{AE3DE7BC-DB36-4FB3-B2F6-BDB88D8826FB}">
      <dgm:prSet/>
      <dgm:spPr/>
      <dgm:t>
        <a:bodyPr/>
        <a:lstStyle/>
        <a:p>
          <a:endParaRPr lang="es-ES" b="1">
            <a:latin typeface="Santander Text Light" panose="020B0304020201020104" pitchFamily="34" charset="0"/>
          </a:endParaRPr>
        </a:p>
      </dgm:t>
    </dgm:pt>
    <dgm:pt modelId="{20C4468B-E047-4A25-8CE8-3958E8D2AFE8}" type="sibTrans" cxnId="{AE3DE7BC-DB36-4FB3-B2F6-BDB88D8826FB}">
      <dgm:prSet/>
      <dgm:spPr/>
      <dgm:t>
        <a:bodyPr/>
        <a:lstStyle/>
        <a:p>
          <a:endParaRPr lang="es-ES" b="1">
            <a:latin typeface="Santander Text Light" panose="020B0304020201020104" pitchFamily="34" charset="0"/>
          </a:endParaRPr>
        </a:p>
      </dgm:t>
    </dgm:pt>
    <dgm:pt modelId="{8B578774-B288-4F8C-A828-AC2141732C01}">
      <dgm:prSet phldrT="[Texto]" custT="1"/>
      <dgm:spPr>
        <a:ln>
          <a:solidFill>
            <a:srgbClr val="C00000"/>
          </a:solidFill>
        </a:ln>
      </dgm:spPr>
      <dgm:t>
        <a:bodyPr/>
        <a:lstStyle/>
        <a:p>
          <a:pPr algn="ctr">
            <a:buNone/>
          </a:pPr>
          <a:r>
            <a:rPr lang="es-MX" sz="1200" b="1" dirty="0">
              <a:latin typeface="Santander Text Light" panose="020B0304020201020104" pitchFamily="34" charset="0"/>
            </a:rPr>
            <a:t>Ejecución</a:t>
          </a:r>
        </a:p>
        <a:p>
          <a:pPr algn="ctr">
            <a:buNone/>
          </a:pPr>
          <a:r>
            <a:rPr lang="es-MX" sz="1200" b="1" dirty="0">
              <a:latin typeface="Santander Text Light" panose="020B0304020201020104" pitchFamily="34" charset="0"/>
            </a:rPr>
            <a:t>(Distribución en Directo)</a:t>
          </a:r>
        </a:p>
        <a:p>
          <a:pPr algn="l">
            <a:buFont typeface="Arial" panose="020B0604020202020204" pitchFamily="34" charset="0"/>
            <a:buChar char="•"/>
          </a:pPr>
          <a:r>
            <a:rPr lang="es-MX" sz="1200" b="0" dirty="0">
              <a:latin typeface="Santander Text Light" panose="020B0304020201020104" pitchFamily="34" charset="0"/>
            </a:rPr>
            <a:t>- Fondos de Inversión</a:t>
          </a:r>
        </a:p>
        <a:p>
          <a:pPr algn="l">
            <a:buFont typeface="Arial" panose="020B0604020202020204" pitchFamily="34" charset="0"/>
            <a:buChar char="•"/>
          </a:pPr>
          <a:r>
            <a:rPr lang="es-MX" sz="1200" b="0" dirty="0">
              <a:latin typeface="Santander Text Light" panose="020B0304020201020104" pitchFamily="34" charset="0"/>
            </a:rPr>
            <a:t>- Mandatos</a:t>
          </a:r>
          <a:endParaRPr lang="es-ES" sz="1200" b="0" dirty="0">
            <a:latin typeface="Santander Text Light" panose="020B0304020201020104" pitchFamily="34" charset="0"/>
          </a:endParaRPr>
        </a:p>
      </dgm:t>
    </dgm:pt>
    <dgm:pt modelId="{934298C3-6AAD-4CDC-9A9A-94E3E1436A74}" type="parTrans" cxnId="{F26BF2BB-4AEE-4668-86D8-7B2B91D846B9}">
      <dgm:prSet/>
      <dgm:spPr/>
      <dgm:t>
        <a:bodyPr/>
        <a:lstStyle/>
        <a:p>
          <a:endParaRPr lang="es-ES" b="1">
            <a:latin typeface="Santander Text Light" panose="020B0304020201020104" pitchFamily="34" charset="0"/>
          </a:endParaRPr>
        </a:p>
      </dgm:t>
    </dgm:pt>
    <dgm:pt modelId="{173CA92E-7BD1-4783-B101-6DF2A81720B1}" type="sibTrans" cxnId="{F26BF2BB-4AEE-4668-86D8-7B2B91D846B9}">
      <dgm:prSet/>
      <dgm:spPr/>
      <dgm:t>
        <a:bodyPr/>
        <a:lstStyle/>
        <a:p>
          <a:endParaRPr lang="es-ES" b="1">
            <a:latin typeface="Santander Text Light" panose="020B0304020201020104" pitchFamily="34" charset="0"/>
          </a:endParaRPr>
        </a:p>
      </dgm:t>
    </dgm:pt>
    <dgm:pt modelId="{6ACEB6AD-D6C5-42A6-BD26-4BC19FBC5CC5}" type="pres">
      <dgm:prSet presAssocID="{B32696E1-4AD3-45AD-A245-9BBEA451A61A}" presName="diagram" presStyleCnt="0">
        <dgm:presLayoutVars>
          <dgm:chPref val="1"/>
          <dgm:dir/>
          <dgm:animOne val="branch"/>
          <dgm:animLvl val="lvl"/>
          <dgm:resizeHandles/>
        </dgm:presLayoutVars>
      </dgm:prSet>
      <dgm:spPr/>
    </dgm:pt>
    <dgm:pt modelId="{3B289E0A-A4F3-4863-9DE8-C8659638F115}" type="pres">
      <dgm:prSet presAssocID="{3D3328A9-D4D3-4D85-B887-4AD044F761D8}" presName="root" presStyleCnt="0"/>
      <dgm:spPr/>
    </dgm:pt>
    <dgm:pt modelId="{3C246DFE-719A-4CE7-84FD-877589A3C654}" type="pres">
      <dgm:prSet presAssocID="{3D3328A9-D4D3-4D85-B887-4AD044F761D8}" presName="rootComposite" presStyleCnt="0"/>
      <dgm:spPr/>
    </dgm:pt>
    <dgm:pt modelId="{AD898B06-07A0-4924-9FEA-710D28E13DC4}" type="pres">
      <dgm:prSet presAssocID="{3D3328A9-D4D3-4D85-B887-4AD044F761D8}" presName="rootText" presStyleLbl="node1" presStyleIdx="0" presStyleCnt="2" custLinFactNeighborX="788" custLinFactNeighborY="-3306"/>
      <dgm:spPr/>
    </dgm:pt>
    <dgm:pt modelId="{0F8358EF-7EEF-4187-9E4A-D9940DE4374B}" type="pres">
      <dgm:prSet presAssocID="{3D3328A9-D4D3-4D85-B887-4AD044F761D8}" presName="rootConnector" presStyleLbl="node1" presStyleIdx="0" presStyleCnt="2"/>
      <dgm:spPr/>
    </dgm:pt>
    <dgm:pt modelId="{C0F556EE-337D-45B4-A803-1ED840D13C75}" type="pres">
      <dgm:prSet presAssocID="{3D3328A9-D4D3-4D85-B887-4AD044F761D8}" presName="childShape" presStyleCnt="0"/>
      <dgm:spPr/>
    </dgm:pt>
    <dgm:pt modelId="{9C68CEFD-8638-40EF-B637-8709B8110EB7}" type="pres">
      <dgm:prSet presAssocID="{8941345C-31F6-42BE-8917-A11505B4DBEC}" presName="Name13" presStyleLbl="parChTrans1D2" presStyleIdx="0" presStyleCnt="3"/>
      <dgm:spPr/>
    </dgm:pt>
    <dgm:pt modelId="{5497D183-6B08-405F-8F49-7FAC4A7DDD76}" type="pres">
      <dgm:prSet presAssocID="{6B44D7E2-CCBF-44C7-9DE6-7F24BD15E67C}" presName="childText" presStyleLbl="bgAcc1" presStyleIdx="0" presStyleCnt="3">
        <dgm:presLayoutVars>
          <dgm:bulletEnabled val="1"/>
        </dgm:presLayoutVars>
      </dgm:prSet>
      <dgm:spPr/>
    </dgm:pt>
    <dgm:pt modelId="{4AA3696C-F59F-4EFB-8605-49612AA46DB6}" type="pres">
      <dgm:prSet presAssocID="{B5EF13D8-B5CA-4099-B36E-B80222C7BB58}" presName="root" presStyleCnt="0"/>
      <dgm:spPr/>
    </dgm:pt>
    <dgm:pt modelId="{FB38A2BE-CCFD-43C0-93C3-3287852D6DF6}" type="pres">
      <dgm:prSet presAssocID="{B5EF13D8-B5CA-4099-B36E-B80222C7BB58}" presName="rootComposite" presStyleCnt="0"/>
      <dgm:spPr/>
    </dgm:pt>
    <dgm:pt modelId="{88D87E64-2AC2-43A7-A67A-DEC495A8DAFC}" type="pres">
      <dgm:prSet presAssocID="{B5EF13D8-B5CA-4099-B36E-B80222C7BB58}" presName="rootText" presStyleLbl="node1" presStyleIdx="1" presStyleCnt="2"/>
      <dgm:spPr/>
    </dgm:pt>
    <dgm:pt modelId="{A2BF9423-B89D-46E8-904C-21E2DF53371A}" type="pres">
      <dgm:prSet presAssocID="{B5EF13D8-B5CA-4099-B36E-B80222C7BB58}" presName="rootConnector" presStyleLbl="node1" presStyleIdx="1" presStyleCnt="2"/>
      <dgm:spPr/>
    </dgm:pt>
    <dgm:pt modelId="{7B7B540B-0121-413C-BABC-B8EF221A50E0}" type="pres">
      <dgm:prSet presAssocID="{B5EF13D8-B5CA-4099-B36E-B80222C7BB58}" presName="childShape" presStyleCnt="0"/>
      <dgm:spPr/>
    </dgm:pt>
    <dgm:pt modelId="{C13A87B8-44DE-4325-84C9-0A0A7A5A241B}" type="pres">
      <dgm:prSet presAssocID="{8496EF87-BD25-4F97-ADA2-C4746465C3CD}" presName="Name13" presStyleLbl="parChTrans1D2" presStyleIdx="1" presStyleCnt="3"/>
      <dgm:spPr/>
    </dgm:pt>
    <dgm:pt modelId="{94A42BBF-8A3F-4EE1-AE97-D95E5330AFCD}" type="pres">
      <dgm:prSet presAssocID="{73EC6656-6EF0-4D1C-94CB-31F683971703}" presName="childText" presStyleLbl="bgAcc1" presStyleIdx="1" presStyleCnt="3">
        <dgm:presLayoutVars>
          <dgm:bulletEnabled val="1"/>
        </dgm:presLayoutVars>
      </dgm:prSet>
      <dgm:spPr/>
    </dgm:pt>
    <dgm:pt modelId="{58044332-63EE-45B1-959A-30D3366BCF6C}" type="pres">
      <dgm:prSet presAssocID="{934298C3-6AAD-4CDC-9A9A-94E3E1436A74}" presName="Name13" presStyleLbl="parChTrans1D2" presStyleIdx="2" presStyleCnt="3"/>
      <dgm:spPr/>
    </dgm:pt>
    <dgm:pt modelId="{35A811F2-17B3-4789-80C9-E1762C9C65F4}" type="pres">
      <dgm:prSet presAssocID="{8B578774-B288-4F8C-A828-AC2141732C01}" presName="childText" presStyleLbl="bgAcc1" presStyleIdx="2" presStyleCnt="3">
        <dgm:presLayoutVars>
          <dgm:bulletEnabled val="1"/>
        </dgm:presLayoutVars>
      </dgm:prSet>
      <dgm:spPr/>
    </dgm:pt>
  </dgm:ptLst>
  <dgm:cxnLst>
    <dgm:cxn modelId="{57165A00-6B40-440D-91D9-04E518AC3949}" type="presOf" srcId="{B5EF13D8-B5CA-4099-B36E-B80222C7BB58}" destId="{88D87E64-2AC2-43A7-A67A-DEC495A8DAFC}" srcOrd="0" destOrd="0" presId="urn:microsoft.com/office/officeart/2005/8/layout/hierarchy3"/>
    <dgm:cxn modelId="{0D6E5605-9EB6-4FD2-8B1B-E350AEDCE240}" srcId="{B32696E1-4AD3-45AD-A245-9BBEA451A61A}" destId="{3D3328A9-D4D3-4D85-B887-4AD044F761D8}" srcOrd="0" destOrd="0" parTransId="{CB2E9A7C-547E-4D4D-9F5B-864B524F56A0}" sibTransId="{21CF58AB-5E85-4E96-90C6-8BF49F0B8BA6}"/>
    <dgm:cxn modelId="{5ADCDE10-CFD2-4E8B-AFAC-82A883529F4C}" type="presOf" srcId="{3D3328A9-D4D3-4D85-B887-4AD044F761D8}" destId="{AD898B06-07A0-4924-9FEA-710D28E13DC4}" srcOrd="0" destOrd="0" presId="urn:microsoft.com/office/officeart/2005/8/layout/hierarchy3"/>
    <dgm:cxn modelId="{4BF58D1D-DAC0-4F62-ABFB-37652B332FD5}" srcId="{3D3328A9-D4D3-4D85-B887-4AD044F761D8}" destId="{6B44D7E2-CCBF-44C7-9DE6-7F24BD15E67C}" srcOrd="0" destOrd="0" parTransId="{8941345C-31F6-42BE-8917-A11505B4DBEC}" sibTransId="{F23D9380-CB40-4EE8-868A-B460DA567878}"/>
    <dgm:cxn modelId="{CDE6B821-8465-42C1-A29E-3F305A53E8C3}" type="presOf" srcId="{3D3328A9-D4D3-4D85-B887-4AD044F761D8}" destId="{0F8358EF-7EEF-4187-9E4A-D9940DE4374B}" srcOrd="1" destOrd="0" presId="urn:microsoft.com/office/officeart/2005/8/layout/hierarchy3"/>
    <dgm:cxn modelId="{42EF5D23-C1F0-48D4-9FBC-8C0CC4A53BC1}" type="presOf" srcId="{8496EF87-BD25-4F97-ADA2-C4746465C3CD}" destId="{C13A87B8-44DE-4325-84C9-0A0A7A5A241B}" srcOrd="0" destOrd="0" presId="urn:microsoft.com/office/officeart/2005/8/layout/hierarchy3"/>
    <dgm:cxn modelId="{26E95724-BC0D-4A00-AE3F-6B098518DDB1}" type="presOf" srcId="{6B44D7E2-CCBF-44C7-9DE6-7F24BD15E67C}" destId="{5497D183-6B08-405F-8F49-7FAC4A7DDD76}" srcOrd="0" destOrd="0" presId="urn:microsoft.com/office/officeart/2005/8/layout/hierarchy3"/>
    <dgm:cxn modelId="{0741E226-9E67-409B-A044-2B85A0FC8FFD}" type="presOf" srcId="{8B578774-B288-4F8C-A828-AC2141732C01}" destId="{35A811F2-17B3-4789-80C9-E1762C9C65F4}" srcOrd="0" destOrd="0" presId="urn:microsoft.com/office/officeart/2005/8/layout/hierarchy3"/>
    <dgm:cxn modelId="{8CE21348-9928-4046-BF94-E80DFC193A41}" type="presOf" srcId="{B32696E1-4AD3-45AD-A245-9BBEA451A61A}" destId="{6ACEB6AD-D6C5-42A6-BD26-4BC19FBC5CC5}" srcOrd="0" destOrd="0" presId="urn:microsoft.com/office/officeart/2005/8/layout/hierarchy3"/>
    <dgm:cxn modelId="{FC87A26A-7750-4588-94B5-E9B8AEAC6999}" type="presOf" srcId="{934298C3-6AAD-4CDC-9A9A-94E3E1436A74}" destId="{58044332-63EE-45B1-959A-30D3366BCF6C}" srcOrd="0" destOrd="0" presId="urn:microsoft.com/office/officeart/2005/8/layout/hierarchy3"/>
    <dgm:cxn modelId="{02409B6C-F034-447C-907D-E44C239BAC92}" type="presOf" srcId="{8941345C-31F6-42BE-8917-A11505B4DBEC}" destId="{9C68CEFD-8638-40EF-B637-8709B8110EB7}" srcOrd="0" destOrd="0" presId="urn:microsoft.com/office/officeart/2005/8/layout/hierarchy3"/>
    <dgm:cxn modelId="{47810E81-D7DB-4650-B4EB-5CEF5198F3A8}" srcId="{B32696E1-4AD3-45AD-A245-9BBEA451A61A}" destId="{B5EF13D8-B5CA-4099-B36E-B80222C7BB58}" srcOrd="1" destOrd="0" parTransId="{8A7790B1-7F68-4725-8BCD-4FCF30A81389}" sibTransId="{7ADF5274-6A3D-4DBA-A4C2-90A157351A8B}"/>
    <dgm:cxn modelId="{F17832A0-0A21-400B-924F-62D2678DEC0C}" type="presOf" srcId="{73EC6656-6EF0-4D1C-94CB-31F683971703}" destId="{94A42BBF-8A3F-4EE1-AE97-D95E5330AFCD}" srcOrd="0" destOrd="0" presId="urn:microsoft.com/office/officeart/2005/8/layout/hierarchy3"/>
    <dgm:cxn modelId="{71591BB2-8575-42B4-B546-DAC16533656A}" type="presOf" srcId="{B5EF13D8-B5CA-4099-B36E-B80222C7BB58}" destId="{A2BF9423-B89D-46E8-904C-21E2DF53371A}" srcOrd="1" destOrd="0" presId="urn:microsoft.com/office/officeart/2005/8/layout/hierarchy3"/>
    <dgm:cxn modelId="{F26BF2BB-4AEE-4668-86D8-7B2B91D846B9}" srcId="{B5EF13D8-B5CA-4099-B36E-B80222C7BB58}" destId="{8B578774-B288-4F8C-A828-AC2141732C01}" srcOrd="1" destOrd="0" parTransId="{934298C3-6AAD-4CDC-9A9A-94E3E1436A74}" sibTransId="{173CA92E-7BD1-4783-B101-6DF2A81720B1}"/>
    <dgm:cxn modelId="{AE3DE7BC-DB36-4FB3-B2F6-BDB88D8826FB}" srcId="{B5EF13D8-B5CA-4099-B36E-B80222C7BB58}" destId="{73EC6656-6EF0-4D1C-94CB-31F683971703}" srcOrd="0" destOrd="0" parTransId="{8496EF87-BD25-4F97-ADA2-C4746465C3CD}" sibTransId="{20C4468B-E047-4A25-8CE8-3958E8D2AFE8}"/>
    <dgm:cxn modelId="{369F993E-DEDF-49F1-90EE-43D52BA32FF0}" type="presParOf" srcId="{6ACEB6AD-D6C5-42A6-BD26-4BC19FBC5CC5}" destId="{3B289E0A-A4F3-4863-9DE8-C8659638F115}" srcOrd="0" destOrd="0" presId="urn:microsoft.com/office/officeart/2005/8/layout/hierarchy3"/>
    <dgm:cxn modelId="{E6CC0FAB-2596-4DAB-9549-C211F2965FB5}" type="presParOf" srcId="{3B289E0A-A4F3-4863-9DE8-C8659638F115}" destId="{3C246DFE-719A-4CE7-84FD-877589A3C654}" srcOrd="0" destOrd="0" presId="urn:microsoft.com/office/officeart/2005/8/layout/hierarchy3"/>
    <dgm:cxn modelId="{3AAA4816-2129-4F4D-8C39-814F7DD03536}" type="presParOf" srcId="{3C246DFE-719A-4CE7-84FD-877589A3C654}" destId="{AD898B06-07A0-4924-9FEA-710D28E13DC4}" srcOrd="0" destOrd="0" presId="urn:microsoft.com/office/officeart/2005/8/layout/hierarchy3"/>
    <dgm:cxn modelId="{21DB72E4-F0DD-490C-B662-736FA247EE6A}" type="presParOf" srcId="{3C246DFE-719A-4CE7-84FD-877589A3C654}" destId="{0F8358EF-7EEF-4187-9E4A-D9940DE4374B}" srcOrd="1" destOrd="0" presId="urn:microsoft.com/office/officeart/2005/8/layout/hierarchy3"/>
    <dgm:cxn modelId="{8808E6F0-471B-4C3E-966A-D62D6841CA97}" type="presParOf" srcId="{3B289E0A-A4F3-4863-9DE8-C8659638F115}" destId="{C0F556EE-337D-45B4-A803-1ED840D13C75}" srcOrd="1" destOrd="0" presId="urn:microsoft.com/office/officeart/2005/8/layout/hierarchy3"/>
    <dgm:cxn modelId="{FE6B7E11-30AD-4CBA-95A9-AAEE7E65E15F}" type="presParOf" srcId="{C0F556EE-337D-45B4-A803-1ED840D13C75}" destId="{9C68CEFD-8638-40EF-B637-8709B8110EB7}" srcOrd="0" destOrd="0" presId="urn:microsoft.com/office/officeart/2005/8/layout/hierarchy3"/>
    <dgm:cxn modelId="{F615AF05-4FFC-4B4B-9500-0B05E2F84451}" type="presParOf" srcId="{C0F556EE-337D-45B4-A803-1ED840D13C75}" destId="{5497D183-6B08-405F-8F49-7FAC4A7DDD76}" srcOrd="1" destOrd="0" presId="urn:microsoft.com/office/officeart/2005/8/layout/hierarchy3"/>
    <dgm:cxn modelId="{3E3FFAE4-5F5F-484E-8C46-82C542FBA4C7}" type="presParOf" srcId="{6ACEB6AD-D6C5-42A6-BD26-4BC19FBC5CC5}" destId="{4AA3696C-F59F-4EFB-8605-49612AA46DB6}" srcOrd="1" destOrd="0" presId="urn:microsoft.com/office/officeart/2005/8/layout/hierarchy3"/>
    <dgm:cxn modelId="{65EED51F-93B4-4CD3-AB61-C71E09AE0726}" type="presParOf" srcId="{4AA3696C-F59F-4EFB-8605-49612AA46DB6}" destId="{FB38A2BE-CCFD-43C0-93C3-3287852D6DF6}" srcOrd="0" destOrd="0" presId="urn:microsoft.com/office/officeart/2005/8/layout/hierarchy3"/>
    <dgm:cxn modelId="{D64A1D85-817E-4007-BCF7-D417D281D9E7}" type="presParOf" srcId="{FB38A2BE-CCFD-43C0-93C3-3287852D6DF6}" destId="{88D87E64-2AC2-43A7-A67A-DEC495A8DAFC}" srcOrd="0" destOrd="0" presId="urn:microsoft.com/office/officeart/2005/8/layout/hierarchy3"/>
    <dgm:cxn modelId="{73B371BE-CF54-4951-B9BD-64AA8603C2A9}" type="presParOf" srcId="{FB38A2BE-CCFD-43C0-93C3-3287852D6DF6}" destId="{A2BF9423-B89D-46E8-904C-21E2DF53371A}" srcOrd="1" destOrd="0" presId="urn:microsoft.com/office/officeart/2005/8/layout/hierarchy3"/>
    <dgm:cxn modelId="{6A8EA733-223F-41DF-AF52-39E10B1838C9}" type="presParOf" srcId="{4AA3696C-F59F-4EFB-8605-49612AA46DB6}" destId="{7B7B540B-0121-413C-BABC-B8EF221A50E0}" srcOrd="1" destOrd="0" presId="urn:microsoft.com/office/officeart/2005/8/layout/hierarchy3"/>
    <dgm:cxn modelId="{1CF959AE-7682-43A9-91F4-1E6C73666775}" type="presParOf" srcId="{7B7B540B-0121-413C-BABC-B8EF221A50E0}" destId="{C13A87B8-44DE-4325-84C9-0A0A7A5A241B}" srcOrd="0" destOrd="0" presId="urn:microsoft.com/office/officeart/2005/8/layout/hierarchy3"/>
    <dgm:cxn modelId="{82D8917C-364C-45C5-985F-6946749D0C62}" type="presParOf" srcId="{7B7B540B-0121-413C-BABC-B8EF221A50E0}" destId="{94A42BBF-8A3F-4EE1-AE97-D95E5330AFCD}" srcOrd="1" destOrd="0" presId="urn:microsoft.com/office/officeart/2005/8/layout/hierarchy3"/>
    <dgm:cxn modelId="{AFEF8982-5A65-4CBD-9739-4093132366AE}" type="presParOf" srcId="{7B7B540B-0121-413C-BABC-B8EF221A50E0}" destId="{58044332-63EE-45B1-959A-30D3366BCF6C}" srcOrd="2" destOrd="0" presId="urn:microsoft.com/office/officeart/2005/8/layout/hierarchy3"/>
    <dgm:cxn modelId="{4B5F2955-7EAD-4A5B-B1B5-76956E66A0BB}" type="presParOf" srcId="{7B7B540B-0121-413C-BABC-B8EF221A50E0}" destId="{35A811F2-17B3-4789-80C9-E1762C9C65F4}"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1B6CCC3-E6D2-4D00-A710-6ED21830C2D7}" type="doc">
      <dgm:prSet loTypeId="urn:microsoft.com/office/officeart/2005/8/layout/arrow2" loCatId="process" qsTypeId="urn:microsoft.com/office/officeart/2005/8/quickstyle/3d1" qsCatId="3D" csTypeId="urn:microsoft.com/office/officeart/2005/8/colors/accent1_2" csCatId="accent1" phldr="1"/>
      <dgm:spPr/>
    </dgm:pt>
    <dgm:pt modelId="{59685C4E-B917-43E8-9FF2-0E740FE595DE}">
      <dgm:prSet phldrT="[Texto]" custT="1"/>
      <dgm:spPr/>
      <dgm:t>
        <a:bodyPr/>
        <a:lstStyle/>
        <a:p>
          <a:pPr algn="ctr"/>
          <a:r>
            <a:rPr lang="es-MX" sz="1800" dirty="0">
              <a:latin typeface="Georgia" panose="02040502050405020303" pitchFamily="18" charset="0"/>
            </a:rPr>
            <a:t>Conservador</a:t>
          </a:r>
        </a:p>
      </dgm:t>
    </dgm:pt>
    <dgm:pt modelId="{001A2724-E02A-4368-8368-6420B5085CAF}" type="parTrans" cxnId="{097B1220-5113-4FA2-8628-EB7E142EC64B}">
      <dgm:prSet/>
      <dgm:spPr/>
      <dgm:t>
        <a:bodyPr/>
        <a:lstStyle/>
        <a:p>
          <a:pPr algn="ctr"/>
          <a:endParaRPr lang="es-MX" sz="1800"/>
        </a:p>
      </dgm:t>
    </dgm:pt>
    <dgm:pt modelId="{DDDEA12D-3E65-4CB2-9AF1-109AE5A30925}" type="sibTrans" cxnId="{097B1220-5113-4FA2-8628-EB7E142EC64B}">
      <dgm:prSet/>
      <dgm:spPr/>
      <dgm:t>
        <a:bodyPr/>
        <a:lstStyle/>
        <a:p>
          <a:pPr algn="ctr"/>
          <a:endParaRPr lang="es-MX" sz="1800"/>
        </a:p>
      </dgm:t>
    </dgm:pt>
    <dgm:pt modelId="{2C830D85-E672-406F-913F-F6DC7299A600}">
      <dgm:prSet phldrT="[Texto]" custT="1"/>
      <dgm:spPr/>
      <dgm:t>
        <a:bodyPr/>
        <a:lstStyle/>
        <a:p>
          <a:pPr algn="ctr"/>
          <a:r>
            <a:rPr lang="es-MX" sz="1800" dirty="0">
              <a:latin typeface="Georgia" panose="02040502050405020303" pitchFamily="18" charset="0"/>
            </a:rPr>
            <a:t>Moderado</a:t>
          </a:r>
        </a:p>
      </dgm:t>
    </dgm:pt>
    <dgm:pt modelId="{556F8276-C736-45E5-9D12-EC7455AE4996}" type="parTrans" cxnId="{85F6A7E6-A99A-4E3B-B100-2918F4DA1D50}">
      <dgm:prSet/>
      <dgm:spPr/>
      <dgm:t>
        <a:bodyPr/>
        <a:lstStyle/>
        <a:p>
          <a:pPr algn="ctr"/>
          <a:endParaRPr lang="es-MX" sz="1800"/>
        </a:p>
      </dgm:t>
    </dgm:pt>
    <dgm:pt modelId="{74C85D26-615D-46D8-A79E-33FDE2D45A5A}" type="sibTrans" cxnId="{85F6A7E6-A99A-4E3B-B100-2918F4DA1D50}">
      <dgm:prSet/>
      <dgm:spPr/>
      <dgm:t>
        <a:bodyPr/>
        <a:lstStyle/>
        <a:p>
          <a:pPr algn="ctr"/>
          <a:endParaRPr lang="es-MX" sz="1800"/>
        </a:p>
      </dgm:t>
    </dgm:pt>
    <dgm:pt modelId="{656BA549-33DE-4928-81EF-6C8CA28620CC}">
      <dgm:prSet phldrT="[Texto]" custT="1"/>
      <dgm:spPr/>
      <dgm:t>
        <a:bodyPr/>
        <a:lstStyle/>
        <a:p>
          <a:pPr algn="ctr"/>
          <a:r>
            <a:rPr lang="es-MX" sz="1800">
              <a:latin typeface="Georgia" panose="02040502050405020303" pitchFamily="18" charset="0"/>
            </a:rPr>
            <a:t>Decidido</a:t>
          </a:r>
        </a:p>
      </dgm:t>
    </dgm:pt>
    <dgm:pt modelId="{311676A3-E2E2-4054-BE37-FD74827F63C4}" type="parTrans" cxnId="{24AA78D1-3D40-464B-A26F-07ECC2A66121}">
      <dgm:prSet/>
      <dgm:spPr/>
      <dgm:t>
        <a:bodyPr/>
        <a:lstStyle/>
        <a:p>
          <a:pPr algn="ctr"/>
          <a:endParaRPr lang="es-MX" sz="1800"/>
        </a:p>
      </dgm:t>
    </dgm:pt>
    <dgm:pt modelId="{F3406FBF-87C6-47F9-9420-CC117CF4D96A}" type="sibTrans" cxnId="{24AA78D1-3D40-464B-A26F-07ECC2A66121}">
      <dgm:prSet/>
      <dgm:spPr/>
      <dgm:t>
        <a:bodyPr/>
        <a:lstStyle/>
        <a:p>
          <a:pPr algn="ctr"/>
          <a:endParaRPr lang="es-MX" sz="1800"/>
        </a:p>
      </dgm:t>
    </dgm:pt>
    <dgm:pt modelId="{D3DF0414-230D-49CF-946D-307C93AAF90C}">
      <dgm:prSet phldrT="[Texto]" custT="1"/>
      <dgm:spPr/>
      <dgm:t>
        <a:bodyPr/>
        <a:lstStyle/>
        <a:p>
          <a:pPr algn="ctr"/>
          <a:r>
            <a:rPr lang="es-MX" sz="1800" dirty="0">
              <a:latin typeface="Georgia" panose="02040502050405020303" pitchFamily="18" charset="0"/>
            </a:rPr>
            <a:t>Agresivo</a:t>
          </a:r>
        </a:p>
      </dgm:t>
    </dgm:pt>
    <dgm:pt modelId="{C60180F2-4482-40EA-AB08-5036A300948A}" type="parTrans" cxnId="{8809387E-03EA-4185-8DE7-888C5AD8758E}">
      <dgm:prSet/>
      <dgm:spPr/>
      <dgm:t>
        <a:bodyPr/>
        <a:lstStyle/>
        <a:p>
          <a:pPr algn="ctr"/>
          <a:endParaRPr lang="es-MX" sz="1800"/>
        </a:p>
      </dgm:t>
    </dgm:pt>
    <dgm:pt modelId="{F6803E62-F6FA-4D50-A7E1-3978E4206C0C}" type="sibTrans" cxnId="{8809387E-03EA-4185-8DE7-888C5AD8758E}">
      <dgm:prSet/>
      <dgm:spPr/>
      <dgm:t>
        <a:bodyPr/>
        <a:lstStyle/>
        <a:p>
          <a:pPr algn="ctr"/>
          <a:endParaRPr lang="es-MX" sz="1800"/>
        </a:p>
      </dgm:t>
    </dgm:pt>
    <dgm:pt modelId="{F001C95A-D200-4D41-BB0E-AAA9C9D74CD8}" type="pres">
      <dgm:prSet presAssocID="{A1B6CCC3-E6D2-4D00-A710-6ED21830C2D7}" presName="arrowDiagram" presStyleCnt="0">
        <dgm:presLayoutVars>
          <dgm:chMax val="5"/>
          <dgm:dir/>
          <dgm:resizeHandles val="exact"/>
        </dgm:presLayoutVars>
      </dgm:prSet>
      <dgm:spPr/>
    </dgm:pt>
    <dgm:pt modelId="{DACA4724-5C3C-43D9-B498-F9F9EC1A29FD}" type="pres">
      <dgm:prSet presAssocID="{A1B6CCC3-E6D2-4D00-A710-6ED21830C2D7}" presName="arrow" presStyleLbl="bgShp" presStyleIdx="0" presStyleCnt="1" custLinFactNeighborX="372"/>
      <dgm:spPr>
        <a:noFill/>
        <a:ln>
          <a:solidFill>
            <a:srgbClr val="9C1915"/>
          </a:solidFill>
        </a:ln>
      </dgm:spPr>
    </dgm:pt>
    <dgm:pt modelId="{7532000C-9383-4272-A0B4-AF404BB86176}" type="pres">
      <dgm:prSet presAssocID="{A1B6CCC3-E6D2-4D00-A710-6ED21830C2D7}" presName="arrowDiagram4" presStyleCnt="0"/>
      <dgm:spPr/>
    </dgm:pt>
    <dgm:pt modelId="{54FBA0AF-5E2D-4984-AB86-9E7B45F23DC8}" type="pres">
      <dgm:prSet presAssocID="{59685C4E-B917-43E8-9FF2-0E740FE595DE}" presName="bullet4a" presStyleLbl="node1" presStyleIdx="0" presStyleCnt="4"/>
      <dgm:spPr>
        <a:solidFill>
          <a:srgbClr val="575756"/>
        </a:solidFill>
      </dgm:spPr>
    </dgm:pt>
    <dgm:pt modelId="{B725F1F4-0BB9-4DD3-9F4B-D2777BCBF397}" type="pres">
      <dgm:prSet presAssocID="{59685C4E-B917-43E8-9FF2-0E740FE595DE}" presName="textBox4a" presStyleLbl="revTx" presStyleIdx="0" presStyleCnt="4" custScaleX="224149" custScaleY="28511" custLinFactNeighborX="1173" custLinFactNeighborY="-19821">
        <dgm:presLayoutVars>
          <dgm:bulletEnabled val="1"/>
        </dgm:presLayoutVars>
      </dgm:prSet>
      <dgm:spPr/>
    </dgm:pt>
    <dgm:pt modelId="{80042CBF-76D2-429C-9422-F809A4EEE6BE}" type="pres">
      <dgm:prSet presAssocID="{2C830D85-E672-406F-913F-F6DC7299A600}" presName="bullet4b" presStyleLbl="node1" presStyleIdx="1" presStyleCnt="4"/>
      <dgm:spPr>
        <a:solidFill>
          <a:srgbClr val="575756"/>
        </a:solidFill>
      </dgm:spPr>
    </dgm:pt>
    <dgm:pt modelId="{047AD11A-6268-4F68-8867-A802D021A72E}" type="pres">
      <dgm:prSet presAssocID="{2C830D85-E672-406F-913F-F6DC7299A600}" presName="textBox4b" presStyleLbl="revTx" presStyleIdx="1" presStyleCnt="4" custScaleX="153963">
        <dgm:presLayoutVars>
          <dgm:bulletEnabled val="1"/>
        </dgm:presLayoutVars>
      </dgm:prSet>
      <dgm:spPr/>
    </dgm:pt>
    <dgm:pt modelId="{EFE07149-7028-4A68-B0AF-07F07AF24215}" type="pres">
      <dgm:prSet presAssocID="{656BA549-33DE-4928-81EF-6C8CA28620CC}" presName="bullet4c" presStyleLbl="node1" presStyleIdx="2" presStyleCnt="4"/>
      <dgm:spPr>
        <a:solidFill>
          <a:srgbClr val="575756"/>
        </a:solidFill>
      </dgm:spPr>
    </dgm:pt>
    <dgm:pt modelId="{DC79E0AB-E117-4CBF-AF88-64428BD9B2ED}" type="pres">
      <dgm:prSet presAssocID="{656BA549-33DE-4928-81EF-6C8CA28620CC}" presName="textBox4c" presStyleLbl="revTx" presStyleIdx="2" presStyleCnt="4">
        <dgm:presLayoutVars>
          <dgm:bulletEnabled val="1"/>
        </dgm:presLayoutVars>
      </dgm:prSet>
      <dgm:spPr/>
    </dgm:pt>
    <dgm:pt modelId="{AD92CDCB-09CB-4030-8B63-75B96C767BF2}" type="pres">
      <dgm:prSet presAssocID="{D3DF0414-230D-49CF-946D-307C93AAF90C}" presName="bullet4d" presStyleLbl="node1" presStyleIdx="3" presStyleCnt="4"/>
      <dgm:spPr>
        <a:solidFill>
          <a:srgbClr val="575756"/>
        </a:solidFill>
      </dgm:spPr>
    </dgm:pt>
    <dgm:pt modelId="{92874258-5668-44D6-BE9A-677B47A604AC}" type="pres">
      <dgm:prSet presAssocID="{D3DF0414-230D-49CF-946D-307C93AAF90C}" presName="textBox4d" presStyleLbl="revTx" presStyleIdx="3" presStyleCnt="4">
        <dgm:presLayoutVars>
          <dgm:bulletEnabled val="1"/>
        </dgm:presLayoutVars>
      </dgm:prSet>
      <dgm:spPr/>
    </dgm:pt>
  </dgm:ptLst>
  <dgm:cxnLst>
    <dgm:cxn modelId="{EFE41914-1CC6-4BA8-8E26-4881C6319312}" type="presOf" srcId="{D3DF0414-230D-49CF-946D-307C93AAF90C}" destId="{92874258-5668-44D6-BE9A-677B47A604AC}" srcOrd="0" destOrd="0" presId="urn:microsoft.com/office/officeart/2005/8/layout/arrow2"/>
    <dgm:cxn modelId="{097B1220-5113-4FA2-8628-EB7E142EC64B}" srcId="{A1B6CCC3-E6D2-4D00-A710-6ED21830C2D7}" destId="{59685C4E-B917-43E8-9FF2-0E740FE595DE}" srcOrd="0" destOrd="0" parTransId="{001A2724-E02A-4368-8368-6420B5085CAF}" sibTransId="{DDDEA12D-3E65-4CB2-9AF1-109AE5A30925}"/>
    <dgm:cxn modelId="{41909B64-0B39-43D5-AC7E-A2B468F7A35A}" type="presOf" srcId="{656BA549-33DE-4928-81EF-6C8CA28620CC}" destId="{DC79E0AB-E117-4CBF-AF88-64428BD9B2ED}" srcOrd="0" destOrd="0" presId="urn:microsoft.com/office/officeart/2005/8/layout/arrow2"/>
    <dgm:cxn modelId="{7C8FED4E-AC1E-44BC-8261-F056268D3FD2}" type="presOf" srcId="{2C830D85-E672-406F-913F-F6DC7299A600}" destId="{047AD11A-6268-4F68-8867-A802D021A72E}" srcOrd="0" destOrd="0" presId="urn:microsoft.com/office/officeart/2005/8/layout/arrow2"/>
    <dgm:cxn modelId="{D74E557B-A96E-4C84-AECF-F8BD97F592DC}" type="presOf" srcId="{59685C4E-B917-43E8-9FF2-0E740FE595DE}" destId="{B725F1F4-0BB9-4DD3-9F4B-D2777BCBF397}" srcOrd="0" destOrd="0" presId="urn:microsoft.com/office/officeart/2005/8/layout/arrow2"/>
    <dgm:cxn modelId="{8809387E-03EA-4185-8DE7-888C5AD8758E}" srcId="{A1B6CCC3-E6D2-4D00-A710-6ED21830C2D7}" destId="{D3DF0414-230D-49CF-946D-307C93AAF90C}" srcOrd="3" destOrd="0" parTransId="{C60180F2-4482-40EA-AB08-5036A300948A}" sibTransId="{F6803E62-F6FA-4D50-A7E1-3978E4206C0C}"/>
    <dgm:cxn modelId="{79CE6B81-8CAD-4173-B86E-35B89C502DAD}" type="presOf" srcId="{A1B6CCC3-E6D2-4D00-A710-6ED21830C2D7}" destId="{F001C95A-D200-4D41-BB0E-AAA9C9D74CD8}" srcOrd="0" destOrd="0" presId="urn:microsoft.com/office/officeart/2005/8/layout/arrow2"/>
    <dgm:cxn modelId="{24AA78D1-3D40-464B-A26F-07ECC2A66121}" srcId="{A1B6CCC3-E6D2-4D00-A710-6ED21830C2D7}" destId="{656BA549-33DE-4928-81EF-6C8CA28620CC}" srcOrd="2" destOrd="0" parTransId="{311676A3-E2E2-4054-BE37-FD74827F63C4}" sibTransId="{F3406FBF-87C6-47F9-9420-CC117CF4D96A}"/>
    <dgm:cxn modelId="{85F6A7E6-A99A-4E3B-B100-2918F4DA1D50}" srcId="{A1B6CCC3-E6D2-4D00-A710-6ED21830C2D7}" destId="{2C830D85-E672-406F-913F-F6DC7299A600}" srcOrd="1" destOrd="0" parTransId="{556F8276-C736-45E5-9D12-EC7455AE4996}" sibTransId="{74C85D26-615D-46D8-A79E-33FDE2D45A5A}"/>
    <dgm:cxn modelId="{538AEED4-5ACF-4FBE-A7DC-6B4E4CB4D23F}" type="presParOf" srcId="{F001C95A-D200-4D41-BB0E-AAA9C9D74CD8}" destId="{DACA4724-5C3C-43D9-B498-F9F9EC1A29FD}" srcOrd="0" destOrd="0" presId="urn:microsoft.com/office/officeart/2005/8/layout/arrow2"/>
    <dgm:cxn modelId="{CA1CB452-6523-4607-8AB4-2360A6217834}" type="presParOf" srcId="{F001C95A-D200-4D41-BB0E-AAA9C9D74CD8}" destId="{7532000C-9383-4272-A0B4-AF404BB86176}" srcOrd="1" destOrd="0" presId="urn:microsoft.com/office/officeart/2005/8/layout/arrow2"/>
    <dgm:cxn modelId="{AC1EE33A-88FE-4F6F-9409-EED6F4696130}" type="presParOf" srcId="{7532000C-9383-4272-A0B4-AF404BB86176}" destId="{54FBA0AF-5E2D-4984-AB86-9E7B45F23DC8}" srcOrd="0" destOrd="0" presId="urn:microsoft.com/office/officeart/2005/8/layout/arrow2"/>
    <dgm:cxn modelId="{88DDF370-B4EB-4052-B1FC-7CD95FEF4E4A}" type="presParOf" srcId="{7532000C-9383-4272-A0B4-AF404BB86176}" destId="{B725F1F4-0BB9-4DD3-9F4B-D2777BCBF397}" srcOrd="1" destOrd="0" presId="urn:microsoft.com/office/officeart/2005/8/layout/arrow2"/>
    <dgm:cxn modelId="{AA12E750-84B8-48B1-83B5-57E25094F344}" type="presParOf" srcId="{7532000C-9383-4272-A0B4-AF404BB86176}" destId="{80042CBF-76D2-429C-9422-F809A4EEE6BE}" srcOrd="2" destOrd="0" presId="urn:microsoft.com/office/officeart/2005/8/layout/arrow2"/>
    <dgm:cxn modelId="{621173B7-33D4-48FB-A5CC-D0AF97B45D79}" type="presParOf" srcId="{7532000C-9383-4272-A0B4-AF404BB86176}" destId="{047AD11A-6268-4F68-8867-A802D021A72E}" srcOrd="3" destOrd="0" presId="urn:microsoft.com/office/officeart/2005/8/layout/arrow2"/>
    <dgm:cxn modelId="{9416F1DF-5DC1-40CD-BB1C-EFDD43854EA3}" type="presParOf" srcId="{7532000C-9383-4272-A0B4-AF404BB86176}" destId="{EFE07149-7028-4A68-B0AF-07F07AF24215}" srcOrd="4" destOrd="0" presId="urn:microsoft.com/office/officeart/2005/8/layout/arrow2"/>
    <dgm:cxn modelId="{739C1C0D-CB9A-48FF-8BDF-A28C61487B70}" type="presParOf" srcId="{7532000C-9383-4272-A0B4-AF404BB86176}" destId="{DC79E0AB-E117-4CBF-AF88-64428BD9B2ED}" srcOrd="5" destOrd="0" presId="urn:microsoft.com/office/officeart/2005/8/layout/arrow2"/>
    <dgm:cxn modelId="{A5C5098C-CF5D-4F83-8D2A-DB2ABF4C3E1A}" type="presParOf" srcId="{7532000C-9383-4272-A0B4-AF404BB86176}" destId="{AD92CDCB-09CB-4030-8B63-75B96C767BF2}" srcOrd="6" destOrd="0" presId="urn:microsoft.com/office/officeart/2005/8/layout/arrow2"/>
    <dgm:cxn modelId="{9E28BA60-34B9-4E05-BC93-653F7388265A}" type="presParOf" srcId="{7532000C-9383-4272-A0B4-AF404BB86176}" destId="{92874258-5668-44D6-BE9A-677B47A604AC}" srcOrd="7" destOrd="0" presId="urn:microsoft.com/office/officeart/2005/8/layout/arrow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898B06-07A0-4924-9FEA-710D28E13DC4}">
      <dsp:nvSpPr>
        <dsp:cNvPr id="0" name=""/>
        <dsp:cNvSpPr/>
      </dsp:nvSpPr>
      <dsp:spPr>
        <a:xfrm>
          <a:off x="621037" y="0"/>
          <a:ext cx="2577236" cy="1288618"/>
        </a:xfrm>
        <a:prstGeom prst="roundRect">
          <a:avLst>
            <a:gd name="adj" fmla="val 10000"/>
          </a:avLst>
        </a:prstGeom>
        <a:solidFill>
          <a:schemeClr val="tx1">
            <a:lumMod val="90000"/>
            <a:lumOff val="1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s-MX" sz="2800" b="1" kern="1200" dirty="0">
              <a:latin typeface="Santander Text Light" panose="020B0304020201020104" pitchFamily="34" charset="0"/>
            </a:rPr>
            <a:t>Asesorados</a:t>
          </a:r>
          <a:endParaRPr lang="es-ES" sz="2800" b="1" kern="1200" dirty="0">
            <a:latin typeface="Santander Text Light" panose="020B0304020201020104" pitchFamily="34" charset="0"/>
          </a:endParaRPr>
        </a:p>
      </dsp:txBody>
      <dsp:txXfrm>
        <a:off x="658779" y="37742"/>
        <a:ext cx="2501752" cy="1213134"/>
      </dsp:txXfrm>
    </dsp:sp>
    <dsp:sp modelId="{9C68CEFD-8638-40EF-B637-8709B8110EB7}">
      <dsp:nvSpPr>
        <dsp:cNvPr id="0" name=""/>
        <dsp:cNvSpPr/>
      </dsp:nvSpPr>
      <dsp:spPr>
        <a:xfrm>
          <a:off x="878760" y="1288618"/>
          <a:ext cx="237415" cy="967748"/>
        </a:xfrm>
        <a:custGeom>
          <a:avLst/>
          <a:gdLst/>
          <a:ahLst/>
          <a:cxnLst/>
          <a:rect l="0" t="0" r="0" b="0"/>
          <a:pathLst>
            <a:path>
              <a:moveTo>
                <a:pt x="0" y="0"/>
              </a:moveTo>
              <a:lnTo>
                <a:pt x="0" y="967748"/>
              </a:lnTo>
              <a:lnTo>
                <a:pt x="237415" y="96774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497D183-6B08-405F-8F49-7FAC4A7DDD76}">
      <dsp:nvSpPr>
        <dsp:cNvPr id="0" name=""/>
        <dsp:cNvSpPr/>
      </dsp:nvSpPr>
      <dsp:spPr>
        <a:xfrm>
          <a:off x="1116175" y="1612057"/>
          <a:ext cx="2061789" cy="1288618"/>
        </a:xfrm>
        <a:prstGeom prst="roundRect">
          <a:avLst>
            <a:gd name="adj" fmla="val 10000"/>
          </a:avLst>
        </a:prstGeom>
        <a:solidFill>
          <a:schemeClr val="lt1">
            <a:alpha val="90000"/>
            <a:hueOff val="0"/>
            <a:satOff val="0"/>
            <a:lumOff val="0"/>
            <a:alphaOff val="0"/>
          </a:schemeClr>
        </a:solidFill>
        <a:ln w="12700" cap="flat" cmpd="sng" algn="ctr">
          <a:solidFill>
            <a:schemeClr val="tx1">
              <a:lumMod val="90000"/>
              <a:lumOff val="1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Santander Text Light" panose="020B0304020201020104" pitchFamily="34" charset="0"/>
            </a:rPr>
            <a:t>Gestión</a:t>
          </a:r>
        </a:p>
        <a:p>
          <a:pPr marL="0" lvl="0" indent="0" algn="ctr" defTabSz="533400">
            <a:lnSpc>
              <a:spcPct val="90000"/>
            </a:lnSpc>
            <a:spcBef>
              <a:spcPct val="0"/>
            </a:spcBef>
            <a:spcAft>
              <a:spcPct val="35000"/>
            </a:spcAft>
            <a:buNone/>
          </a:pPr>
          <a:r>
            <a:rPr lang="es-MX" sz="1200" b="1" kern="1200" dirty="0">
              <a:latin typeface="Santander Text Light" panose="020B0304020201020104" pitchFamily="34" charset="0"/>
            </a:rPr>
            <a:t> Manejo de carteras en contratos discrecionales o discrecionales limitados</a:t>
          </a:r>
          <a:endParaRPr lang="es-ES" sz="1200" b="1" kern="1200" dirty="0">
            <a:latin typeface="Santander Text Light" panose="020B0304020201020104" pitchFamily="34" charset="0"/>
          </a:endParaRPr>
        </a:p>
      </dsp:txBody>
      <dsp:txXfrm>
        <a:off x="1153917" y="1649799"/>
        <a:ext cx="1986305" cy="1213134"/>
      </dsp:txXfrm>
    </dsp:sp>
    <dsp:sp modelId="{E81FF05E-40D7-4827-B019-D28552727DE5}">
      <dsp:nvSpPr>
        <dsp:cNvPr id="0" name=""/>
        <dsp:cNvSpPr/>
      </dsp:nvSpPr>
      <dsp:spPr>
        <a:xfrm>
          <a:off x="878760" y="1288618"/>
          <a:ext cx="237415" cy="2578521"/>
        </a:xfrm>
        <a:custGeom>
          <a:avLst/>
          <a:gdLst/>
          <a:ahLst/>
          <a:cxnLst/>
          <a:rect l="0" t="0" r="0" b="0"/>
          <a:pathLst>
            <a:path>
              <a:moveTo>
                <a:pt x="0" y="0"/>
              </a:moveTo>
              <a:lnTo>
                <a:pt x="0" y="2578521"/>
              </a:lnTo>
              <a:lnTo>
                <a:pt x="237415" y="257852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155AE01-72BA-4F65-AA3B-06A122F27D32}">
      <dsp:nvSpPr>
        <dsp:cNvPr id="0" name=""/>
        <dsp:cNvSpPr/>
      </dsp:nvSpPr>
      <dsp:spPr>
        <a:xfrm>
          <a:off x="1116175" y="3222830"/>
          <a:ext cx="2061789" cy="128861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Santander Text Light" panose="020B0304020201020104" pitchFamily="34" charset="0"/>
            </a:rPr>
            <a:t>Asesoría</a:t>
          </a:r>
        </a:p>
        <a:p>
          <a:pPr marL="0" lvl="0" indent="0" algn="ctr" defTabSz="533400">
            <a:lnSpc>
              <a:spcPct val="90000"/>
            </a:lnSpc>
            <a:spcBef>
              <a:spcPct val="0"/>
            </a:spcBef>
            <a:spcAft>
              <a:spcPct val="35000"/>
            </a:spcAft>
            <a:buNone/>
          </a:pPr>
          <a:r>
            <a:rPr lang="es-MX" sz="1200" b="1" kern="1200" dirty="0">
              <a:latin typeface="Santander Text Light" panose="020B0304020201020104" pitchFamily="34" charset="0"/>
            </a:rPr>
            <a:t>Recomendaciones personalizadas al amparo de un contrato no discrecional sobre productos financieros</a:t>
          </a:r>
          <a:endParaRPr lang="es-ES" sz="1200" b="1" kern="1200" dirty="0">
            <a:latin typeface="Santander Text Light" panose="020B0304020201020104" pitchFamily="34" charset="0"/>
          </a:endParaRPr>
        </a:p>
      </dsp:txBody>
      <dsp:txXfrm>
        <a:off x="1153917" y="3260572"/>
        <a:ext cx="1986305" cy="1213134"/>
      </dsp:txXfrm>
    </dsp:sp>
    <dsp:sp modelId="{88D87E64-2AC2-43A7-A67A-DEC495A8DAFC}">
      <dsp:nvSpPr>
        <dsp:cNvPr id="0" name=""/>
        <dsp:cNvSpPr/>
      </dsp:nvSpPr>
      <dsp:spPr>
        <a:xfrm>
          <a:off x="3822274" y="1284"/>
          <a:ext cx="2577236" cy="1288618"/>
        </a:xfrm>
        <a:prstGeom prst="roundRect">
          <a:avLst>
            <a:gd name="adj" fmla="val 10000"/>
          </a:avLst>
        </a:prstGeom>
        <a:solidFill>
          <a:schemeClr val="accent3">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s-MX" sz="2800" b="1" kern="1200" dirty="0">
              <a:latin typeface="Santander Text Light" panose="020B0304020201020104" pitchFamily="34" charset="0"/>
            </a:rPr>
            <a:t>No Asesorados</a:t>
          </a:r>
          <a:endParaRPr lang="es-ES" sz="2800" b="1" kern="1200" dirty="0">
            <a:latin typeface="Santander Text Light" panose="020B0304020201020104" pitchFamily="34" charset="0"/>
          </a:endParaRPr>
        </a:p>
      </dsp:txBody>
      <dsp:txXfrm>
        <a:off x="3860016" y="39026"/>
        <a:ext cx="2501752" cy="1213134"/>
      </dsp:txXfrm>
    </dsp:sp>
    <dsp:sp modelId="{C13A87B8-44DE-4325-84C9-0A0A7A5A241B}">
      <dsp:nvSpPr>
        <dsp:cNvPr id="0" name=""/>
        <dsp:cNvSpPr/>
      </dsp:nvSpPr>
      <dsp:spPr>
        <a:xfrm>
          <a:off x="4079998" y="1289902"/>
          <a:ext cx="257723" cy="966463"/>
        </a:xfrm>
        <a:custGeom>
          <a:avLst/>
          <a:gdLst/>
          <a:ahLst/>
          <a:cxnLst/>
          <a:rect l="0" t="0" r="0" b="0"/>
          <a:pathLst>
            <a:path>
              <a:moveTo>
                <a:pt x="0" y="0"/>
              </a:moveTo>
              <a:lnTo>
                <a:pt x="0" y="966463"/>
              </a:lnTo>
              <a:lnTo>
                <a:pt x="257723" y="96646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4A42BBF-8A3F-4EE1-AE97-D95E5330AFCD}">
      <dsp:nvSpPr>
        <dsp:cNvPr id="0" name=""/>
        <dsp:cNvSpPr/>
      </dsp:nvSpPr>
      <dsp:spPr>
        <a:xfrm>
          <a:off x="4337721" y="1612057"/>
          <a:ext cx="2061789" cy="1288618"/>
        </a:xfrm>
        <a:prstGeom prst="roundRect">
          <a:avLst>
            <a:gd name="adj" fmla="val 10000"/>
          </a:avLst>
        </a:prstGeom>
        <a:solidFill>
          <a:schemeClr val="lt1">
            <a:alpha val="90000"/>
            <a:hueOff val="0"/>
            <a:satOff val="0"/>
            <a:lumOff val="0"/>
            <a:alphaOff val="0"/>
          </a:schemeClr>
        </a:solidFill>
        <a:ln w="12700" cap="flat" cmpd="sng" algn="ctr">
          <a:solidFill>
            <a:srgbClr val="C0000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Santander Text Light" panose="020B0304020201020104" pitchFamily="34" charset="0"/>
            </a:rPr>
            <a:t>Comercialización</a:t>
          </a:r>
        </a:p>
        <a:p>
          <a:pPr marL="0" lvl="0" indent="0" algn="l" defTabSz="533400">
            <a:lnSpc>
              <a:spcPct val="90000"/>
            </a:lnSpc>
            <a:spcBef>
              <a:spcPct val="0"/>
            </a:spcBef>
            <a:spcAft>
              <a:spcPct val="35000"/>
            </a:spcAft>
            <a:buFont typeface="Arial" panose="020B0604020202020204" pitchFamily="34" charset="0"/>
            <a:buNone/>
          </a:pPr>
          <a:r>
            <a:rPr lang="es-MX" sz="1200" b="1" kern="1200" dirty="0">
              <a:latin typeface="Santander Text Light" panose="020B0304020201020104" pitchFamily="34" charset="0"/>
            </a:rPr>
            <a:t>Ofrecimiento de productos de bajo riesgos.</a:t>
          </a:r>
        </a:p>
        <a:p>
          <a:pPr marL="0" lvl="0" indent="0" algn="l" defTabSz="533400">
            <a:lnSpc>
              <a:spcPct val="90000"/>
            </a:lnSpc>
            <a:spcBef>
              <a:spcPct val="0"/>
            </a:spcBef>
            <a:spcAft>
              <a:spcPct val="35000"/>
            </a:spcAft>
            <a:buFont typeface="Arial" panose="020B0604020202020204" pitchFamily="34" charset="0"/>
            <a:buNone/>
          </a:pPr>
          <a:r>
            <a:rPr lang="es-MX" sz="1200" b="1" kern="1200" dirty="0">
              <a:latin typeface="Santander Text Light" panose="020B0304020201020104" pitchFamily="34" charset="0"/>
            </a:rPr>
            <a:t>Ofrecimiento de cualquier producto a Clientes Sofisticados.</a:t>
          </a:r>
          <a:endParaRPr lang="es-ES" sz="1200" b="1" kern="1200" dirty="0">
            <a:latin typeface="Santander Text Light" panose="020B0304020201020104" pitchFamily="34" charset="0"/>
          </a:endParaRPr>
        </a:p>
      </dsp:txBody>
      <dsp:txXfrm>
        <a:off x="4375463" y="1649799"/>
        <a:ext cx="1986305" cy="1213134"/>
      </dsp:txXfrm>
    </dsp:sp>
    <dsp:sp modelId="{58044332-63EE-45B1-959A-30D3366BCF6C}">
      <dsp:nvSpPr>
        <dsp:cNvPr id="0" name=""/>
        <dsp:cNvSpPr/>
      </dsp:nvSpPr>
      <dsp:spPr>
        <a:xfrm>
          <a:off x="4079998" y="1289902"/>
          <a:ext cx="257723" cy="2577236"/>
        </a:xfrm>
        <a:custGeom>
          <a:avLst/>
          <a:gdLst/>
          <a:ahLst/>
          <a:cxnLst/>
          <a:rect l="0" t="0" r="0" b="0"/>
          <a:pathLst>
            <a:path>
              <a:moveTo>
                <a:pt x="0" y="0"/>
              </a:moveTo>
              <a:lnTo>
                <a:pt x="0" y="2577236"/>
              </a:lnTo>
              <a:lnTo>
                <a:pt x="257723" y="257723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5A811F2-17B3-4789-80C9-E1762C9C65F4}">
      <dsp:nvSpPr>
        <dsp:cNvPr id="0" name=""/>
        <dsp:cNvSpPr/>
      </dsp:nvSpPr>
      <dsp:spPr>
        <a:xfrm>
          <a:off x="4337721" y="3222830"/>
          <a:ext cx="2061789" cy="1288618"/>
        </a:xfrm>
        <a:prstGeom prst="roundRect">
          <a:avLst>
            <a:gd name="adj" fmla="val 10000"/>
          </a:avLst>
        </a:prstGeom>
        <a:solidFill>
          <a:schemeClr val="lt1">
            <a:alpha val="90000"/>
            <a:hueOff val="0"/>
            <a:satOff val="0"/>
            <a:lumOff val="0"/>
            <a:alphaOff val="0"/>
          </a:schemeClr>
        </a:solidFill>
        <a:ln w="12700" cap="flat" cmpd="sng" algn="ctr">
          <a:solidFill>
            <a:srgbClr val="C0000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Santander Text Light" panose="020B0304020201020104" pitchFamily="34" charset="0"/>
            </a:rPr>
            <a:t>Ejecución</a:t>
          </a:r>
        </a:p>
        <a:p>
          <a:pPr marL="0" lvl="0" indent="0" algn="ctr" defTabSz="533400">
            <a:lnSpc>
              <a:spcPct val="90000"/>
            </a:lnSpc>
            <a:spcBef>
              <a:spcPct val="0"/>
            </a:spcBef>
            <a:spcAft>
              <a:spcPct val="35000"/>
            </a:spcAft>
            <a:buNone/>
          </a:pPr>
          <a:r>
            <a:rPr lang="es-MX" sz="1200" b="1" kern="1200" dirty="0">
              <a:latin typeface="Santander Text Light" panose="020B0304020201020104" pitchFamily="34" charset="0"/>
            </a:rPr>
            <a:t>Operaciones que se realizan conforme a la petición expresa del Cliente.</a:t>
          </a:r>
          <a:endParaRPr lang="es-ES" sz="1200" b="1" kern="1200" dirty="0">
            <a:latin typeface="Santander Text Light" panose="020B0304020201020104" pitchFamily="34" charset="0"/>
          </a:endParaRPr>
        </a:p>
      </dsp:txBody>
      <dsp:txXfrm>
        <a:off x="4375463" y="3260572"/>
        <a:ext cx="1986305" cy="12131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898B06-07A0-4924-9FEA-710D28E13DC4}">
      <dsp:nvSpPr>
        <dsp:cNvPr id="0" name=""/>
        <dsp:cNvSpPr/>
      </dsp:nvSpPr>
      <dsp:spPr>
        <a:xfrm>
          <a:off x="621037" y="0"/>
          <a:ext cx="2577236" cy="1288618"/>
        </a:xfrm>
        <a:prstGeom prst="roundRect">
          <a:avLst>
            <a:gd name="adj" fmla="val 10000"/>
          </a:avLst>
        </a:prstGeom>
        <a:solidFill>
          <a:schemeClr val="tx1">
            <a:lumMod val="90000"/>
            <a:lumOff val="1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s-MX" sz="2800" b="1" kern="1200" dirty="0">
              <a:latin typeface="Santander Text Light" panose="020B0304020201020104" pitchFamily="34" charset="0"/>
            </a:rPr>
            <a:t>Asesorados</a:t>
          </a:r>
          <a:endParaRPr lang="es-ES" sz="2800" b="1" kern="1200" dirty="0">
            <a:latin typeface="Santander Text Light" panose="020B0304020201020104" pitchFamily="34" charset="0"/>
          </a:endParaRPr>
        </a:p>
      </dsp:txBody>
      <dsp:txXfrm>
        <a:off x="658779" y="37742"/>
        <a:ext cx="2501752" cy="1213134"/>
      </dsp:txXfrm>
    </dsp:sp>
    <dsp:sp modelId="{9C68CEFD-8638-40EF-B637-8709B8110EB7}">
      <dsp:nvSpPr>
        <dsp:cNvPr id="0" name=""/>
        <dsp:cNvSpPr/>
      </dsp:nvSpPr>
      <dsp:spPr>
        <a:xfrm>
          <a:off x="878760" y="1288618"/>
          <a:ext cx="237415" cy="967748"/>
        </a:xfrm>
        <a:custGeom>
          <a:avLst/>
          <a:gdLst/>
          <a:ahLst/>
          <a:cxnLst/>
          <a:rect l="0" t="0" r="0" b="0"/>
          <a:pathLst>
            <a:path>
              <a:moveTo>
                <a:pt x="0" y="0"/>
              </a:moveTo>
              <a:lnTo>
                <a:pt x="0" y="967748"/>
              </a:lnTo>
              <a:lnTo>
                <a:pt x="237415" y="96774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497D183-6B08-405F-8F49-7FAC4A7DDD76}">
      <dsp:nvSpPr>
        <dsp:cNvPr id="0" name=""/>
        <dsp:cNvSpPr/>
      </dsp:nvSpPr>
      <dsp:spPr>
        <a:xfrm>
          <a:off x="1116175" y="1612057"/>
          <a:ext cx="2061789" cy="1288618"/>
        </a:xfrm>
        <a:prstGeom prst="roundRect">
          <a:avLst>
            <a:gd name="adj" fmla="val 10000"/>
          </a:avLst>
        </a:prstGeom>
        <a:solidFill>
          <a:schemeClr val="lt1">
            <a:alpha val="90000"/>
            <a:hueOff val="0"/>
            <a:satOff val="0"/>
            <a:lumOff val="0"/>
            <a:alphaOff val="0"/>
          </a:schemeClr>
        </a:solidFill>
        <a:ln w="12700" cap="flat" cmpd="sng" algn="ctr">
          <a:solidFill>
            <a:schemeClr val="tx1">
              <a:lumMod val="90000"/>
              <a:lumOff val="1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Santander Text Light" panose="020B0304020201020104" pitchFamily="34" charset="0"/>
            </a:rPr>
            <a:t>Gestión</a:t>
          </a:r>
        </a:p>
        <a:p>
          <a:pPr marL="0" lvl="0" indent="0" algn="ctr" defTabSz="533400">
            <a:lnSpc>
              <a:spcPct val="90000"/>
            </a:lnSpc>
            <a:spcBef>
              <a:spcPct val="0"/>
            </a:spcBef>
            <a:spcAft>
              <a:spcPct val="35000"/>
            </a:spcAft>
            <a:buNone/>
          </a:pPr>
          <a:r>
            <a:rPr lang="es-MX" sz="1200" b="0" kern="1200" dirty="0">
              <a:latin typeface="Santander Text Light" panose="020B0304020201020104" pitchFamily="34" charset="0"/>
            </a:rPr>
            <a:t>Mandatos</a:t>
          </a:r>
          <a:endParaRPr lang="es-ES" sz="1200" b="0" kern="1200" dirty="0">
            <a:latin typeface="Santander Text Light" panose="020B0304020201020104" pitchFamily="34" charset="0"/>
          </a:endParaRPr>
        </a:p>
      </dsp:txBody>
      <dsp:txXfrm>
        <a:off x="1153917" y="1649799"/>
        <a:ext cx="1986305" cy="1213134"/>
      </dsp:txXfrm>
    </dsp:sp>
    <dsp:sp modelId="{88D87E64-2AC2-43A7-A67A-DEC495A8DAFC}">
      <dsp:nvSpPr>
        <dsp:cNvPr id="0" name=""/>
        <dsp:cNvSpPr/>
      </dsp:nvSpPr>
      <dsp:spPr>
        <a:xfrm>
          <a:off x="3822274" y="1284"/>
          <a:ext cx="2577236" cy="1288618"/>
        </a:xfrm>
        <a:prstGeom prst="roundRect">
          <a:avLst>
            <a:gd name="adj" fmla="val 10000"/>
          </a:avLst>
        </a:prstGeom>
        <a:solidFill>
          <a:schemeClr val="accent3">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s-MX" sz="2800" b="1" kern="1200" dirty="0">
              <a:latin typeface="Santander Text Light" panose="020B0304020201020104" pitchFamily="34" charset="0"/>
            </a:rPr>
            <a:t>No Asesorados</a:t>
          </a:r>
          <a:endParaRPr lang="es-ES" sz="2800" b="1" kern="1200" dirty="0">
            <a:latin typeface="Santander Text Light" panose="020B0304020201020104" pitchFamily="34" charset="0"/>
          </a:endParaRPr>
        </a:p>
      </dsp:txBody>
      <dsp:txXfrm>
        <a:off x="3860016" y="39026"/>
        <a:ext cx="2501752" cy="1213134"/>
      </dsp:txXfrm>
    </dsp:sp>
    <dsp:sp modelId="{C13A87B8-44DE-4325-84C9-0A0A7A5A241B}">
      <dsp:nvSpPr>
        <dsp:cNvPr id="0" name=""/>
        <dsp:cNvSpPr/>
      </dsp:nvSpPr>
      <dsp:spPr>
        <a:xfrm>
          <a:off x="4079998" y="1289902"/>
          <a:ext cx="257723" cy="966463"/>
        </a:xfrm>
        <a:custGeom>
          <a:avLst/>
          <a:gdLst/>
          <a:ahLst/>
          <a:cxnLst/>
          <a:rect l="0" t="0" r="0" b="0"/>
          <a:pathLst>
            <a:path>
              <a:moveTo>
                <a:pt x="0" y="0"/>
              </a:moveTo>
              <a:lnTo>
                <a:pt x="0" y="966463"/>
              </a:lnTo>
              <a:lnTo>
                <a:pt x="257723" y="96646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4A42BBF-8A3F-4EE1-AE97-D95E5330AFCD}">
      <dsp:nvSpPr>
        <dsp:cNvPr id="0" name=""/>
        <dsp:cNvSpPr/>
      </dsp:nvSpPr>
      <dsp:spPr>
        <a:xfrm>
          <a:off x="4337721" y="1612057"/>
          <a:ext cx="2061789" cy="1288618"/>
        </a:xfrm>
        <a:prstGeom prst="roundRect">
          <a:avLst>
            <a:gd name="adj" fmla="val 10000"/>
          </a:avLst>
        </a:prstGeom>
        <a:solidFill>
          <a:schemeClr val="lt1">
            <a:alpha val="90000"/>
            <a:hueOff val="0"/>
            <a:satOff val="0"/>
            <a:lumOff val="0"/>
            <a:alphaOff val="0"/>
          </a:schemeClr>
        </a:solidFill>
        <a:ln w="12700" cap="flat" cmpd="sng" algn="ctr">
          <a:solidFill>
            <a:srgbClr val="C0000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Santander Text Light" panose="020B0304020201020104" pitchFamily="34" charset="0"/>
            </a:rPr>
            <a:t>Comercialización</a:t>
          </a:r>
        </a:p>
        <a:p>
          <a:pPr marL="0" lvl="0" indent="0" algn="ctr" defTabSz="533400">
            <a:lnSpc>
              <a:spcPct val="90000"/>
            </a:lnSpc>
            <a:spcBef>
              <a:spcPct val="0"/>
            </a:spcBef>
            <a:spcAft>
              <a:spcPct val="35000"/>
            </a:spcAft>
            <a:buFont typeface="Arial" panose="020B0604020202020204" pitchFamily="34" charset="0"/>
            <a:buNone/>
          </a:pPr>
          <a:r>
            <a:rPr lang="es-MX" sz="1200" b="0" kern="1200" dirty="0">
              <a:latin typeface="Santander Text Light" panose="020B0304020201020104" pitchFamily="34" charset="0"/>
            </a:rPr>
            <a:t>Acciones de Fondos de Inversión</a:t>
          </a:r>
          <a:endParaRPr lang="es-ES" sz="1200" b="0" kern="1200" dirty="0">
            <a:latin typeface="Santander Text Light" panose="020B0304020201020104" pitchFamily="34" charset="0"/>
          </a:endParaRPr>
        </a:p>
      </dsp:txBody>
      <dsp:txXfrm>
        <a:off x="4375463" y="1649799"/>
        <a:ext cx="1986305" cy="1213134"/>
      </dsp:txXfrm>
    </dsp:sp>
    <dsp:sp modelId="{58044332-63EE-45B1-959A-30D3366BCF6C}">
      <dsp:nvSpPr>
        <dsp:cNvPr id="0" name=""/>
        <dsp:cNvSpPr/>
      </dsp:nvSpPr>
      <dsp:spPr>
        <a:xfrm>
          <a:off x="4079998" y="1289902"/>
          <a:ext cx="257723" cy="2577236"/>
        </a:xfrm>
        <a:custGeom>
          <a:avLst/>
          <a:gdLst/>
          <a:ahLst/>
          <a:cxnLst/>
          <a:rect l="0" t="0" r="0" b="0"/>
          <a:pathLst>
            <a:path>
              <a:moveTo>
                <a:pt x="0" y="0"/>
              </a:moveTo>
              <a:lnTo>
                <a:pt x="0" y="2577236"/>
              </a:lnTo>
              <a:lnTo>
                <a:pt x="257723" y="257723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5A811F2-17B3-4789-80C9-E1762C9C65F4}">
      <dsp:nvSpPr>
        <dsp:cNvPr id="0" name=""/>
        <dsp:cNvSpPr/>
      </dsp:nvSpPr>
      <dsp:spPr>
        <a:xfrm>
          <a:off x="4337721" y="3222830"/>
          <a:ext cx="2061789" cy="1288618"/>
        </a:xfrm>
        <a:prstGeom prst="roundRect">
          <a:avLst>
            <a:gd name="adj" fmla="val 10000"/>
          </a:avLst>
        </a:prstGeom>
        <a:solidFill>
          <a:schemeClr val="lt1">
            <a:alpha val="90000"/>
            <a:hueOff val="0"/>
            <a:satOff val="0"/>
            <a:lumOff val="0"/>
            <a:alphaOff val="0"/>
          </a:schemeClr>
        </a:solidFill>
        <a:ln w="12700" cap="flat" cmpd="sng" algn="ctr">
          <a:solidFill>
            <a:srgbClr val="C00000"/>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s-MX" sz="1200" b="1" kern="1200" dirty="0">
              <a:latin typeface="Santander Text Light" panose="020B0304020201020104" pitchFamily="34" charset="0"/>
            </a:rPr>
            <a:t>Ejecución</a:t>
          </a:r>
        </a:p>
        <a:p>
          <a:pPr marL="0" lvl="0" indent="0" algn="ctr" defTabSz="533400">
            <a:lnSpc>
              <a:spcPct val="90000"/>
            </a:lnSpc>
            <a:spcBef>
              <a:spcPct val="0"/>
            </a:spcBef>
            <a:spcAft>
              <a:spcPct val="35000"/>
            </a:spcAft>
            <a:buNone/>
          </a:pPr>
          <a:r>
            <a:rPr lang="es-MX" sz="1200" b="1" kern="1200" dirty="0">
              <a:latin typeface="Santander Text Light" panose="020B0304020201020104" pitchFamily="34" charset="0"/>
            </a:rPr>
            <a:t>(Distribución en Directo)</a:t>
          </a:r>
        </a:p>
        <a:p>
          <a:pPr marL="0" lvl="0" indent="0" algn="l" defTabSz="533400">
            <a:lnSpc>
              <a:spcPct val="90000"/>
            </a:lnSpc>
            <a:spcBef>
              <a:spcPct val="0"/>
            </a:spcBef>
            <a:spcAft>
              <a:spcPct val="35000"/>
            </a:spcAft>
            <a:buFont typeface="Arial" panose="020B0604020202020204" pitchFamily="34" charset="0"/>
            <a:buNone/>
          </a:pPr>
          <a:r>
            <a:rPr lang="es-MX" sz="1200" b="0" kern="1200" dirty="0">
              <a:latin typeface="Santander Text Light" panose="020B0304020201020104" pitchFamily="34" charset="0"/>
            </a:rPr>
            <a:t>- Fondos de Inversión</a:t>
          </a:r>
        </a:p>
        <a:p>
          <a:pPr marL="0" lvl="0" indent="0" algn="l" defTabSz="533400">
            <a:lnSpc>
              <a:spcPct val="90000"/>
            </a:lnSpc>
            <a:spcBef>
              <a:spcPct val="0"/>
            </a:spcBef>
            <a:spcAft>
              <a:spcPct val="35000"/>
            </a:spcAft>
            <a:buFont typeface="Arial" panose="020B0604020202020204" pitchFamily="34" charset="0"/>
            <a:buNone/>
          </a:pPr>
          <a:r>
            <a:rPr lang="es-MX" sz="1200" b="0" kern="1200" dirty="0">
              <a:latin typeface="Santander Text Light" panose="020B0304020201020104" pitchFamily="34" charset="0"/>
            </a:rPr>
            <a:t>- Mandatos</a:t>
          </a:r>
          <a:endParaRPr lang="es-ES" sz="1200" b="0" kern="1200" dirty="0">
            <a:latin typeface="Santander Text Light" panose="020B0304020201020104" pitchFamily="34" charset="0"/>
          </a:endParaRPr>
        </a:p>
      </dsp:txBody>
      <dsp:txXfrm>
        <a:off x="4375463" y="3260572"/>
        <a:ext cx="1986305" cy="12131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CA4724-5C3C-43D9-B498-F9F9EC1A29FD}">
      <dsp:nvSpPr>
        <dsp:cNvPr id="0" name=""/>
        <dsp:cNvSpPr/>
      </dsp:nvSpPr>
      <dsp:spPr>
        <a:xfrm>
          <a:off x="741563" y="0"/>
          <a:ext cx="5120640" cy="3200400"/>
        </a:xfrm>
        <a:prstGeom prst="swooshArrow">
          <a:avLst>
            <a:gd name="adj1" fmla="val 25000"/>
            <a:gd name="adj2" fmla="val 25000"/>
          </a:avLst>
        </a:prstGeom>
        <a:noFill/>
        <a:ln>
          <a:solidFill>
            <a:srgbClr val="9C1915"/>
          </a:solidFill>
        </a:ln>
        <a:effectLst/>
        <a:scene3d>
          <a:camera prst="orthographicFront"/>
          <a:lightRig rig="flat" dir="t"/>
        </a:scene3d>
        <a:sp3d z="-190500" extrusionH="12700" prstMaterial="plastic">
          <a:bevelT w="50800" h="50800"/>
        </a:sp3d>
      </dsp:spPr>
      <dsp:style>
        <a:lnRef idx="0">
          <a:scrgbClr r="0" g="0" b="0"/>
        </a:lnRef>
        <a:fillRef idx="3">
          <a:scrgbClr r="0" g="0" b="0"/>
        </a:fillRef>
        <a:effectRef idx="0">
          <a:scrgbClr r="0" g="0" b="0"/>
        </a:effectRef>
        <a:fontRef idx="minor"/>
      </dsp:style>
    </dsp:sp>
    <dsp:sp modelId="{54FBA0AF-5E2D-4984-AB86-9E7B45F23DC8}">
      <dsp:nvSpPr>
        <dsp:cNvPr id="0" name=""/>
        <dsp:cNvSpPr/>
      </dsp:nvSpPr>
      <dsp:spPr>
        <a:xfrm>
          <a:off x="1226897" y="2379817"/>
          <a:ext cx="117774" cy="117774"/>
        </a:xfrm>
        <a:prstGeom prst="ellipse">
          <a:avLst/>
        </a:prstGeom>
        <a:solidFill>
          <a:srgbClr val="57575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B725F1F4-0BB9-4DD3-9F4B-D2777BCBF397}">
      <dsp:nvSpPr>
        <dsp:cNvPr id="0" name=""/>
        <dsp:cNvSpPr/>
      </dsp:nvSpPr>
      <dsp:spPr>
        <a:xfrm>
          <a:off x="752513" y="2559993"/>
          <a:ext cx="1962714" cy="2171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2406" tIns="0" rIns="0" bIns="0" numCol="1" spcCol="1270" anchor="t" anchorCtr="0">
          <a:noAutofit/>
        </a:bodyPr>
        <a:lstStyle/>
        <a:p>
          <a:pPr marL="0" lvl="0" indent="0" algn="ctr" defTabSz="800100">
            <a:lnSpc>
              <a:spcPct val="90000"/>
            </a:lnSpc>
            <a:spcBef>
              <a:spcPct val="0"/>
            </a:spcBef>
            <a:spcAft>
              <a:spcPct val="35000"/>
            </a:spcAft>
            <a:buNone/>
          </a:pPr>
          <a:r>
            <a:rPr lang="es-MX" sz="1800" kern="1200" dirty="0">
              <a:latin typeface="Georgia" panose="02040502050405020303" pitchFamily="18" charset="0"/>
            </a:rPr>
            <a:t>Conservador</a:t>
          </a:r>
        </a:p>
      </dsp:txBody>
      <dsp:txXfrm>
        <a:off x="752513" y="2559993"/>
        <a:ext cx="1962714" cy="217166"/>
      </dsp:txXfrm>
    </dsp:sp>
    <dsp:sp modelId="{80042CBF-76D2-429C-9422-F809A4EEE6BE}">
      <dsp:nvSpPr>
        <dsp:cNvPr id="0" name=""/>
        <dsp:cNvSpPr/>
      </dsp:nvSpPr>
      <dsp:spPr>
        <a:xfrm>
          <a:off x="2059001" y="1635404"/>
          <a:ext cx="204825" cy="204825"/>
        </a:xfrm>
        <a:prstGeom prst="ellipse">
          <a:avLst/>
        </a:prstGeom>
        <a:solidFill>
          <a:srgbClr val="57575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047AD11A-6268-4F68-8867-A802D021A72E}">
      <dsp:nvSpPr>
        <dsp:cNvPr id="0" name=""/>
        <dsp:cNvSpPr/>
      </dsp:nvSpPr>
      <dsp:spPr>
        <a:xfrm>
          <a:off x="1871272" y="1737817"/>
          <a:ext cx="1655617" cy="14625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8533" tIns="0" rIns="0" bIns="0" numCol="1" spcCol="1270" anchor="t" anchorCtr="0">
          <a:noAutofit/>
        </a:bodyPr>
        <a:lstStyle/>
        <a:p>
          <a:pPr marL="0" lvl="0" indent="0" algn="ctr" defTabSz="800100">
            <a:lnSpc>
              <a:spcPct val="90000"/>
            </a:lnSpc>
            <a:spcBef>
              <a:spcPct val="0"/>
            </a:spcBef>
            <a:spcAft>
              <a:spcPct val="35000"/>
            </a:spcAft>
            <a:buNone/>
          </a:pPr>
          <a:r>
            <a:rPr lang="es-MX" sz="1800" kern="1200" dirty="0">
              <a:latin typeface="Georgia" panose="02040502050405020303" pitchFamily="18" charset="0"/>
            </a:rPr>
            <a:t>Moderado</a:t>
          </a:r>
        </a:p>
      </dsp:txBody>
      <dsp:txXfrm>
        <a:off x="1871272" y="1737817"/>
        <a:ext cx="1655617" cy="1462582"/>
      </dsp:txXfrm>
    </dsp:sp>
    <dsp:sp modelId="{EFE07149-7028-4A68-B0AF-07F07AF24215}">
      <dsp:nvSpPr>
        <dsp:cNvPr id="0" name=""/>
        <dsp:cNvSpPr/>
      </dsp:nvSpPr>
      <dsp:spPr>
        <a:xfrm>
          <a:off x="3121534" y="1086855"/>
          <a:ext cx="271393" cy="271393"/>
        </a:xfrm>
        <a:prstGeom prst="ellipse">
          <a:avLst/>
        </a:prstGeom>
        <a:solidFill>
          <a:srgbClr val="57575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DC79E0AB-E117-4CBF-AF88-64428BD9B2ED}">
      <dsp:nvSpPr>
        <dsp:cNvPr id="0" name=""/>
        <dsp:cNvSpPr/>
      </dsp:nvSpPr>
      <dsp:spPr>
        <a:xfrm>
          <a:off x="3257231" y="1222552"/>
          <a:ext cx="1075334" cy="19778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806" tIns="0" rIns="0" bIns="0" numCol="1" spcCol="1270" anchor="t" anchorCtr="0">
          <a:noAutofit/>
        </a:bodyPr>
        <a:lstStyle/>
        <a:p>
          <a:pPr marL="0" lvl="0" indent="0" algn="ctr" defTabSz="800100">
            <a:lnSpc>
              <a:spcPct val="90000"/>
            </a:lnSpc>
            <a:spcBef>
              <a:spcPct val="0"/>
            </a:spcBef>
            <a:spcAft>
              <a:spcPct val="35000"/>
            </a:spcAft>
            <a:buNone/>
          </a:pPr>
          <a:r>
            <a:rPr lang="es-MX" sz="1800" kern="1200">
              <a:latin typeface="Georgia" panose="02040502050405020303" pitchFamily="18" charset="0"/>
            </a:rPr>
            <a:t>Decidido</a:t>
          </a:r>
        </a:p>
      </dsp:txBody>
      <dsp:txXfrm>
        <a:off x="3257231" y="1222552"/>
        <a:ext cx="1075334" cy="1977847"/>
      </dsp:txXfrm>
    </dsp:sp>
    <dsp:sp modelId="{AD92CDCB-09CB-4030-8B63-75B96C767BF2}">
      <dsp:nvSpPr>
        <dsp:cNvPr id="0" name=""/>
        <dsp:cNvSpPr/>
      </dsp:nvSpPr>
      <dsp:spPr>
        <a:xfrm>
          <a:off x="4278798" y="723930"/>
          <a:ext cx="363565" cy="363565"/>
        </a:xfrm>
        <a:prstGeom prst="ellipse">
          <a:avLst/>
        </a:prstGeom>
        <a:solidFill>
          <a:srgbClr val="57575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92874258-5668-44D6-BE9A-677B47A604AC}">
      <dsp:nvSpPr>
        <dsp:cNvPr id="0" name=""/>
        <dsp:cNvSpPr/>
      </dsp:nvSpPr>
      <dsp:spPr>
        <a:xfrm>
          <a:off x="4460581" y="905713"/>
          <a:ext cx="1075334" cy="22946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2646" tIns="0" rIns="0" bIns="0" numCol="1" spcCol="1270" anchor="t" anchorCtr="0">
          <a:noAutofit/>
        </a:bodyPr>
        <a:lstStyle/>
        <a:p>
          <a:pPr marL="0" lvl="0" indent="0" algn="ctr" defTabSz="800100">
            <a:lnSpc>
              <a:spcPct val="90000"/>
            </a:lnSpc>
            <a:spcBef>
              <a:spcPct val="0"/>
            </a:spcBef>
            <a:spcAft>
              <a:spcPct val="35000"/>
            </a:spcAft>
            <a:buNone/>
          </a:pPr>
          <a:r>
            <a:rPr lang="es-MX" sz="1800" kern="1200" dirty="0">
              <a:latin typeface="Georgia" panose="02040502050405020303" pitchFamily="18" charset="0"/>
            </a:rPr>
            <a:t>Agresivo</a:t>
          </a:r>
        </a:p>
      </dsp:txBody>
      <dsp:txXfrm>
        <a:off x="4460581" y="905713"/>
        <a:ext cx="1075334" cy="229468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4710"/>
          </a:xfrm>
          <a:prstGeom prst="rect">
            <a:avLst/>
          </a:prstGeom>
        </p:spPr>
        <p:txBody>
          <a:bodyPr vert="horz" lIns="91440" tIns="45720" rIns="91440" bIns="45720" rtlCol="0"/>
          <a:lstStyle>
            <a:lvl1pPr algn="l" rtl="0">
              <a:defRPr sz="1200"/>
            </a:lvl1pPr>
          </a:lstStyle>
          <a:p>
            <a:endParaRPr lang="en-US"/>
          </a:p>
        </p:txBody>
      </p:sp>
      <p:sp>
        <p:nvSpPr>
          <p:cNvPr id="3" name="Marcador de fecha 2"/>
          <p:cNvSpPr>
            <a:spLocks noGrp="1"/>
          </p:cNvSpPr>
          <p:nvPr>
            <p:ph type="dt" idx="1"/>
          </p:nvPr>
        </p:nvSpPr>
        <p:spPr>
          <a:xfrm>
            <a:off x="3850443" y="0"/>
            <a:ext cx="2945659" cy="494710"/>
          </a:xfrm>
          <a:prstGeom prst="rect">
            <a:avLst/>
          </a:prstGeom>
        </p:spPr>
        <p:txBody>
          <a:bodyPr vert="horz" lIns="91440" tIns="45720" rIns="91440" bIns="45720" rtlCol="0"/>
          <a:lstStyle>
            <a:lvl1pPr algn="r" rtl="0">
              <a:defRPr sz="1200"/>
            </a:lvl1pPr>
          </a:lstStyle>
          <a:p>
            <a:fld id="{00D52AEF-820C-47F8-88FF-AC482D41B83D}" type="datetimeFigureOut">
              <a:rPr lang="en-US" smtClean="0"/>
              <a:pPr/>
              <a:t>9/30/2025</a:t>
            </a:fld>
            <a:endParaRPr lang="en-US"/>
          </a:p>
        </p:txBody>
      </p:sp>
      <p:sp>
        <p:nvSpPr>
          <p:cNvPr id="4" name="Marcador de imagen de diapositiva 3"/>
          <p:cNvSpPr>
            <a:spLocks noGrp="1" noRot="1" noChangeAspect="1"/>
          </p:cNvSpPr>
          <p:nvPr>
            <p:ph type="sldImg" idx="2"/>
          </p:nvPr>
        </p:nvSpPr>
        <p:spPr>
          <a:xfrm>
            <a:off x="439738" y="1231900"/>
            <a:ext cx="5918200" cy="3328988"/>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79768" y="4745107"/>
            <a:ext cx="5438140" cy="3882360"/>
          </a:xfrm>
          <a:prstGeom prst="rect">
            <a:avLst/>
          </a:prstGeom>
        </p:spPr>
        <p:txBody>
          <a:bodyPr vert="horz" lIns="91440" tIns="45720" rIns="91440" bIns="45720" rtlCol="0"/>
          <a:lstStyle/>
          <a:p>
            <a:pPr lvl="0"/>
            <a:r>
              <a:rPr lang="en-US"/>
              <a:t>Editar los estilos de texto del patrón</a:t>
            </a:r>
          </a:p>
          <a:p>
            <a:pPr lvl="1"/>
            <a:r>
              <a:rPr lang="en-US"/>
              <a:t>Segundo nivel</a:t>
            </a:r>
          </a:p>
          <a:p>
            <a:pPr lvl="2"/>
            <a:r>
              <a:rPr lang="en-US"/>
              <a:t>Tercer nivel</a:t>
            </a:r>
          </a:p>
          <a:p>
            <a:pPr lvl="3"/>
            <a:r>
              <a:rPr lang="en-US"/>
              <a:t>Cuarto nivel</a:t>
            </a:r>
          </a:p>
          <a:p>
            <a:pPr lvl="4"/>
            <a:r>
              <a:rPr lang="en-US"/>
              <a:t>Quinto nivel</a:t>
            </a:r>
          </a:p>
        </p:txBody>
      </p:sp>
      <p:sp>
        <p:nvSpPr>
          <p:cNvPr id="6" name="Marcador de pie de página 5"/>
          <p:cNvSpPr>
            <a:spLocks noGrp="1"/>
          </p:cNvSpPr>
          <p:nvPr>
            <p:ph type="ftr" sz="quarter" idx="4"/>
          </p:nvPr>
        </p:nvSpPr>
        <p:spPr>
          <a:xfrm>
            <a:off x="0" y="9365254"/>
            <a:ext cx="2945659" cy="494709"/>
          </a:xfrm>
          <a:prstGeom prst="rect">
            <a:avLst/>
          </a:prstGeom>
        </p:spPr>
        <p:txBody>
          <a:bodyPr vert="horz" lIns="91440" tIns="45720" rIns="91440" bIns="45720" rtlCol="0" anchor="b"/>
          <a:lstStyle>
            <a:lvl1pPr algn="l" rtl="0">
              <a:defRPr sz="1200"/>
            </a:lvl1pPr>
          </a:lstStyle>
          <a:p>
            <a:endParaRPr lang="en-US"/>
          </a:p>
        </p:txBody>
      </p:sp>
      <p:sp>
        <p:nvSpPr>
          <p:cNvPr id="7" name="Marcador de número de diapositiva 6"/>
          <p:cNvSpPr>
            <a:spLocks noGrp="1"/>
          </p:cNvSpPr>
          <p:nvPr>
            <p:ph type="sldNum" sz="quarter" idx="5"/>
          </p:nvPr>
        </p:nvSpPr>
        <p:spPr>
          <a:xfrm>
            <a:off x="3850443" y="9365254"/>
            <a:ext cx="2945659" cy="494709"/>
          </a:xfrm>
          <a:prstGeom prst="rect">
            <a:avLst/>
          </a:prstGeom>
        </p:spPr>
        <p:txBody>
          <a:bodyPr vert="horz" lIns="91440" tIns="45720" rIns="91440" bIns="45720" rtlCol="0" anchor="b"/>
          <a:lstStyle>
            <a:lvl1pPr algn="r" rtl="0">
              <a:defRPr sz="1200"/>
            </a:lvl1pPr>
          </a:lstStyle>
          <a:p>
            <a:fld id="{8D50380B-E120-4098-ACE4-02CF6992DFB3}" type="slidenum">
              <a:rPr lang="en-US" smtClean="0"/>
              <a:pPr/>
              <a:t>‹Nº›</a:t>
            </a:fld>
            <a:endParaRPr lang="en-US"/>
          </a:p>
        </p:txBody>
      </p:sp>
    </p:spTree>
    <p:extLst>
      <p:ext uri="{BB962C8B-B14F-4D97-AF65-F5344CB8AC3E}">
        <p14:creationId xmlns:p14="http://schemas.microsoft.com/office/powerpoint/2010/main" val="3420610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50380B-E120-4098-ACE4-02CF6992DFB3}" type="slidenum">
              <a:rPr lang="en-US" smtClean="0"/>
              <a:pPr/>
              <a:t>1</a:t>
            </a:fld>
            <a:endParaRPr lang="en-US"/>
          </a:p>
        </p:txBody>
      </p:sp>
    </p:spTree>
    <p:extLst>
      <p:ext uri="{BB962C8B-B14F-4D97-AF65-F5344CB8AC3E}">
        <p14:creationId xmlns:p14="http://schemas.microsoft.com/office/powerpoint/2010/main" val="206217957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jpeg"/><Relationship Id="rId7" Type="http://schemas.openxmlformats.org/officeDocument/2006/relationships/image" Target="../media/image7.sv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6.png"/><Relationship Id="rId5" Type="http://schemas.openxmlformats.org/officeDocument/2006/relationships/image" Target="../media/image5.emf"/><Relationship Id="rId10" Type="http://schemas.openxmlformats.org/officeDocument/2006/relationships/image" Target="../media/image10.png"/><Relationship Id="rId4" Type="http://schemas.openxmlformats.org/officeDocument/2006/relationships/oleObject" Target="../embeddings/oleObject2.bin"/><Relationship Id="rId9" Type="http://schemas.openxmlformats.org/officeDocument/2006/relationships/image" Target="../media/image9.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13.sv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12.png"/><Relationship Id="rId5" Type="http://schemas.openxmlformats.org/officeDocument/2006/relationships/image" Target="../media/image5.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5.emf"/></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5.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5.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emf"/></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p:spTree>
      <p:nvGrpSpPr>
        <p:cNvPr id="1" name=""/>
        <p:cNvGrpSpPr/>
        <p:nvPr/>
      </p:nvGrpSpPr>
      <p:grpSpPr>
        <a:xfrm>
          <a:off x="0" y="0"/>
          <a:ext cx="0" cy="0"/>
          <a:chOff x="0" y="0"/>
          <a:chExt cx="0" cy="0"/>
        </a:xfrm>
      </p:grpSpPr>
      <p:pic>
        <p:nvPicPr>
          <p:cNvPr id="5" name="Imagen 4" descr="Un cuarto con una ventana grande">
            <a:extLst>
              <a:ext uri="{FF2B5EF4-FFF2-40B4-BE49-F238E27FC236}">
                <a16:creationId xmlns:a16="http://schemas.microsoft.com/office/drawing/2014/main" id="{8019EB4D-DCC7-9DCB-06C8-F8E7591F47B0}"/>
              </a:ext>
            </a:extLst>
          </p:cNvPr>
          <p:cNvPicPr>
            <a:picLocks noChangeAspect="1"/>
          </p:cNvPicPr>
          <p:nvPr userDrawn="1"/>
        </p:nvPicPr>
        <p:blipFill>
          <a:blip r:embed="rId3"/>
          <a:srcRect l="105" t="1349" r="2337" b="2618"/>
          <a:stretch/>
        </p:blipFill>
        <p:spPr>
          <a:xfrm>
            <a:off x="0" y="-26846"/>
            <a:ext cx="12192000" cy="6858000"/>
          </a:xfrm>
          <a:prstGeom prst="rect">
            <a:avLst/>
          </a:prstGeom>
        </p:spPr>
      </p:pic>
      <p:graphicFrame>
        <p:nvGraphicFramePr>
          <p:cNvPr id="2" name="think-cell data - do not delete" hidden="1">
            <a:extLst>
              <a:ext uri="{FF2B5EF4-FFF2-40B4-BE49-F238E27FC236}">
                <a16:creationId xmlns:a16="http://schemas.microsoft.com/office/drawing/2014/main" id="{B74BB49E-CE83-29B3-35B4-F8E50B8D4F58}"/>
              </a:ext>
            </a:extLst>
          </p:cNvPr>
          <p:cNvGraphicFramePr>
            <a:graphicFrameLocks noChangeAspect="1"/>
          </p:cNvGraphicFramePr>
          <p:nvPr userDrawn="1">
            <p:custDataLst>
              <p:tags r:id="rId1"/>
            </p:custDataLst>
            <p:extLst>
              <p:ext uri="{D42A27DB-BD31-4B8C-83A1-F6EECF244321}">
                <p14:modId xmlns:p14="http://schemas.microsoft.com/office/powerpoint/2010/main" val="21734220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47" imgH="348" progId="TCLayout.ActiveDocument.1">
                  <p:embed/>
                </p:oleObj>
              </mc:Choice>
              <mc:Fallback>
                <p:oleObj name="Diapositiva de think-cell" r:id="rId4" imgW="347" imgH="348" progId="TCLayout.ActiveDocument.1">
                  <p:embed/>
                  <p:pic>
                    <p:nvPicPr>
                      <p:cNvPr id="2" name="think-cell data - do not delete" hidden="1">
                        <a:extLst>
                          <a:ext uri="{FF2B5EF4-FFF2-40B4-BE49-F238E27FC236}">
                            <a16:creationId xmlns:a16="http://schemas.microsoft.com/office/drawing/2014/main" id="{B74BB49E-CE83-29B3-35B4-F8E50B8D4F5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CuadroTexto 15">
            <a:extLst>
              <a:ext uri="{FF2B5EF4-FFF2-40B4-BE49-F238E27FC236}">
                <a16:creationId xmlns:a16="http://schemas.microsoft.com/office/drawing/2014/main" id="{D2D32E26-ABB2-97A0-FDA8-C7E66207A19C}"/>
              </a:ext>
            </a:extLst>
          </p:cNvPr>
          <p:cNvSpPr txBox="1"/>
          <p:nvPr userDrawn="1"/>
        </p:nvSpPr>
        <p:spPr>
          <a:xfrm>
            <a:off x="449686" y="6129784"/>
            <a:ext cx="10975552" cy="627095"/>
          </a:xfrm>
          <a:prstGeom prst="rect">
            <a:avLst/>
          </a:prstGeom>
          <a:noFill/>
        </p:spPr>
        <p:txBody>
          <a:bodyPr wrap="square" lIns="0" tIns="0" rIns="0" bIns="0">
            <a:spAutoFit/>
          </a:bodyPr>
          <a:lstStyle/>
          <a:p>
            <a:pPr algn="just">
              <a:lnSpc>
                <a:spcPct val="90000"/>
              </a:lnSpc>
              <a:spcAft>
                <a:spcPts val="300"/>
              </a:spcAft>
            </a:pPr>
            <a:r>
              <a:rPr lang="es-ES" sz="850" b="0" i="0" u="none" strike="noStrike" baseline="0">
                <a:solidFill>
                  <a:schemeClr val="bg1"/>
                </a:solidFill>
              </a:rPr>
              <a:t>*Santander Asset Management es una marca licenciada a SAM Asset Management, S.A. de C.V., Sociedad Operadora de Fondos de Inversión, entidad financiera mexicana subsidiaria mayoritariamente de la empresa extranjera Santander Asset Management UK Holdings </a:t>
            </a:r>
            <a:r>
              <a:rPr lang="es-ES" sz="850" b="0" i="0" u="none" strike="noStrike" baseline="0" err="1">
                <a:solidFill>
                  <a:schemeClr val="bg1"/>
                </a:solidFill>
              </a:rPr>
              <a:t>Limited</a:t>
            </a:r>
            <a:r>
              <a:rPr lang="es-ES" sz="850" b="0" i="0" u="none" strike="noStrike" baseline="0">
                <a:solidFill>
                  <a:schemeClr val="bg1"/>
                </a:solidFill>
              </a:rPr>
              <a:t>. Las operaciones se celebran con la Sociedad Operadora de Fondos de Inversión y se suscriben los contratos respectivos.</a:t>
            </a:r>
          </a:p>
          <a:p>
            <a:pPr algn="just">
              <a:lnSpc>
                <a:spcPct val="90000"/>
              </a:lnSpc>
            </a:pPr>
            <a:r>
              <a:rPr lang="es-ES" sz="850" b="0" i="0" u="none" strike="noStrike" baseline="0">
                <a:solidFill>
                  <a:schemeClr val="bg1"/>
                </a:solidFill>
                <a:latin typeface="Santander Text" panose="020B0504020201020104" pitchFamily="34" charset="0"/>
              </a:rPr>
              <a:t>Es importante destacar que SAM Asset Management, S.A. de C.V., Sociedad Operadora de Fondos de Inversión, NO es integrante de Grupo Financiero Santander México, S.A. de C.V., </a:t>
            </a:r>
            <a:r>
              <a:rPr lang="es-ES" sz="850" b="0" i="0" u="none" strike="noStrike" baseline="0">
                <a:solidFill>
                  <a:schemeClr val="bg1"/>
                </a:solidFill>
              </a:rPr>
              <a:t>por lo que no resulta aplicable el convenio único de responsabilidades a que hace referencia la Ley para Regular las Agrupaciones Financieras, ni deberá considerarse que actúa de forma conjunta con alguna entidad financiera que forme parte de dicho Grupo, ofrece servicios complementarios ni, en general, se ostenta de forma alguna como parte del Grupo Financiero.</a:t>
            </a:r>
            <a:endParaRPr lang="es-ES" sz="850">
              <a:solidFill>
                <a:schemeClr val="bg1"/>
              </a:solidFill>
            </a:endParaRPr>
          </a:p>
        </p:txBody>
      </p:sp>
      <p:pic>
        <p:nvPicPr>
          <p:cNvPr id="17" name="Gráfico 16">
            <a:extLst>
              <a:ext uri="{FF2B5EF4-FFF2-40B4-BE49-F238E27FC236}">
                <a16:creationId xmlns:a16="http://schemas.microsoft.com/office/drawing/2014/main" id="{9EB4F473-4011-7A9E-4D8D-0A9C13416412}"/>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44732" y="247351"/>
            <a:ext cx="4133113" cy="874800"/>
          </a:xfrm>
          <a:prstGeom prst="rect">
            <a:avLst/>
          </a:prstGeom>
        </p:spPr>
      </p:pic>
      <p:sp>
        <p:nvSpPr>
          <p:cNvPr id="3" name="Rectángulo 2">
            <a:extLst>
              <a:ext uri="{FF2B5EF4-FFF2-40B4-BE49-F238E27FC236}">
                <a16:creationId xmlns:a16="http://schemas.microsoft.com/office/drawing/2014/main" id="{63E47CF1-C3C6-55A7-7515-044D0A7E4F75}"/>
              </a:ext>
            </a:extLst>
          </p:cNvPr>
          <p:cNvSpPr/>
          <p:nvPr userDrawn="1"/>
        </p:nvSpPr>
        <p:spPr>
          <a:xfrm rot="5400000">
            <a:off x="-469902" y="469901"/>
            <a:ext cx="6858001" cy="5918201"/>
          </a:xfrm>
          <a:prstGeom prst="rect">
            <a:avLst/>
          </a:prstGeom>
          <a:gradFill flip="none" rotWithShape="1">
            <a:gsLst>
              <a:gs pos="0">
                <a:schemeClr val="accent1">
                  <a:alpha val="0"/>
                </a:schemeClr>
              </a:gs>
              <a:gs pos="42000">
                <a:schemeClr val="accent1">
                  <a:alpha val="58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pic>
        <p:nvPicPr>
          <p:cNvPr id="19" name="Gráfico 18">
            <a:extLst>
              <a:ext uri="{FF2B5EF4-FFF2-40B4-BE49-F238E27FC236}">
                <a16:creationId xmlns:a16="http://schemas.microsoft.com/office/drawing/2014/main" id="{C5C52179-6754-E542-BB5D-54E2150E380B}"/>
              </a:ext>
            </a:extLst>
          </p:cNvPr>
          <p:cNvPicPr>
            <a:picLocks noChangeAspect="1"/>
          </p:cNvPicPr>
          <p:nvPr userDrawn="1"/>
        </p:nvPicPr>
        <p:blipFill>
          <a:blip r:embed="rId8">
            <a:extLst>
              <a:ext uri="{96DAC541-7B7A-43D3-8B79-37D633B846F1}">
                <asvg:svgBlip xmlns:asvg="http://schemas.microsoft.com/office/drawing/2016/SVG/main" r:embed="rId9"/>
              </a:ext>
            </a:extLst>
          </a:blip>
          <a:srcRect l="8597" b="53789"/>
          <a:stretch/>
        </p:blipFill>
        <p:spPr>
          <a:xfrm rot="10800000">
            <a:off x="171778" y="-396"/>
            <a:ext cx="12020222" cy="3995990"/>
          </a:xfrm>
          <a:prstGeom prst="rect">
            <a:avLst/>
          </a:prstGeom>
        </p:spPr>
      </p:pic>
      <p:pic>
        <p:nvPicPr>
          <p:cNvPr id="18" name="Imagen 17">
            <a:extLst>
              <a:ext uri="{FF2B5EF4-FFF2-40B4-BE49-F238E27FC236}">
                <a16:creationId xmlns:a16="http://schemas.microsoft.com/office/drawing/2014/main" id="{2F30EAE9-BD79-FBBE-525A-9500D1F326A6}"/>
              </a:ext>
            </a:extLst>
          </p:cNvPr>
          <p:cNvPicPr>
            <a:picLocks noChangeAspect="1"/>
          </p:cNvPicPr>
          <p:nvPr userDrawn="1"/>
        </p:nvPicPr>
        <p:blipFill>
          <a:blip r:embed="rId10">
            <a:alphaModFix amt="20000"/>
          </a:blip>
          <a:srcRect l="1194" b="37251"/>
          <a:stretch/>
        </p:blipFill>
        <p:spPr>
          <a:xfrm>
            <a:off x="-13066" y="4111611"/>
            <a:ext cx="12046527" cy="2926285"/>
          </a:xfrm>
          <a:prstGeom prst="rect">
            <a:avLst/>
          </a:prstGeom>
        </p:spPr>
      </p:pic>
    </p:spTree>
    <p:extLst>
      <p:ext uri="{BB962C8B-B14F-4D97-AF65-F5344CB8AC3E}">
        <p14:creationId xmlns:p14="http://schemas.microsoft.com/office/powerpoint/2010/main" val="7013771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ortadilla">
    <p:spTree>
      <p:nvGrpSpPr>
        <p:cNvPr id="1" name=""/>
        <p:cNvGrpSpPr/>
        <p:nvPr/>
      </p:nvGrpSpPr>
      <p:grpSpPr>
        <a:xfrm>
          <a:off x="0" y="0"/>
          <a:ext cx="0" cy="0"/>
          <a:chOff x="0" y="0"/>
          <a:chExt cx="0" cy="0"/>
        </a:xfrm>
      </p:grpSpPr>
      <p:pic>
        <p:nvPicPr>
          <p:cNvPr id="7" name="Imagen 6" descr="Una pantalla de una ventana">
            <a:extLst>
              <a:ext uri="{FF2B5EF4-FFF2-40B4-BE49-F238E27FC236}">
                <a16:creationId xmlns:a16="http://schemas.microsoft.com/office/drawing/2014/main" id="{9DC40604-A5EE-15C4-5404-6C0C48D4A19F}"/>
              </a:ext>
            </a:extLst>
          </p:cNvPr>
          <p:cNvPicPr>
            <a:picLocks noChangeAspect="1"/>
          </p:cNvPicPr>
          <p:nvPr userDrawn="1"/>
        </p:nvPicPr>
        <p:blipFill>
          <a:blip r:embed="rId3"/>
          <a:srcRect b="11894"/>
          <a:stretch/>
        </p:blipFill>
        <p:spPr>
          <a:xfrm>
            <a:off x="-6533" y="1025566"/>
            <a:ext cx="11584709" cy="5832434"/>
          </a:xfrm>
          <a:prstGeom prst="rect">
            <a:avLst/>
          </a:prstGeom>
        </p:spPr>
      </p:pic>
      <p:graphicFrame>
        <p:nvGraphicFramePr>
          <p:cNvPr id="3" name="think-cell data - do not delete" hidden="1">
            <a:extLst>
              <a:ext uri="{FF2B5EF4-FFF2-40B4-BE49-F238E27FC236}">
                <a16:creationId xmlns:a16="http://schemas.microsoft.com/office/drawing/2014/main" id="{5F337042-EA5D-7C6E-C612-8619D4B2E9A5}"/>
              </a:ext>
            </a:extLst>
          </p:cNvPr>
          <p:cNvGraphicFramePr>
            <a:graphicFrameLocks noChangeAspect="1"/>
          </p:cNvGraphicFramePr>
          <p:nvPr userDrawn="1">
            <p:custDataLst>
              <p:tags r:id="rId1"/>
            </p:custDataLst>
            <p:extLst>
              <p:ext uri="{D42A27DB-BD31-4B8C-83A1-F6EECF244321}">
                <p14:modId xmlns:p14="http://schemas.microsoft.com/office/powerpoint/2010/main" val="7675641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47" imgH="348" progId="TCLayout.ActiveDocument.1">
                  <p:embed/>
                </p:oleObj>
              </mc:Choice>
              <mc:Fallback>
                <p:oleObj name="Diapositiva de think-cell" r:id="rId4" imgW="347" imgH="348" progId="TCLayout.ActiveDocument.1">
                  <p:embed/>
                  <p:pic>
                    <p:nvPicPr>
                      <p:cNvPr id="3" name="think-cell data - do not delete" hidden="1">
                        <a:extLst>
                          <a:ext uri="{FF2B5EF4-FFF2-40B4-BE49-F238E27FC236}">
                            <a16:creationId xmlns:a16="http://schemas.microsoft.com/office/drawing/2014/main" id="{5F337042-EA5D-7C6E-C612-8619D4B2E9A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Rectángulo 5">
            <a:extLst>
              <a:ext uri="{FF2B5EF4-FFF2-40B4-BE49-F238E27FC236}">
                <a16:creationId xmlns:a16="http://schemas.microsoft.com/office/drawing/2014/main" id="{D67E3540-7051-F4A5-6F1E-4DE762F335A7}"/>
              </a:ext>
            </a:extLst>
          </p:cNvPr>
          <p:cNvSpPr/>
          <p:nvPr userDrawn="1"/>
        </p:nvSpPr>
        <p:spPr>
          <a:xfrm rot="5400000">
            <a:off x="1250969" y="-225405"/>
            <a:ext cx="5832434" cy="8334379"/>
          </a:xfrm>
          <a:prstGeom prst="rect">
            <a:avLst/>
          </a:prstGeom>
          <a:gradFill flip="none" rotWithShape="1">
            <a:gsLst>
              <a:gs pos="0">
                <a:schemeClr val="accent1">
                  <a:alpha val="0"/>
                </a:schemeClr>
              </a:gs>
              <a:gs pos="100000">
                <a:schemeClr val="accent1">
                  <a:alpha val="43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pic>
        <p:nvPicPr>
          <p:cNvPr id="8" name="Gráfico 7">
            <a:extLst>
              <a:ext uri="{FF2B5EF4-FFF2-40B4-BE49-F238E27FC236}">
                <a16:creationId xmlns:a16="http://schemas.microsoft.com/office/drawing/2014/main" id="{24B3E037-F755-4890-5C51-7BA517348517}"/>
              </a:ext>
            </a:extLst>
          </p:cNvPr>
          <p:cNvPicPr/>
          <p:nvPr userDrawn="1"/>
        </p:nvPicPr>
        <p:blipFill>
          <a:blip r:embed="rId6">
            <a:extLst>
              <a:ext uri="{96DAC541-7B7A-43D3-8B79-37D633B846F1}">
                <asvg:svgBlip xmlns:asvg="http://schemas.microsoft.com/office/drawing/2016/SVG/main" r:embed="rId7"/>
              </a:ext>
            </a:extLst>
          </a:blip>
          <a:stretch>
            <a:fillRect/>
          </a:stretch>
        </p:blipFill>
        <p:spPr>
          <a:xfrm>
            <a:off x="-366197" y="2396828"/>
            <a:ext cx="7305167" cy="5676213"/>
          </a:xfrm>
          <a:prstGeom prst="rect">
            <a:avLst/>
          </a:prstGeom>
        </p:spPr>
      </p:pic>
      <p:sp>
        <p:nvSpPr>
          <p:cNvPr id="2" name="object 9">
            <a:extLst>
              <a:ext uri="{FF2B5EF4-FFF2-40B4-BE49-F238E27FC236}">
                <a16:creationId xmlns:a16="http://schemas.microsoft.com/office/drawing/2014/main" id="{B5DB8D98-A3C8-6E4F-5BC8-A3A165EB9CE0}"/>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2843059358"/>
      </p:ext>
    </p:extLst>
  </p:cSld>
  <p:clrMapOvr>
    <a:masterClrMapping/>
  </p:clrMapOvr>
  <p:extLst>
    <p:ext uri="{DCECCB84-F9BA-43D5-87BE-67443E8EF086}">
      <p15:sldGuideLst xmlns:p15="http://schemas.microsoft.com/office/powerpoint/2012/main">
        <p15:guide id="2" pos="740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Portadilla_03">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3E781A73-A03B-5633-27EB-791F6E6F1494}"/>
              </a:ext>
            </a:extLst>
          </p:cNvPr>
          <p:cNvSpPr/>
          <p:nvPr userDrawn="1"/>
        </p:nvSpPr>
        <p:spPr>
          <a:xfrm>
            <a:off x="-4" y="1025566"/>
            <a:ext cx="11576050" cy="58324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3" name="think-cell data - do not delete" hidden="1">
            <a:extLst>
              <a:ext uri="{FF2B5EF4-FFF2-40B4-BE49-F238E27FC236}">
                <a16:creationId xmlns:a16="http://schemas.microsoft.com/office/drawing/2014/main" id="{5F337042-EA5D-7C6E-C612-8619D4B2E9A5}"/>
              </a:ext>
            </a:extLst>
          </p:cNvPr>
          <p:cNvGraphicFramePr>
            <a:graphicFrameLocks noChangeAspect="1"/>
          </p:cNvGraphicFramePr>
          <p:nvPr userDrawn="1">
            <p:custDataLst>
              <p:tags r:id="rId1"/>
            </p:custDataLst>
            <p:extLst>
              <p:ext uri="{D42A27DB-BD31-4B8C-83A1-F6EECF244321}">
                <p14:modId xmlns:p14="http://schemas.microsoft.com/office/powerpoint/2010/main" val="7675641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47" imgH="348" progId="TCLayout.ActiveDocument.1">
                  <p:embed/>
                </p:oleObj>
              </mc:Choice>
              <mc:Fallback>
                <p:oleObj name="Diapositiva de think-cell" r:id="rId3" imgW="347" imgH="348" progId="TCLayout.ActiveDocument.1">
                  <p:embed/>
                  <p:pic>
                    <p:nvPicPr>
                      <p:cNvPr id="3" name="think-cell data - do not delete" hidden="1">
                        <a:extLst>
                          <a:ext uri="{FF2B5EF4-FFF2-40B4-BE49-F238E27FC236}">
                            <a16:creationId xmlns:a16="http://schemas.microsoft.com/office/drawing/2014/main" id="{5F337042-EA5D-7C6E-C612-8619D4B2E9A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ángulo 5">
            <a:extLst>
              <a:ext uri="{FF2B5EF4-FFF2-40B4-BE49-F238E27FC236}">
                <a16:creationId xmlns:a16="http://schemas.microsoft.com/office/drawing/2014/main" id="{D67E3540-7051-F4A5-6F1E-4DE762F335A7}"/>
              </a:ext>
            </a:extLst>
          </p:cNvPr>
          <p:cNvSpPr/>
          <p:nvPr userDrawn="1"/>
        </p:nvSpPr>
        <p:spPr>
          <a:xfrm rot="5400000">
            <a:off x="2270145" y="-1244581"/>
            <a:ext cx="5832434" cy="10372731"/>
          </a:xfrm>
          <a:prstGeom prst="rect">
            <a:avLst/>
          </a:prstGeom>
          <a:gradFill flip="none" rotWithShape="1">
            <a:gsLst>
              <a:gs pos="0">
                <a:schemeClr val="accent1">
                  <a:alpha val="0"/>
                </a:schemeClr>
              </a:gs>
              <a:gs pos="42000">
                <a:schemeClr val="accent1">
                  <a:alpha val="58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pic>
        <p:nvPicPr>
          <p:cNvPr id="8" name="Gráfico 7">
            <a:extLst>
              <a:ext uri="{FF2B5EF4-FFF2-40B4-BE49-F238E27FC236}">
                <a16:creationId xmlns:a16="http://schemas.microsoft.com/office/drawing/2014/main" id="{24B3E037-F755-4890-5C51-7BA517348517}"/>
              </a:ext>
            </a:extLst>
          </p:cNvPr>
          <p:cNvPicPr/>
          <p:nvPr userDrawn="1"/>
        </p:nvPicPr>
        <p:blipFill>
          <a:blip r:embed="rId5">
            <a:extLst>
              <a:ext uri="{96DAC541-7B7A-43D3-8B79-37D633B846F1}">
                <asvg:svgBlip xmlns:asvg="http://schemas.microsoft.com/office/drawing/2016/SVG/main" r:embed="rId6"/>
              </a:ext>
            </a:extLst>
          </a:blip>
          <a:stretch>
            <a:fillRect/>
          </a:stretch>
        </p:blipFill>
        <p:spPr>
          <a:xfrm flipH="1">
            <a:off x="2187167" y="1196160"/>
            <a:ext cx="9862050" cy="7662945"/>
          </a:xfrm>
          <a:prstGeom prst="rect">
            <a:avLst/>
          </a:prstGeom>
        </p:spPr>
      </p:pic>
      <p:sp>
        <p:nvSpPr>
          <p:cNvPr id="2" name="object 9">
            <a:extLst>
              <a:ext uri="{FF2B5EF4-FFF2-40B4-BE49-F238E27FC236}">
                <a16:creationId xmlns:a16="http://schemas.microsoft.com/office/drawing/2014/main" id="{B5DB8D98-A3C8-6E4F-5BC8-A3A165EB9CE0}"/>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3859916879"/>
      </p:ext>
    </p:extLst>
  </p:cSld>
  <p:clrMapOvr>
    <a:masterClrMapping/>
  </p:clrMapOvr>
  <p:extLst>
    <p:ext uri="{DCECCB84-F9BA-43D5-87BE-67443E8EF086}">
      <p15:sldGuideLst xmlns:p15="http://schemas.microsoft.com/office/powerpoint/2012/main">
        <p15:guide id="2" pos="740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dice 6 títulos">
    <p:spTree>
      <p:nvGrpSpPr>
        <p:cNvPr id="1" name=""/>
        <p:cNvGrpSpPr/>
        <p:nvPr/>
      </p:nvGrpSpPr>
      <p:grpSpPr>
        <a:xfrm>
          <a:off x="0" y="0"/>
          <a:ext cx="0" cy="0"/>
          <a:chOff x="0" y="0"/>
          <a:chExt cx="0" cy="0"/>
        </a:xfrm>
      </p:grpSpPr>
      <p:pic>
        <p:nvPicPr>
          <p:cNvPr id="4" name="Imagen 3" descr="Un cuarto con una ventana grande">
            <a:extLst>
              <a:ext uri="{FF2B5EF4-FFF2-40B4-BE49-F238E27FC236}">
                <a16:creationId xmlns:a16="http://schemas.microsoft.com/office/drawing/2014/main" id="{09BFD122-5D19-3C37-E125-EBE92B02F683}"/>
              </a:ext>
            </a:extLst>
          </p:cNvPr>
          <p:cNvPicPr>
            <a:picLocks noChangeAspect="1"/>
          </p:cNvPicPr>
          <p:nvPr userDrawn="1"/>
        </p:nvPicPr>
        <p:blipFill>
          <a:blip r:embed="rId2"/>
          <a:srcRect l="35063" t="28675" r="11067" b="7952"/>
          <a:stretch/>
        </p:blipFill>
        <p:spPr>
          <a:xfrm>
            <a:off x="2878622" y="1020981"/>
            <a:ext cx="8676302" cy="5832433"/>
          </a:xfrm>
          <a:prstGeom prst="rect">
            <a:avLst/>
          </a:prstGeom>
        </p:spPr>
      </p:pic>
      <p:sp>
        <p:nvSpPr>
          <p:cNvPr id="9" name="Rectángulo 8">
            <a:extLst>
              <a:ext uri="{FF2B5EF4-FFF2-40B4-BE49-F238E27FC236}">
                <a16:creationId xmlns:a16="http://schemas.microsoft.com/office/drawing/2014/main" id="{AAEB0640-716E-9919-E683-D3D92D3343BB}"/>
              </a:ext>
            </a:extLst>
          </p:cNvPr>
          <p:cNvSpPr/>
          <p:nvPr userDrawn="1"/>
        </p:nvSpPr>
        <p:spPr>
          <a:xfrm>
            <a:off x="2878622" y="1025566"/>
            <a:ext cx="8676302" cy="5832435"/>
          </a:xfrm>
          <a:prstGeom prst="rect">
            <a:avLst/>
          </a:prstGeom>
          <a:gradFill flip="none" rotWithShape="1">
            <a:gsLst>
              <a:gs pos="0">
                <a:schemeClr val="accent1">
                  <a:alpha val="0"/>
                </a:schemeClr>
              </a:gs>
              <a:gs pos="99000">
                <a:schemeClr val="accent1">
                  <a:alpha val="82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 name="Marcador de número de diapositiva 2">
            <a:extLst>
              <a:ext uri="{FF2B5EF4-FFF2-40B4-BE49-F238E27FC236}">
                <a16:creationId xmlns:a16="http://schemas.microsoft.com/office/drawing/2014/main" id="{E2073F32-19A5-0217-B6C5-7F882E795EA0}"/>
              </a:ext>
            </a:extLst>
          </p:cNvPr>
          <p:cNvSpPr>
            <a:spLocks noGrp="1"/>
          </p:cNvSpPr>
          <p:nvPr>
            <p:ph type="sldNum" sz="quarter" idx="10"/>
          </p:nvPr>
        </p:nvSpPr>
        <p:spPr/>
        <p:txBody>
          <a:bodyPr/>
          <a:lstStyle/>
          <a:p>
            <a:pPr>
              <a:spcBef>
                <a:spcPts val="204"/>
              </a:spcBef>
            </a:pPr>
            <a:fld id="{81D60167-4931-47E6-BA6A-407CBD079E47}" type="slidenum">
              <a:rPr lang="en-US" smtClean="0"/>
              <a:pPr>
                <a:spcBef>
                  <a:spcPts val="204"/>
                </a:spcBef>
              </a:pPr>
              <a:t>‹Nº›</a:t>
            </a:fld>
            <a:endParaRPr lang="en-US"/>
          </a:p>
        </p:txBody>
      </p:sp>
      <p:sp>
        <p:nvSpPr>
          <p:cNvPr id="5" name="Título 16">
            <a:extLst>
              <a:ext uri="{FF2B5EF4-FFF2-40B4-BE49-F238E27FC236}">
                <a16:creationId xmlns:a16="http://schemas.microsoft.com/office/drawing/2014/main" id="{3613CAA6-2478-D731-6768-C1299631AAD9}"/>
              </a:ext>
            </a:extLst>
          </p:cNvPr>
          <p:cNvSpPr>
            <a:spLocks noGrp="1"/>
          </p:cNvSpPr>
          <p:nvPr>
            <p:ph type="title" hasCustomPrompt="1"/>
          </p:nvPr>
        </p:nvSpPr>
        <p:spPr>
          <a:xfrm>
            <a:off x="448453" y="1207572"/>
            <a:ext cx="1748647" cy="354970"/>
          </a:xfrm>
          <a:prstGeom prst="rect">
            <a:avLst/>
          </a:prstGeom>
        </p:spPr>
        <p:txBody>
          <a:bodyPr lIns="0" tIns="0" rIns="0" bIns="0"/>
          <a:lstStyle>
            <a:lvl1pPr>
              <a:defRPr sz="2800"/>
            </a:lvl1pPr>
          </a:lstStyle>
          <a:p>
            <a:r>
              <a:rPr lang="es-ES"/>
              <a:t>Índice</a:t>
            </a:r>
          </a:p>
        </p:txBody>
      </p:sp>
      <p:cxnSp>
        <p:nvCxnSpPr>
          <p:cNvPr id="7" name="Conector recto 6">
            <a:extLst>
              <a:ext uri="{FF2B5EF4-FFF2-40B4-BE49-F238E27FC236}">
                <a16:creationId xmlns:a16="http://schemas.microsoft.com/office/drawing/2014/main" id="{7FE702AE-7275-AF2A-587D-2C757CDEDB71}"/>
              </a:ext>
            </a:extLst>
          </p:cNvPr>
          <p:cNvCxnSpPr/>
          <p:nvPr userDrawn="1"/>
        </p:nvCxnSpPr>
        <p:spPr>
          <a:xfrm>
            <a:off x="442913" y="1695892"/>
            <a:ext cx="2414587"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Marcador de texto 4">
            <a:extLst>
              <a:ext uri="{FF2B5EF4-FFF2-40B4-BE49-F238E27FC236}">
                <a16:creationId xmlns:a16="http://schemas.microsoft.com/office/drawing/2014/main" id="{CF08DF58-FF2B-2C96-9DDA-FA9C40F390CF}"/>
              </a:ext>
            </a:extLst>
          </p:cNvPr>
          <p:cNvSpPr>
            <a:spLocks noGrp="1"/>
          </p:cNvSpPr>
          <p:nvPr>
            <p:ph type="body" sz="quarter" idx="51" hasCustomPrompt="1"/>
          </p:nvPr>
        </p:nvSpPr>
        <p:spPr>
          <a:xfrm>
            <a:off x="3299789" y="1578444"/>
            <a:ext cx="811035" cy="819667"/>
          </a:xfrm>
          <a:prstGeom prst="rect">
            <a:avLst/>
          </a:prstGeom>
        </p:spPr>
        <p:txBody>
          <a:bodyPr lIns="0" tIns="0" rIns="0" bIns="0">
            <a:noAutofit/>
          </a:bodyPr>
          <a:lstStyle>
            <a:lvl1pPr marL="0" indent="0">
              <a:lnSpc>
                <a:spcPct val="100000"/>
              </a:lnSpc>
              <a:buNone/>
              <a:defRPr sz="48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01</a:t>
            </a:r>
          </a:p>
        </p:txBody>
      </p:sp>
      <p:sp>
        <p:nvSpPr>
          <p:cNvPr id="14" name="Marcador de texto 4">
            <a:extLst>
              <a:ext uri="{FF2B5EF4-FFF2-40B4-BE49-F238E27FC236}">
                <a16:creationId xmlns:a16="http://schemas.microsoft.com/office/drawing/2014/main" id="{99016C12-D5D9-C224-FDA6-6C81F30163CB}"/>
              </a:ext>
            </a:extLst>
          </p:cNvPr>
          <p:cNvSpPr>
            <a:spLocks noGrp="1"/>
          </p:cNvSpPr>
          <p:nvPr>
            <p:ph type="body" sz="quarter" idx="52" hasCustomPrompt="1"/>
          </p:nvPr>
        </p:nvSpPr>
        <p:spPr>
          <a:xfrm>
            <a:off x="3299790" y="2398124"/>
            <a:ext cx="1677727" cy="585438"/>
          </a:xfrm>
          <a:prstGeom prst="rect">
            <a:avLst/>
          </a:prstGeom>
        </p:spPr>
        <p:txBody>
          <a:bodyPr lIns="0" tIns="0" rIns="0" bIns="0">
            <a:noAutofit/>
          </a:bodyPr>
          <a:lstStyle>
            <a:lvl1pPr marL="0" indent="0">
              <a:lnSpc>
                <a:spcPct val="100000"/>
              </a:lnSpc>
              <a:buNone/>
              <a:defRPr sz="1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1</a:t>
            </a:r>
          </a:p>
        </p:txBody>
      </p:sp>
      <p:cxnSp>
        <p:nvCxnSpPr>
          <p:cNvPr id="16" name="Conector recto 15">
            <a:extLst>
              <a:ext uri="{FF2B5EF4-FFF2-40B4-BE49-F238E27FC236}">
                <a16:creationId xmlns:a16="http://schemas.microsoft.com/office/drawing/2014/main" id="{D1B37B03-052F-4F96-64EC-00A30DB439B3}"/>
              </a:ext>
            </a:extLst>
          </p:cNvPr>
          <p:cNvCxnSpPr/>
          <p:nvPr userDrawn="1"/>
        </p:nvCxnSpPr>
        <p:spPr>
          <a:xfrm>
            <a:off x="3299789" y="2307701"/>
            <a:ext cx="16777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Marcador de texto 4">
            <a:extLst>
              <a:ext uri="{FF2B5EF4-FFF2-40B4-BE49-F238E27FC236}">
                <a16:creationId xmlns:a16="http://schemas.microsoft.com/office/drawing/2014/main" id="{FDA4D0A3-8E8C-161F-B318-BA2F7695F8C8}"/>
              </a:ext>
            </a:extLst>
          </p:cNvPr>
          <p:cNvSpPr>
            <a:spLocks noGrp="1"/>
          </p:cNvSpPr>
          <p:nvPr>
            <p:ph type="body" sz="quarter" idx="53" hasCustomPrompt="1"/>
          </p:nvPr>
        </p:nvSpPr>
        <p:spPr>
          <a:xfrm>
            <a:off x="5713010" y="1578444"/>
            <a:ext cx="811035" cy="819667"/>
          </a:xfrm>
          <a:prstGeom prst="rect">
            <a:avLst/>
          </a:prstGeom>
        </p:spPr>
        <p:txBody>
          <a:bodyPr lIns="0" tIns="0" rIns="0" bIns="0">
            <a:noAutofit/>
          </a:bodyPr>
          <a:lstStyle>
            <a:lvl1pPr marL="0" indent="0">
              <a:lnSpc>
                <a:spcPct val="100000"/>
              </a:lnSpc>
              <a:buNone/>
              <a:defRPr sz="48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02</a:t>
            </a:r>
          </a:p>
        </p:txBody>
      </p:sp>
      <p:sp>
        <p:nvSpPr>
          <p:cNvPr id="18" name="Marcador de texto 4">
            <a:extLst>
              <a:ext uri="{FF2B5EF4-FFF2-40B4-BE49-F238E27FC236}">
                <a16:creationId xmlns:a16="http://schemas.microsoft.com/office/drawing/2014/main" id="{A48D7EF1-B298-7EBE-7287-4017E8A2DEF9}"/>
              </a:ext>
            </a:extLst>
          </p:cNvPr>
          <p:cNvSpPr>
            <a:spLocks noGrp="1"/>
          </p:cNvSpPr>
          <p:nvPr>
            <p:ph type="body" sz="quarter" idx="54" hasCustomPrompt="1"/>
          </p:nvPr>
        </p:nvSpPr>
        <p:spPr>
          <a:xfrm>
            <a:off x="5713011" y="2398124"/>
            <a:ext cx="1677727" cy="585438"/>
          </a:xfrm>
          <a:prstGeom prst="rect">
            <a:avLst/>
          </a:prstGeom>
        </p:spPr>
        <p:txBody>
          <a:bodyPr lIns="0" tIns="0" rIns="0" bIns="0">
            <a:noAutofit/>
          </a:bodyPr>
          <a:lstStyle>
            <a:lvl1pPr marL="0" indent="0">
              <a:lnSpc>
                <a:spcPct val="100000"/>
              </a:lnSpc>
              <a:buNone/>
              <a:defRPr sz="1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2</a:t>
            </a:r>
          </a:p>
        </p:txBody>
      </p:sp>
      <p:cxnSp>
        <p:nvCxnSpPr>
          <p:cNvPr id="19" name="Conector recto 18">
            <a:extLst>
              <a:ext uri="{FF2B5EF4-FFF2-40B4-BE49-F238E27FC236}">
                <a16:creationId xmlns:a16="http://schemas.microsoft.com/office/drawing/2014/main" id="{C7B2AB38-3E84-6D53-546C-86CA938B6BA0}"/>
              </a:ext>
            </a:extLst>
          </p:cNvPr>
          <p:cNvCxnSpPr/>
          <p:nvPr userDrawn="1"/>
        </p:nvCxnSpPr>
        <p:spPr>
          <a:xfrm>
            <a:off x="5713010" y="2307701"/>
            <a:ext cx="16777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Marcador de texto 4">
            <a:extLst>
              <a:ext uri="{FF2B5EF4-FFF2-40B4-BE49-F238E27FC236}">
                <a16:creationId xmlns:a16="http://schemas.microsoft.com/office/drawing/2014/main" id="{9BE78114-1D4F-B3D6-D895-DD8F190B8CEF}"/>
              </a:ext>
            </a:extLst>
          </p:cNvPr>
          <p:cNvSpPr>
            <a:spLocks noGrp="1"/>
          </p:cNvSpPr>
          <p:nvPr>
            <p:ph type="body" sz="quarter" idx="55" hasCustomPrompt="1"/>
          </p:nvPr>
        </p:nvSpPr>
        <p:spPr>
          <a:xfrm>
            <a:off x="8126231" y="1578444"/>
            <a:ext cx="811035" cy="819667"/>
          </a:xfrm>
          <a:prstGeom prst="rect">
            <a:avLst/>
          </a:prstGeom>
        </p:spPr>
        <p:txBody>
          <a:bodyPr lIns="0" tIns="0" rIns="0" bIns="0">
            <a:noAutofit/>
          </a:bodyPr>
          <a:lstStyle>
            <a:lvl1pPr marL="0" indent="0">
              <a:lnSpc>
                <a:spcPct val="100000"/>
              </a:lnSpc>
              <a:buNone/>
              <a:defRPr sz="48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03</a:t>
            </a:r>
          </a:p>
        </p:txBody>
      </p:sp>
      <p:sp>
        <p:nvSpPr>
          <p:cNvPr id="21" name="Marcador de texto 4">
            <a:extLst>
              <a:ext uri="{FF2B5EF4-FFF2-40B4-BE49-F238E27FC236}">
                <a16:creationId xmlns:a16="http://schemas.microsoft.com/office/drawing/2014/main" id="{E934A825-0F7B-F7AF-718C-52ACB1DC9D53}"/>
              </a:ext>
            </a:extLst>
          </p:cNvPr>
          <p:cNvSpPr>
            <a:spLocks noGrp="1"/>
          </p:cNvSpPr>
          <p:nvPr>
            <p:ph type="body" sz="quarter" idx="56" hasCustomPrompt="1"/>
          </p:nvPr>
        </p:nvSpPr>
        <p:spPr>
          <a:xfrm>
            <a:off x="8126232" y="2398124"/>
            <a:ext cx="1677727" cy="585438"/>
          </a:xfrm>
          <a:prstGeom prst="rect">
            <a:avLst/>
          </a:prstGeom>
        </p:spPr>
        <p:txBody>
          <a:bodyPr lIns="0" tIns="0" rIns="0" bIns="0">
            <a:noAutofit/>
          </a:bodyPr>
          <a:lstStyle>
            <a:lvl1pPr marL="0" indent="0">
              <a:lnSpc>
                <a:spcPct val="100000"/>
              </a:lnSpc>
              <a:buNone/>
              <a:defRPr sz="1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3</a:t>
            </a:r>
          </a:p>
        </p:txBody>
      </p:sp>
      <p:cxnSp>
        <p:nvCxnSpPr>
          <p:cNvPr id="22" name="Conector recto 21">
            <a:extLst>
              <a:ext uri="{FF2B5EF4-FFF2-40B4-BE49-F238E27FC236}">
                <a16:creationId xmlns:a16="http://schemas.microsoft.com/office/drawing/2014/main" id="{6AF1F46B-4E1C-3DC3-34AE-0A80A8DEB0AB}"/>
              </a:ext>
            </a:extLst>
          </p:cNvPr>
          <p:cNvCxnSpPr/>
          <p:nvPr userDrawn="1"/>
        </p:nvCxnSpPr>
        <p:spPr>
          <a:xfrm>
            <a:off x="8126231" y="2307701"/>
            <a:ext cx="16777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Marcador de texto 4">
            <a:extLst>
              <a:ext uri="{FF2B5EF4-FFF2-40B4-BE49-F238E27FC236}">
                <a16:creationId xmlns:a16="http://schemas.microsoft.com/office/drawing/2014/main" id="{4672BE44-0620-F4CC-FF21-5F13F2181FDF}"/>
              </a:ext>
            </a:extLst>
          </p:cNvPr>
          <p:cNvSpPr>
            <a:spLocks noGrp="1"/>
          </p:cNvSpPr>
          <p:nvPr>
            <p:ph type="body" sz="quarter" idx="57" hasCustomPrompt="1"/>
          </p:nvPr>
        </p:nvSpPr>
        <p:spPr>
          <a:xfrm>
            <a:off x="3299789" y="3280023"/>
            <a:ext cx="811035" cy="819667"/>
          </a:xfrm>
          <a:prstGeom prst="rect">
            <a:avLst/>
          </a:prstGeom>
        </p:spPr>
        <p:txBody>
          <a:bodyPr lIns="0" tIns="0" rIns="0" bIns="0">
            <a:noAutofit/>
          </a:bodyPr>
          <a:lstStyle>
            <a:lvl1pPr marL="0" indent="0">
              <a:lnSpc>
                <a:spcPct val="100000"/>
              </a:lnSpc>
              <a:buNone/>
              <a:defRPr sz="48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04</a:t>
            </a:r>
          </a:p>
        </p:txBody>
      </p:sp>
      <p:sp>
        <p:nvSpPr>
          <p:cNvPr id="24" name="Marcador de texto 4">
            <a:extLst>
              <a:ext uri="{FF2B5EF4-FFF2-40B4-BE49-F238E27FC236}">
                <a16:creationId xmlns:a16="http://schemas.microsoft.com/office/drawing/2014/main" id="{65D61519-92BF-FBD3-BF72-C2A6E5A341D4}"/>
              </a:ext>
            </a:extLst>
          </p:cNvPr>
          <p:cNvSpPr>
            <a:spLocks noGrp="1"/>
          </p:cNvSpPr>
          <p:nvPr>
            <p:ph type="body" sz="quarter" idx="58" hasCustomPrompt="1"/>
          </p:nvPr>
        </p:nvSpPr>
        <p:spPr>
          <a:xfrm>
            <a:off x="3299790" y="4099703"/>
            <a:ext cx="1677727" cy="585438"/>
          </a:xfrm>
          <a:prstGeom prst="rect">
            <a:avLst/>
          </a:prstGeom>
        </p:spPr>
        <p:txBody>
          <a:bodyPr lIns="0" tIns="0" rIns="0" bIns="0">
            <a:noAutofit/>
          </a:bodyPr>
          <a:lstStyle>
            <a:lvl1pPr marL="0" indent="0">
              <a:lnSpc>
                <a:spcPct val="100000"/>
              </a:lnSpc>
              <a:buNone/>
              <a:defRPr sz="1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4</a:t>
            </a:r>
          </a:p>
        </p:txBody>
      </p:sp>
      <p:cxnSp>
        <p:nvCxnSpPr>
          <p:cNvPr id="25" name="Conector recto 24">
            <a:extLst>
              <a:ext uri="{FF2B5EF4-FFF2-40B4-BE49-F238E27FC236}">
                <a16:creationId xmlns:a16="http://schemas.microsoft.com/office/drawing/2014/main" id="{88270C32-DD40-E31E-1152-6F77343BB7C7}"/>
              </a:ext>
            </a:extLst>
          </p:cNvPr>
          <p:cNvCxnSpPr/>
          <p:nvPr userDrawn="1"/>
        </p:nvCxnSpPr>
        <p:spPr>
          <a:xfrm>
            <a:off x="3299789" y="4009280"/>
            <a:ext cx="16777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Marcador de texto 4">
            <a:extLst>
              <a:ext uri="{FF2B5EF4-FFF2-40B4-BE49-F238E27FC236}">
                <a16:creationId xmlns:a16="http://schemas.microsoft.com/office/drawing/2014/main" id="{DACE9625-8731-AE28-0195-DB5EBF88DFC2}"/>
              </a:ext>
            </a:extLst>
          </p:cNvPr>
          <p:cNvSpPr>
            <a:spLocks noGrp="1"/>
          </p:cNvSpPr>
          <p:nvPr>
            <p:ph type="body" sz="quarter" idx="59" hasCustomPrompt="1"/>
          </p:nvPr>
        </p:nvSpPr>
        <p:spPr>
          <a:xfrm>
            <a:off x="5713010" y="3280023"/>
            <a:ext cx="811035" cy="819667"/>
          </a:xfrm>
          <a:prstGeom prst="rect">
            <a:avLst/>
          </a:prstGeom>
        </p:spPr>
        <p:txBody>
          <a:bodyPr lIns="0" tIns="0" rIns="0" bIns="0">
            <a:noAutofit/>
          </a:bodyPr>
          <a:lstStyle>
            <a:lvl1pPr marL="0" indent="0">
              <a:lnSpc>
                <a:spcPct val="100000"/>
              </a:lnSpc>
              <a:buNone/>
              <a:defRPr sz="48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05</a:t>
            </a:r>
          </a:p>
        </p:txBody>
      </p:sp>
      <p:sp>
        <p:nvSpPr>
          <p:cNvPr id="27" name="Marcador de texto 4">
            <a:extLst>
              <a:ext uri="{FF2B5EF4-FFF2-40B4-BE49-F238E27FC236}">
                <a16:creationId xmlns:a16="http://schemas.microsoft.com/office/drawing/2014/main" id="{2E599CDA-9BE5-5D5D-E8E0-BF1908DF8F95}"/>
              </a:ext>
            </a:extLst>
          </p:cNvPr>
          <p:cNvSpPr>
            <a:spLocks noGrp="1"/>
          </p:cNvSpPr>
          <p:nvPr>
            <p:ph type="body" sz="quarter" idx="60" hasCustomPrompt="1"/>
          </p:nvPr>
        </p:nvSpPr>
        <p:spPr>
          <a:xfrm>
            <a:off x="5713011" y="4099703"/>
            <a:ext cx="1677727" cy="585438"/>
          </a:xfrm>
          <a:prstGeom prst="rect">
            <a:avLst/>
          </a:prstGeom>
        </p:spPr>
        <p:txBody>
          <a:bodyPr lIns="0" tIns="0" rIns="0" bIns="0">
            <a:noAutofit/>
          </a:bodyPr>
          <a:lstStyle>
            <a:lvl1pPr marL="0" indent="0">
              <a:lnSpc>
                <a:spcPct val="100000"/>
              </a:lnSpc>
              <a:buNone/>
              <a:defRPr sz="1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5</a:t>
            </a:r>
          </a:p>
        </p:txBody>
      </p:sp>
      <p:cxnSp>
        <p:nvCxnSpPr>
          <p:cNvPr id="28" name="Conector recto 27">
            <a:extLst>
              <a:ext uri="{FF2B5EF4-FFF2-40B4-BE49-F238E27FC236}">
                <a16:creationId xmlns:a16="http://schemas.microsoft.com/office/drawing/2014/main" id="{E1A64F8C-2647-7E07-2F8B-BCFDCD91AB07}"/>
              </a:ext>
            </a:extLst>
          </p:cNvPr>
          <p:cNvCxnSpPr/>
          <p:nvPr userDrawn="1"/>
        </p:nvCxnSpPr>
        <p:spPr>
          <a:xfrm>
            <a:off x="5713010" y="4009280"/>
            <a:ext cx="16777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Marcador de texto 4">
            <a:extLst>
              <a:ext uri="{FF2B5EF4-FFF2-40B4-BE49-F238E27FC236}">
                <a16:creationId xmlns:a16="http://schemas.microsoft.com/office/drawing/2014/main" id="{E1E5A804-0318-EE65-859A-61D4E80AAA93}"/>
              </a:ext>
            </a:extLst>
          </p:cNvPr>
          <p:cNvSpPr>
            <a:spLocks noGrp="1"/>
          </p:cNvSpPr>
          <p:nvPr>
            <p:ph type="body" sz="quarter" idx="61" hasCustomPrompt="1"/>
          </p:nvPr>
        </p:nvSpPr>
        <p:spPr>
          <a:xfrm>
            <a:off x="8126231" y="3280023"/>
            <a:ext cx="811035" cy="819667"/>
          </a:xfrm>
          <a:prstGeom prst="rect">
            <a:avLst/>
          </a:prstGeom>
        </p:spPr>
        <p:txBody>
          <a:bodyPr lIns="0" tIns="0" rIns="0" bIns="0">
            <a:noAutofit/>
          </a:bodyPr>
          <a:lstStyle>
            <a:lvl1pPr marL="0" indent="0">
              <a:lnSpc>
                <a:spcPct val="100000"/>
              </a:lnSpc>
              <a:buNone/>
              <a:defRPr sz="48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06</a:t>
            </a:r>
          </a:p>
        </p:txBody>
      </p:sp>
      <p:sp>
        <p:nvSpPr>
          <p:cNvPr id="30" name="Marcador de texto 4">
            <a:extLst>
              <a:ext uri="{FF2B5EF4-FFF2-40B4-BE49-F238E27FC236}">
                <a16:creationId xmlns:a16="http://schemas.microsoft.com/office/drawing/2014/main" id="{8F8BFFD0-A02B-8566-DD9B-C17A1BA9B3D0}"/>
              </a:ext>
            </a:extLst>
          </p:cNvPr>
          <p:cNvSpPr>
            <a:spLocks noGrp="1"/>
          </p:cNvSpPr>
          <p:nvPr>
            <p:ph type="body" sz="quarter" idx="62" hasCustomPrompt="1"/>
          </p:nvPr>
        </p:nvSpPr>
        <p:spPr>
          <a:xfrm>
            <a:off x="8126232" y="4099703"/>
            <a:ext cx="1677727" cy="585438"/>
          </a:xfrm>
          <a:prstGeom prst="rect">
            <a:avLst/>
          </a:prstGeom>
        </p:spPr>
        <p:txBody>
          <a:bodyPr lIns="0" tIns="0" rIns="0" bIns="0">
            <a:noAutofit/>
          </a:bodyPr>
          <a:lstStyle>
            <a:lvl1pPr marL="0" indent="0">
              <a:lnSpc>
                <a:spcPct val="100000"/>
              </a:lnSpc>
              <a:buNone/>
              <a:defRPr sz="1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6</a:t>
            </a:r>
          </a:p>
        </p:txBody>
      </p:sp>
      <p:cxnSp>
        <p:nvCxnSpPr>
          <p:cNvPr id="31" name="Conector recto 30">
            <a:extLst>
              <a:ext uri="{FF2B5EF4-FFF2-40B4-BE49-F238E27FC236}">
                <a16:creationId xmlns:a16="http://schemas.microsoft.com/office/drawing/2014/main" id="{EE9EF419-11B6-188C-D9BD-A308038AC478}"/>
              </a:ext>
            </a:extLst>
          </p:cNvPr>
          <p:cNvCxnSpPr/>
          <p:nvPr userDrawn="1"/>
        </p:nvCxnSpPr>
        <p:spPr>
          <a:xfrm>
            <a:off x="8126231" y="4009280"/>
            <a:ext cx="16777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Rectángulo 1">
            <a:extLst>
              <a:ext uri="{FF2B5EF4-FFF2-40B4-BE49-F238E27FC236}">
                <a16:creationId xmlns:a16="http://schemas.microsoft.com/office/drawing/2014/main" id="{784A0E01-8841-3206-F7BC-E6B8689616A5}"/>
              </a:ext>
            </a:extLst>
          </p:cNvPr>
          <p:cNvSpPr/>
          <p:nvPr userDrawn="1"/>
        </p:nvSpPr>
        <p:spPr>
          <a:xfrm>
            <a:off x="342900" y="5873750"/>
            <a:ext cx="2514598" cy="1867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842331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dice 12 títulos">
    <p:spTree>
      <p:nvGrpSpPr>
        <p:cNvPr id="1" name=""/>
        <p:cNvGrpSpPr/>
        <p:nvPr/>
      </p:nvGrpSpPr>
      <p:grpSpPr>
        <a:xfrm>
          <a:off x="0" y="0"/>
          <a:ext cx="0" cy="0"/>
          <a:chOff x="0" y="0"/>
          <a:chExt cx="0" cy="0"/>
        </a:xfrm>
      </p:grpSpPr>
      <p:pic>
        <p:nvPicPr>
          <p:cNvPr id="4" name="Imagen 3" descr="Un cuarto con una ventana grande">
            <a:extLst>
              <a:ext uri="{FF2B5EF4-FFF2-40B4-BE49-F238E27FC236}">
                <a16:creationId xmlns:a16="http://schemas.microsoft.com/office/drawing/2014/main" id="{C5D390A4-8FA3-434D-7167-2852B76078FC}"/>
              </a:ext>
            </a:extLst>
          </p:cNvPr>
          <p:cNvPicPr>
            <a:picLocks noChangeAspect="1"/>
          </p:cNvPicPr>
          <p:nvPr userDrawn="1"/>
        </p:nvPicPr>
        <p:blipFill>
          <a:blip r:embed="rId2"/>
          <a:srcRect l="35063" t="28675" r="11067" b="7952"/>
          <a:stretch/>
        </p:blipFill>
        <p:spPr>
          <a:xfrm>
            <a:off x="2878622" y="1020981"/>
            <a:ext cx="8676302" cy="5832433"/>
          </a:xfrm>
          <a:prstGeom prst="rect">
            <a:avLst/>
          </a:prstGeom>
        </p:spPr>
      </p:pic>
      <p:sp>
        <p:nvSpPr>
          <p:cNvPr id="8" name="Rectángulo 7">
            <a:extLst>
              <a:ext uri="{FF2B5EF4-FFF2-40B4-BE49-F238E27FC236}">
                <a16:creationId xmlns:a16="http://schemas.microsoft.com/office/drawing/2014/main" id="{6188FFCD-D8B5-C1B6-ED52-774200A46909}"/>
              </a:ext>
            </a:extLst>
          </p:cNvPr>
          <p:cNvSpPr/>
          <p:nvPr userDrawn="1"/>
        </p:nvSpPr>
        <p:spPr>
          <a:xfrm>
            <a:off x="2878622" y="1020982"/>
            <a:ext cx="8676302" cy="5837020"/>
          </a:xfrm>
          <a:prstGeom prst="rect">
            <a:avLst/>
          </a:prstGeom>
          <a:gradFill flip="none" rotWithShape="1">
            <a:gsLst>
              <a:gs pos="0">
                <a:schemeClr val="accent1">
                  <a:alpha val="0"/>
                </a:schemeClr>
              </a:gs>
              <a:gs pos="99000">
                <a:schemeClr val="accent1">
                  <a:alpha val="82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3" name="Marcador de número de diapositiva 2">
            <a:extLst>
              <a:ext uri="{FF2B5EF4-FFF2-40B4-BE49-F238E27FC236}">
                <a16:creationId xmlns:a16="http://schemas.microsoft.com/office/drawing/2014/main" id="{E2073F32-19A5-0217-B6C5-7F882E795EA0}"/>
              </a:ext>
            </a:extLst>
          </p:cNvPr>
          <p:cNvSpPr>
            <a:spLocks noGrp="1"/>
          </p:cNvSpPr>
          <p:nvPr>
            <p:ph type="sldNum" sz="quarter" idx="10"/>
          </p:nvPr>
        </p:nvSpPr>
        <p:spPr/>
        <p:txBody>
          <a:bodyPr/>
          <a:lstStyle/>
          <a:p>
            <a:pPr>
              <a:spcBef>
                <a:spcPts val="204"/>
              </a:spcBef>
            </a:pPr>
            <a:fld id="{81D60167-4931-47E6-BA6A-407CBD079E47}" type="slidenum">
              <a:rPr lang="en-US" smtClean="0"/>
              <a:pPr>
                <a:spcBef>
                  <a:spcPts val="204"/>
                </a:spcBef>
              </a:pPr>
              <a:t>‹Nº›</a:t>
            </a:fld>
            <a:endParaRPr lang="en-US"/>
          </a:p>
        </p:txBody>
      </p:sp>
      <p:sp>
        <p:nvSpPr>
          <p:cNvPr id="5" name="Título 16">
            <a:extLst>
              <a:ext uri="{FF2B5EF4-FFF2-40B4-BE49-F238E27FC236}">
                <a16:creationId xmlns:a16="http://schemas.microsoft.com/office/drawing/2014/main" id="{3613CAA6-2478-D731-6768-C1299631AAD9}"/>
              </a:ext>
            </a:extLst>
          </p:cNvPr>
          <p:cNvSpPr>
            <a:spLocks noGrp="1"/>
          </p:cNvSpPr>
          <p:nvPr>
            <p:ph type="title" hasCustomPrompt="1"/>
          </p:nvPr>
        </p:nvSpPr>
        <p:spPr>
          <a:xfrm>
            <a:off x="448453" y="1207572"/>
            <a:ext cx="1748647" cy="354970"/>
          </a:xfrm>
          <a:prstGeom prst="rect">
            <a:avLst/>
          </a:prstGeom>
        </p:spPr>
        <p:txBody>
          <a:bodyPr lIns="0" tIns="0" rIns="0" bIns="0"/>
          <a:lstStyle>
            <a:lvl1pPr>
              <a:defRPr sz="2800"/>
            </a:lvl1pPr>
          </a:lstStyle>
          <a:p>
            <a:r>
              <a:rPr lang="es-ES"/>
              <a:t>Índice</a:t>
            </a:r>
          </a:p>
        </p:txBody>
      </p:sp>
      <p:cxnSp>
        <p:nvCxnSpPr>
          <p:cNvPr id="7" name="Conector recto 6">
            <a:extLst>
              <a:ext uri="{FF2B5EF4-FFF2-40B4-BE49-F238E27FC236}">
                <a16:creationId xmlns:a16="http://schemas.microsoft.com/office/drawing/2014/main" id="{7FE702AE-7275-AF2A-587D-2C757CDEDB71}"/>
              </a:ext>
            </a:extLst>
          </p:cNvPr>
          <p:cNvCxnSpPr/>
          <p:nvPr userDrawn="1"/>
        </p:nvCxnSpPr>
        <p:spPr>
          <a:xfrm>
            <a:off x="442913" y="1695892"/>
            <a:ext cx="2414587"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Marcador de texto 4">
            <a:extLst>
              <a:ext uri="{FF2B5EF4-FFF2-40B4-BE49-F238E27FC236}">
                <a16:creationId xmlns:a16="http://schemas.microsoft.com/office/drawing/2014/main" id="{CF08DF58-FF2B-2C96-9DDA-FA9C40F390CF}"/>
              </a:ext>
            </a:extLst>
          </p:cNvPr>
          <p:cNvSpPr>
            <a:spLocks noGrp="1"/>
          </p:cNvSpPr>
          <p:nvPr>
            <p:ph type="body" sz="quarter" idx="51" hasCustomPrompt="1"/>
          </p:nvPr>
        </p:nvSpPr>
        <p:spPr>
          <a:xfrm>
            <a:off x="3299789" y="1578444"/>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01</a:t>
            </a:r>
          </a:p>
        </p:txBody>
      </p:sp>
      <p:sp>
        <p:nvSpPr>
          <p:cNvPr id="14" name="Marcador de texto 4">
            <a:extLst>
              <a:ext uri="{FF2B5EF4-FFF2-40B4-BE49-F238E27FC236}">
                <a16:creationId xmlns:a16="http://schemas.microsoft.com/office/drawing/2014/main" id="{99016C12-D5D9-C224-FDA6-6C81F30163CB}"/>
              </a:ext>
            </a:extLst>
          </p:cNvPr>
          <p:cNvSpPr>
            <a:spLocks noGrp="1"/>
          </p:cNvSpPr>
          <p:nvPr>
            <p:ph type="body" sz="quarter" idx="52" hasCustomPrompt="1"/>
          </p:nvPr>
        </p:nvSpPr>
        <p:spPr>
          <a:xfrm>
            <a:off x="3299790" y="2231147"/>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1</a:t>
            </a:r>
          </a:p>
        </p:txBody>
      </p:sp>
      <p:cxnSp>
        <p:nvCxnSpPr>
          <p:cNvPr id="16" name="Conector recto 15">
            <a:extLst>
              <a:ext uri="{FF2B5EF4-FFF2-40B4-BE49-F238E27FC236}">
                <a16:creationId xmlns:a16="http://schemas.microsoft.com/office/drawing/2014/main" id="{D1B37B03-052F-4F96-64EC-00A30DB439B3}"/>
              </a:ext>
            </a:extLst>
          </p:cNvPr>
          <p:cNvCxnSpPr>
            <a:cxnSpLocks/>
          </p:cNvCxnSpPr>
          <p:nvPr userDrawn="1"/>
        </p:nvCxnSpPr>
        <p:spPr>
          <a:xfrm>
            <a:off x="3299789" y="2140724"/>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5" name="Marcador de texto 4">
            <a:extLst>
              <a:ext uri="{FF2B5EF4-FFF2-40B4-BE49-F238E27FC236}">
                <a16:creationId xmlns:a16="http://schemas.microsoft.com/office/drawing/2014/main" id="{87371C35-2659-5E21-E692-C3596A9C88D6}"/>
              </a:ext>
            </a:extLst>
          </p:cNvPr>
          <p:cNvSpPr>
            <a:spLocks noGrp="1"/>
          </p:cNvSpPr>
          <p:nvPr>
            <p:ph type="body" sz="quarter" idx="53" hasCustomPrompt="1"/>
          </p:nvPr>
        </p:nvSpPr>
        <p:spPr>
          <a:xfrm>
            <a:off x="5160395" y="1578444"/>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02</a:t>
            </a:r>
          </a:p>
        </p:txBody>
      </p:sp>
      <p:sp>
        <p:nvSpPr>
          <p:cNvPr id="36" name="Marcador de texto 4">
            <a:extLst>
              <a:ext uri="{FF2B5EF4-FFF2-40B4-BE49-F238E27FC236}">
                <a16:creationId xmlns:a16="http://schemas.microsoft.com/office/drawing/2014/main" id="{454DEC2B-29AD-14CA-ED8A-B400FEF6D231}"/>
              </a:ext>
            </a:extLst>
          </p:cNvPr>
          <p:cNvSpPr>
            <a:spLocks noGrp="1"/>
          </p:cNvSpPr>
          <p:nvPr>
            <p:ph type="body" sz="quarter" idx="54" hasCustomPrompt="1"/>
          </p:nvPr>
        </p:nvSpPr>
        <p:spPr>
          <a:xfrm>
            <a:off x="5160396" y="2231147"/>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2</a:t>
            </a:r>
          </a:p>
        </p:txBody>
      </p:sp>
      <p:cxnSp>
        <p:nvCxnSpPr>
          <p:cNvPr id="37" name="Conector recto 36">
            <a:extLst>
              <a:ext uri="{FF2B5EF4-FFF2-40B4-BE49-F238E27FC236}">
                <a16:creationId xmlns:a16="http://schemas.microsoft.com/office/drawing/2014/main" id="{DF52E3AC-3D89-97C4-C9DE-FB928BFCC92E}"/>
              </a:ext>
            </a:extLst>
          </p:cNvPr>
          <p:cNvCxnSpPr>
            <a:cxnSpLocks/>
          </p:cNvCxnSpPr>
          <p:nvPr userDrawn="1"/>
        </p:nvCxnSpPr>
        <p:spPr>
          <a:xfrm>
            <a:off x="5160395" y="2140724"/>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Marcador de texto 4">
            <a:extLst>
              <a:ext uri="{FF2B5EF4-FFF2-40B4-BE49-F238E27FC236}">
                <a16:creationId xmlns:a16="http://schemas.microsoft.com/office/drawing/2014/main" id="{7C58E8B1-472F-5C85-B78C-DA87590D7D28}"/>
              </a:ext>
            </a:extLst>
          </p:cNvPr>
          <p:cNvSpPr>
            <a:spLocks noGrp="1"/>
          </p:cNvSpPr>
          <p:nvPr>
            <p:ph type="body" sz="quarter" idx="55" hasCustomPrompt="1"/>
          </p:nvPr>
        </p:nvSpPr>
        <p:spPr>
          <a:xfrm>
            <a:off x="7021001" y="1578444"/>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03</a:t>
            </a:r>
          </a:p>
        </p:txBody>
      </p:sp>
      <p:sp>
        <p:nvSpPr>
          <p:cNvPr id="39" name="Marcador de texto 4">
            <a:extLst>
              <a:ext uri="{FF2B5EF4-FFF2-40B4-BE49-F238E27FC236}">
                <a16:creationId xmlns:a16="http://schemas.microsoft.com/office/drawing/2014/main" id="{76EF1E71-7AA9-8CA9-2268-BA2F3C29F597}"/>
              </a:ext>
            </a:extLst>
          </p:cNvPr>
          <p:cNvSpPr>
            <a:spLocks noGrp="1"/>
          </p:cNvSpPr>
          <p:nvPr>
            <p:ph type="body" sz="quarter" idx="56" hasCustomPrompt="1"/>
          </p:nvPr>
        </p:nvSpPr>
        <p:spPr>
          <a:xfrm>
            <a:off x="7021002" y="2231147"/>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3</a:t>
            </a:r>
          </a:p>
        </p:txBody>
      </p:sp>
      <p:cxnSp>
        <p:nvCxnSpPr>
          <p:cNvPr id="40" name="Conector recto 39">
            <a:extLst>
              <a:ext uri="{FF2B5EF4-FFF2-40B4-BE49-F238E27FC236}">
                <a16:creationId xmlns:a16="http://schemas.microsoft.com/office/drawing/2014/main" id="{A62A59CE-DD23-F58D-78FF-EDCCCE3C07F4}"/>
              </a:ext>
            </a:extLst>
          </p:cNvPr>
          <p:cNvCxnSpPr>
            <a:cxnSpLocks/>
          </p:cNvCxnSpPr>
          <p:nvPr userDrawn="1"/>
        </p:nvCxnSpPr>
        <p:spPr>
          <a:xfrm>
            <a:off x="7021001" y="2140724"/>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1" name="Marcador de texto 4">
            <a:extLst>
              <a:ext uri="{FF2B5EF4-FFF2-40B4-BE49-F238E27FC236}">
                <a16:creationId xmlns:a16="http://schemas.microsoft.com/office/drawing/2014/main" id="{64855F4C-DA40-EBAF-CE96-4E7D46D03E07}"/>
              </a:ext>
            </a:extLst>
          </p:cNvPr>
          <p:cNvSpPr>
            <a:spLocks noGrp="1"/>
          </p:cNvSpPr>
          <p:nvPr>
            <p:ph type="body" sz="quarter" idx="57" hasCustomPrompt="1"/>
          </p:nvPr>
        </p:nvSpPr>
        <p:spPr>
          <a:xfrm>
            <a:off x="8881606" y="1578444"/>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04</a:t>
            </a:r>
          </a:p>
        </p:txBody>
      </p:sp>
      <p:sp>
        <p:nvSpPr>
          <p:cNvPr id="42" name="Marcador de texto 4">
            <a:extLst>
              <a:ext uri="{FF2B5EF4-FFF2-40B4-BE49-F238E27FC236}">
                <a16:creationId xmlns:a16="http://schemas.microsoft.com/office/drawing/2014/main" id="{B436FEF1-FA8F-7CDD-8E72-A8FA75548A69}"/>
              </a:ext>
            </a:extLst>
          </p:cNvPr>
          <p:cNvSpPr>
            <a:spLocks noGrp="1"/>
          </p:cNvSpPr>
          <p:nvPr>
            <p:ph type="body" sz="quarter" idx="58" hasCustomPrompt="1"/>
          </p:nvPr>
        </p:nvSpPr>
        <p:spPr>
          <a:xfrm>
            <a:off x="8881607" y="2231147"/>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4</a:t>
            </a:r>
          </a:p>
        </p:txBody>
      </p:sp>
      <p:cxnSp>
        <p:nvCxnSpPr>
          <p:cNvPr id="43" name="Conector recto 42">
            <a:extLst>
              <a:ext uri="{FF2B5EF4-FFF2-40B4-BE49-F238E27FC236}">
                <a16:creationId xmlns:a16="http://schemas.microsoft.com/office/drawing/2014/main" id="{432F24E9-F214-7823-CC8A-EB6575268CA6}"/>
              </a:ext>
            </a:extLst>
          </p:cNvPr>
          <p:cNvCxnSpPr>
            <a:cxnSpLocks/>
          </p:cNvCxnSpPr>
          <p:nvPr userDrawn="1"/>
        </p:nvCxnSpPr>
        <p:spPr>
          <a:xfrm>
            <a:off x="8881606" y="2140724"/>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4" name="Marcador de texto 4">
            <a:extLst>
              <a:ext uri="{FF2B5EF4-FFF2-40B4-BE49-F238E27FC236}">
                <a16:creationId xmlns:a16="http://schemas.microsoft.com/office/drawing/2014/main" id="{BB0EE182-5CD5-0197-C94B-00228974F728}"/>
              </a:ext>
            </a:extLst>
          </p:cNvPr>
          <p:cNvSpPr>
            <a:spLocks noGrp="1"/>
          </p:cNvSpPr>
          <p:nvPr>
            <p:ph type="body" sz="quarter" idx="59" hasCustomPrompt="1"/>
          </p:nvPr>
        </p:nvSpPr>
        <p:spPr>
          <a:xfrm>
            <a:off x="3299789" y="2834750"/>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05</a:t>
            </a:r>
          </a:p>
        </p:txBody>
      </p:sp>
      <p:sp>
        <p:nvSpPr>
          <p:cNvPr id="45" name="Marcador de texto 4">
            <a:extLst>
              <a:ext uri="{FF2B5EF4-FFF2-40B4-BE49-F238E27FC236}">
                <a16:creationId xmlns:a16="http://schemas.microsoft.com/office/drawing/2014/main" id="{607968CD-9382-252B-C4C6-679ED0EB8401}"/>
              </a:ext>
            </a:extLst>
          </p:cNvPr>
          <p:cNvSpPr>
            <a:spLocks noGrp="1"/>
          </p:cNvSpPr>
          <p:nvPr>
            <p:ph type="body" sz="quarter" idx="60" hasCustomPrompt="1"/>
          </p:nvPr>
        </p:nvSpPr>
        <p:spPr>
          <a:xfrm>
            <a:off x="3299790" y="3487453"/>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5</a:t>
            </a:r>
          </a:p>
        </p:txBody>
      </p:sp>
      <p:cxnSp>
        <p:nvCxnSpPr>
          <p:cNvPr id="46" name="Conector recto 45">
            <a:extLst>
              <a:ext uri="{FF2B5EF4-FFF2-40B4-BE49-F238E27FC236}">
                <a16:creationId xmlns:a16="http://schemas.microsoft.com/office/drawing/2014/main" id="{5334F5FD-A0DC-F534-3D23-32D123E0FE8C}"/>
              </a:ext>
            </a:extLst>
          </p:cNvPr>
          <p:cNvCxnSpPr>
            <a:cxnSpLocks/>
          </p:cNvCxnSpPr>
          <p:nvPr userDrawn="1"/>
        </p:nvCxnSpPr>
        <p:spPr>
          <a:xfrm>
            <a:off x="3299789" y="3397030"/>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7" name="Marcador de texto 4">
            <a:extLst>
              <a:ext uri="{FF2B5EF4-FFF2-40B4-BE49-F238E27FC236}">
                <a16:creationId xmlns:a16="http://schemas.microsoft.com/office/drawing/2014/main" id="{3DA5F44D-061C-8215-B401-0A6EEF66CB45}"/>
              </a:ext>
            </a:extLst>
          </p:cNvPr>
          <p:cNvSpPr>
            <a:spLocks noGrp="1"/>
          </p:cNvSpPr>
          <p:nvPr>
            <p:ph type="body" sz="quarter" idx="61" hasCustomPrompt="1"/>
          </p:nvPr>
        </p:nvSpPr>
        <p:spPr>
          <a:xfrm>
            <a:off x="5160395" y="2834750"/>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06</a:t>
            </a:r>
          </a:p>
        </p:txBody>
      </p:sp>
      <p:sp>
        <p:nvSpPr>
          <p:cNvPr id="48" name="Marcador de texto 4">
            <a:extLst>
              <a:ext uri="{FF2B5EF4-FFF2-40B4-BE49-F238E27FC236}">
                <a16:creationId xmlns:a16="http://schemas.microsoft.com/office/drawing/2014/main" id="{6BFF182E-00F0-8C3C-AE0B-D2BCA5A81227}"/>
              </a:ext>
            </a:extLst>
          </p:cNvPr>
          <p:cNvSpPr>
            <a:spLocks noGrp="1"/>
          </p:cNvSpPr>
          <p:nvPr>
            <p:ph type="body" sz="quarter" idx="62" hasCustomPrompt="1"/>
          </p:nvPr>
        </p:nvSpPr>
        <p:spPr>
          <a:xfrm>
            <a:off x="5160396" y="3487453"/>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6</a:t>
            </a:r>
          </a:p>
        </p:txBody>
      </p:sp>
      <p:cxnSp>
        <p:nvCxnSpPr>
          <p:cNvPr id="49" name="Conector recto 48">
            <a:extLst>
              <a:ext uri="{FF2B5EF4-FFF2-40B4-BE49-F238E27FC236}">
                <a16:creationId xmlns:a16="http://schemas.microsoft.com/office/drawing/2014/main" id="{D6AB981D-1922-5842-9235-9D5449A11284}"/>
              </a:ext>
            </a:extLst>
          </p:cNvPr>
          <p:cNvCxnSpPr>
            <a:cxnSpLocks/>
          </p:cNvCxnSpPr>
          <p:nvPr userDrawn="1"/>
        </p:nvCxnSpPr>
        <p:spPr>
          <a:xfrm>
            <a:off x="5160395" y="3397030"/>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0" name="Marcador de texto 4">
            <a:extLst>
              <a:ext uri="{FF2B5EF4-FFF2-40B4-BE49-F238E27FC236}">
                <a16:creationId xmlns:a16="http://schemas.microsoft.com/office/drawing/2014/main" id="{B9FE870E-167C-D58F-D3D5-87EC0411A4AB}"/>
              </a:ext>
            </a:extLst>
          </p:cNvPr>
          <p:cNvSpPr>
            <a:spLocks noGrp="1"/>
          </p:cNvSpPr>
          <p:nvPr>
            <p:ph type="body" sz="quarter" idx="63" hasCustomPrompt="1"/>
          </p:nvPr>
        </p:nvSpPr>
        <p:spPr>
          <a:xfrm>
            <a:off x="7021001" y="2834750"/>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07</a:t>
            </a:r>
          </a:p>
        </p:txBody>
      </p:sp>
      <p:sp>
        <p:nvSpPr>
          <p:cNvPr id="51" name="Marcador de texto 4">
            <a:extLst>
              <a:ext uri="{FF2B5EF4-FFF2-40B4-BE49-F238E27FC236}">
                <a16:creationId xmlns:a16="http://schemas.microsoft.com/office/drawing/2014/main" id="{D808651B-6AB5-02D7-84CE-A5EDB46C9A10}"/>
              </a:ext>
            </a:extLst>
          </p:cNvPr>
          <p:cNvSpPr>
            <a:spLocks noGrp="1"/>
          </p:cNvSpPr>
          <p:nvPr>
            <p:ph type="body" sz="quarter" idx="64" hasCustomPrompt="1"/>
          </p:nvPr>
        </p:nvSpPr>
        <p:spPr>
          <a:xfrm>
            <a:off x="7021002" y="3487453"/>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7</a:t>
            </a:r>
          </a:p>
        </p:txBody>
      </p:sp>
      <p:cxnSp>
        <p:nvCxnSpPr>
          <p:cNvPr id="52" name="Conector recto 51">
            <a:extLst>
              <a:ext uri="{FF2B5EF4-FFF2-40B4-BE49-F238E27FC236}">
                <a16:creationId xmlns:a16="http://schemas.microsoft.com/office/drawing/2014/main" id="{3334F187-7E08-C6BA-CD43-242409C6C995}"/>
              </a:ext>
            </a:extLst>
          </p:cNvPr>
          <p:cNvCxnSpPr>
            <a:cxnSpLocks/>
          </p:cNvCxnSpPr>
          <p:nvPr userDrawn="1"/>
        </p:nvCxnSpPr>
        <p:spPr>
          <a:xfrm>
            <a:off x="7021001" y="3397030"/>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3" name="Marcador de texto 4">
            <a:extLst>
              <a:ext uri="{FF2B5EF4-FFF2-40B4-BE49-F238E27FC236}">
                <a16:creationId xmlns:a16="http://schemas.microsoft.com/office/drawing/2014/main" id="{826D5739-58A2-D5DB-24B6-43C8B26AD335}"/>
              </a:ext>
            </a:extLst>
          </p:cNvPr>
          <p:cNvSpPr>
            <a:spLocks noGrp="1"/>
          </p:cNvSpPr>
          <p:nvPr>
            <p:ph type="body" sz="quarter" idx="65" hasCustomPrompt="1"/>
          </p:nvPr>
        </p:nvSpPr>
        <p:spPr>
          <a:xfrm>
            <a:off x="8881606" y="2834750"/>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08</a:t>
            </a:r>
          </a:p>
        </p:txBody>
      </p:sp>
      <p:sp>
        <p:nvSpPr>
          <p:cNvPr id="54" name="Marcador de texto 4">
            <a:extLst>
              <a:ext uri="{FF2B5EF4-FFF2-40B4-BE49-F238E27FC236}">
                <a16:creationId xmlns:a16="http://schemas.microsoft.com/office/drawing/2014/main" id="{E4B7C7E1-5E5A-3560-D786-24A48E6F7048}"/>
              </a:ext>
            </a:extLst>
          </p:cNvPr>
          <p:cNvSpPr>
            <a:spLocks noGrp="1"/>
          </p:cNvSpPr>
          <p:nvPr>
            <p:ph type="body" sz="quarter" idx="66" hasCustomPrompt="1"/>
          </p:nvPr>
        </p:nvSpPr>
        <p:spPr>
          <a:xfrm>
            <a:off x="8881607" y="3487453"/>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8</a:t>
            </a:r>
          </a:p>
        </p:txBody>
      </p:sp>
      <p:cxnSp>
        <p:nvCxnSpPr>
          <p:cNvPr id="55" name="Conector recto 54">
            <a:extLst>
              <a:ext uri="{FF2B5EF4-FFF2-40B4-BE49-F238E27FC236}">
                <a16:creationId xmlns:a16="http://schemas.microsoft.com/office/drawing/2014/main" id="{B6F232D2-828A-800F-D66D-3C471B0E05B8}"/>
              </a:ext>
            </a:extLst>
          </p:cNvPr>
          <p:cNvCxnSpPr>
            <a:cxnSpLocks/>
          </p:cNvCxnSpPr>
          <p:nvPr userDrawn="1"/>
        </p:nvCxnSpPr>
        <p:spPr>
          <a:xfrm>
            <a:off x="8881606" y="3397030"/>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6" name="Marcador de texto 4">
            <a:extLst>
              <a:ext uri="{FF2B5EF4-FFF2-40B4-BE49-F238E27FC236}">
                <a16:creationId xmlns:a16="http://schemas.microsoft.com/office/drawing/2014/main" id="{06F95356-57C9-D64F-0737-AEF339A94104}"/>
              </a:ext>
            </a:extLst>
          </p:cNvPr>
          <p:cNvSpPr>
            <a:spLocks noGrp="1"/>
          </p:cNvSpPr>
          <p:nvPr>
            <p:ph type="body" sz="quarter" idx="67" hasCustomPrompt="1"/>
          </p:nvPr>
        </p:nvSpPr>
        <p:spPr>
          <a:xfrm>
            <a:off x="3299789" y="4083104"/>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09</a:t>
            </a:r>
          </a:p>
        </p:txBody>
      </p:sp>
      <p:sp>
        <p:nvSpPr>
          <p:cNvPr id="57" name="Marcador de texto 4">
            <a:extLst>
              <a:ext uri="{FF2B5EF4-FFF2-40B4-BE49-F238E27FC236}">
                <a16:creationId xmlns:a16="http://schemas.microsoft.com/office/drawing/2014/main" id="{D163A76B-796E-9215-338F-7D9B92FC7AF4}"/>
              </a:ext>
            </a:extLst>
          </p:cNvPr>
          <p:cNvSpPr>
            <a:spLocks noGrp="1"/>
          </p:cNvSpPr>
          <p:nvPr>
            <p:ph type="body" sz="quarter" idx="68" hasCustomPrompt="1"/>
          </p:nvPr>
        </p:nvSpPr>
        <p:spPr>
          <a:xfrm>
            <a:off x="3299790" y="4735807"/>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9</a:t>
            </a:r>
          </a:p>
        </p:txBody>
      </p:sp>
      <p:cxnSp>
        <p:nvCxnSpPr>
          <p:cNvPr id="58" name="Conector recto 57">
            <a:extLst>
              <a:ext uri="{FF2B5EF4-FFF2-40B4-BE49-F238E27FC236}">
                <a16:creationId xmlns:a16="http://schemas.microsoft.com/office/drawing/2014/main" id="{FD6EB312-A362-9C63-F4ED-1006D57A262F}"/>
              </a:ext>
            </a:extLst>
          </p:cNvPr>
          <p:cNvCxnSpPr>
            <a:cxnSpLocks/>
          </p:cNvCxnSpPr>
          <p:nvPr userDrawn="1"/>
        </p:nvCxnSpPr>
        <p:spPr>
          <a:xfrm>
            <a:off x="3299789" y="4645384"/>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9" name="Marcador de texto 4">
            <a:extLst>
              <a:ext uri="{FF2B5EF4-FFF2-40B4-BE49-F238E27FC236}">
                <a16:creationId xmlns:a16="http://schemas.microsoft.com/office/drawing/2014/main" id="{7A7A9D5A-1BFD-06A8-C799-812AE2222C94}"/>
              </a:ext>
            </a:extLst>
          </p:cNvPr>
          <p:cNvSpPr>
            <a:spLocks noGrp="1"/>
          </p:cNvSpPr>
          <p:nvPr>
            <p:ph type="body" sz="quarter" idx="69" hasCustomPrompt="1"/>
          </p:nvPr>
        </p:nvSpPr>
        <p:spPr>
          <a:xfrm>
            <a:off x="5160395" y="4083104"/>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10</a:t>
            </a:r>
          </a:p>
        </p:txBody>
      </p:sp>
      <p:sp>
        <p:nvSpPr>
          <p:cNvPr id="60" name="Marcador de texto 4">
            <a:extLst>
              <a:ext uri="{FF2B5EF4-FFF2-40B4-BE49-F238E27FC236}">
                <a16:creationId xmlns:a16="http://schemas.microsoft.com/office/drawing/2014/main" id="{F261C518-E3AA-FC82-293E-DE566DFE93AF}"/>
              </a:ext>
            </a:extLst>
          </p:cNvPr>
          <p:cNvSpPr>
            <a:spLocks noGrp="1"/>
          </p:cNvSpPr>
          <p:nvPr>
            <p:ph type="body" sz="quarter" idx="70" hasCustomPrompt="1"/>
          </p:nvPr>
        </p:nvSpPr>
        <p:spPr>
          <a:xfrm>
            <a:off x="5160396" y="4735807"/>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10</a:t>
            </a:r>
          </a:p>
        </p:txBody>
      </p:sp>
      <p:cxnSp>
        <p:nvCxnSpPr>
          <p:cNvPr id="61" name="Conector recto 60">
            <a:extLst>
              <a:ext uri="{FF2B5EF4-FFF2-40B4-BE49-F238E27FC236}">
                <a16:creationId xmlns:a16="http://schemas.microsoft.com/office/drawing/2014/main" id="{6775A782-F9DD-4EE0-702A-BB89B95AC095}"/>
              </a:ext>
            </a:extLst>
          </p:cNvPr>
          <p:cNvCxnSpPr>
            <a:cxnSpLocks/>
          </p:cNvCxnSpPr>
          <p:nvPr userDrawn="1"/>
        </p:nvCxnSpPr>
        <p:spPr>
          <a:xfrm>
            <a:off x="5160395" y="4645384"/>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2" name="Marcador de texto 4">
            <a:extLst>
              <a:ext uri="{FF2B5EF4-FFF2-40B4-BE49-F238E27FC236}">
                <a16:creationId xmlns:a16="http://schemas.microsoft.com/office/drawing/2014/main" id="{B91BFF74-8C23-6108-330F-B62411AB9D7D}"/>
              </a:ext>
            </a:extLst>
          </p:cNvPr>
          <p:cNvSpPr>
            <a:spLocks noGrp="1"/>
          </p:cNvSpPr>
          <p:nvPr>
            <p:ph type="body" sz="quarter" idx="71" hasCustomPrompt="1"/>
          </p:nvPr>
        </p:nvSpPr>
        <p:spPr>
          <a:xfrm>
            <a:off x="7021001" y="4083104"/>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11</a:t>
            </a:r>
          </a:p>
        </p:txBody>
      </p:sp>
      <p:sp>
        <p:nvSpPr>
          <p:cNvPr id="63" name="Marcador de texto 4">
            <a:extLst>
              <a:ext uri="{FF2B5EF4-FFF2-40B4-BE49-F238E27FC236}">
                <a16:creationId xmlns:a16="http://schemas.microsoft.com/office/drawing/2014/main" id="{E95CF94D-5E58-C90D-7A25-E089C2A97F23}"/>
              </a:ext>
            </a:extLst>
          </p:cNvPr>
          <p:cNvSpPr>
            <a:spLocks noGrp="1"/>
          </p:cNvSpPr>
          <p:nvPr>
            <p:ph type="body" sz="quarter" idx="72" hasCustomPrompt="1"/>
          </p:nvPr>
        </p:nvSpPr>
        <p:spPr>
          <a:xfrm>
            <a:off x="7021002" y="4735807"/>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11</a:t>
            </a:r>
          </a:p>
        </p:txBody>
      </p:sp>
      <p:cxnSp>
        <p:nvCxnSpPr>
          <p:cNvPr id="64" name="Conector recto 63">
            <a:extLst>
              <a:ext uri="{FF2B5EF4-FFF2-40B4-BE49-F238E27FC236}">
                <a16:creationId xmlns:a16="http://schemas.microsoft.com/office/drawing/2014/main" id="{3C457794-23D8-74C8-7924-CA60674EA62B}"/>
              </a:ext>
            </a:extLst>
          </p:cNvPr>
          <p:cNvCxnSpPr>
            <a:cxnSpLocks/>
          </p:cNvCxnSpPr>
          <p:nvPr userDrawn="1"/>
        </p:nvCxnSpPr>
        <p:spPr>
          <a:xfrm>
            <a:off x="7021001" y="4645384"/>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5" name="Marcador de texto 4">
            <a:extLst>
              <a:ext uri="{FF2B5EF4-FFF2-40B4-BE49-F238E27FC236}">
                <a16:creationId xmlns:a16="http://schemas.microsoft.com/office/drawing/2014/main" id="{B0601D5B-1F41-A0EC-A884-C705555F3E9D}"/>
              </a:ext>
            </a:extLst>
          </p:cNvPr>
          <p:cNvSpPr>
            <a:spLocks noGrp="1"/>
          </p:cNvSpPr>
          <p:nvPr>
            <p:ph type="body" sz="quarter" idx="73" hasCustomPrompt="1"/>
          </p:nvPr>
        </p:nvSpPr>
        <p:spPr>
          <a:xfrm>
            <a:off x="8881606" y="4083104"/>
            <a:ext cx="811035" cy="523219"/>
          </a:xfrm>
          <a:prstGeom prst="rect">
            <a:avLst/>
          </a:prstGeom>
        </p:spPr>
        <p:txBody>
          <a:bodyPr lIns="0" tIns="0" rIns="0" bIns="0">
            <a:noAutofit/>
          </a:bodyPr>
          <a:lstStyle>
            <a:lvl1pPr marL="0" indent="0">
              <a:lnSpc>
                <a:spcPct val="100000"/>
              </a:lnSpc>
              <a:buNone/>
              <a:defRPr sz="36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12</a:t>
            </a:r>
          </a:p>
        </p:txBody>
      </p:sp>
      <p:sp>
        <p:nvSpPr>
          <p:cNvPr id="66" name="Marcador de texto 4">
            <a:extLst>
              <a:ext uri="{FF2B5EF4-FFF2-40B4-BE49-F238E27FC236}">
                <a16:creationId xmlns:a16="http://schemas.microsoft.com/office/drawing/2014/main" id="{C4D3B927-4D50-44B3-E16B-B7BD788BE1B3}"/>
              </a:ext>
            </a:extLst>
          </p:cNvPr>
          <p:cNvSpPr>
            <a:spLocks noGrp="1"/>
          </p:cNvSpPr>
          <p:nvPr>
            <p:ph type="body" sz="quarter" idx="74" hasCustomPrompt="1"/>
          </p:nvPr>
        </p:nvSpPr>
        <p:spPr>
          <a:xfrm>
            <a:off x="8881607" y="4735807"/>
            <a:ext cx="1264259" cy="585438"/>
          </a:xfrm>
          <a:prstGeom prst="rect">
            <a:avLst/>
          </a:prstGeom>
        </p:spPr>
        <p:txBody>
          <a:bodyPr lIns="0" tIns="0" rIns="0" bIns="0">
            <a:noAutofit/>
          </a:bodyPr>
          <a:lstStyle>
            <a:lvl1pPr marL="0" indent="0">
              <a:lnSpc>
                <a:spcPct val="100000"/>
              </a:lnSpc>
              <a:buNone/>
              <a:defRPr sz="1200" b="0" i="0" baseline="0">
                <a:solidFill>
                  <a:schemeClr val="bg1"/>
                </a:solidFill>
                <a:latin typeface="+mn-lt"/>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doble línea de capítulo 12</a:t>
            </a:r>
          </a:p>
        </p:txBody>
      </p:sp>
      <p:cxnSp>
        <p:nvCxnSpPr>
          <p:cNvPr id="67" name="Conector recto 66">
            <a:extLst>
              <a:ext uri="{FF2B5EF4-FFF2-40B4-BE49-F238E27FC236}">
                <a16:creationId xmlns:a16="http://schemas.microsoft.com/office/drawing/2014/main" id="{B86832B4-E618-3FAE-E7DE-C15059D0BE1E}"/>
              </a:ext>
            </a:extLst>
          </p:cNvPr>
          <p:cNvCxnSpPr>
            <a:cxnSpLocks/>
          </p:cNvCxnSpPr>
          <p:nvPr userDrawn="1"/>
        </p:nvCxnSpPr>
        <p:spPr>
          <a:xfrm>
            <a:off x="8881606" y="4645384"/>
            <a:ext cx="126426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Rectángulo 1">
            <a:extLst>
              <a:ext uri="{FF2B5EF4-FFF2-40B4-BE49-F238E27FC236}">
                <a16:creationId xmlns:a16="http://schemas.microsoft.com/office/drawing/2014/main" id="{1692AD58-EFB5-CA31-D82C-77232A42FDCA}"/>
              </a:ext>
            </a:extLst>
          </p:cNvPr>
          <p:cNvSpPr/>
          <p:nvPr userDrawn="1"/>
        </p:nvSpPr>
        <p:spPr>
          <a:xfrm>
            <a:off x="342900" y="5873750"/>
            <a:ext cx="2514598" cy="1867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954031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tacado izquierda">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D893A869-B45E-4E30-EC77-CDC259E7DB71}"/>
              </a:ext>
            </a:extLst>
          </p:cNvPr>
          <p:cNvSpPr/>
          <p:nvPr userDrawn="1"/>
        </p:nvSpPr>
        <p:spPr>
          <a:xfrm>
            <a:off x="0" y="0"/>
            <a:ext cx="465151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0" name="Conector recto 9">
            <a:extLst>
              <a:ext uri="{FF2B5EF4-FFF2-40B4-BE49-F238E27FC236}">
                <a16:creationId xmlns:a16="http://schemas.microsoft.com/office/drawing/2014/main" id="{8677B2EF-E589-D3CD-51F8-5E89B7FECA4E}"/>
              </a:ext>
            </a:extLst>
          </p:cNvPr>
          <p:cNvCxnSpPr>
            <a:cxnSpLocks/>
          </p:cNvCxnSpPr>
          <p:nvPr userDrawn="1"/>
        </p:nvCxnSpPr>
        <p:spPr>
          <a:xfrm>
            <a:off x="453224" y="1013917"/>
            <a:ext cx="35621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ítulo 16">
            <a:extLst>
              <a:ext uri="{FF2B5EF4-FFF2-40B4-BE49-F238E27FC236}">
                <a16:creationId xmlns:a16="http://schemas.microsoft.com/office/drawing/2014/main" id="{5DB73A4B-ED7E-AA5F-DBCF-E9425DE42E84}"/>
              </a:ext>
            </a:extLst>
          </p:cNvPr>
          <p:cNvSpPr>
            <a:spLocks noGrp="1"/>
          </p:cNvSpPr>
          <p:nvPr>
            <p:ph type="title" hasCustomPrompt="1"/>
          </p:nvPr>
        </p:nvSpPr>
        <p:spPr>
          <a:xfrm>
            <a:off x="453224" y="1098875"/>
            <a:ext cx="3562185" cy="354970"/>
          </a:xfrm>
          <a:prstGeom prst="rect">
            <a:avLst/>
          </a:prstGeom>
        </p:spPr>
        <p:txBody>
          <a:bodyPr lIns="0" tIns="0" rIns="0" bIns="0"/>
          <a:lstStyle>
            <a:lvl1pPr>
              <a:defRPr sz="2800">
                <a:solidFill>
                  <a:schemeClr val="bg1"/>
                </a:solidFill>
              </a:defRPr>
            </a:lvl1pPr>
          </a:lstStyle>
          <a:p>
            <a:r>
              <a:rPr lang="es-ES"/>
              <a:t>Título</a:t>
            </a:r>
          </a:p>
        </p:txBody>
      </p:sp>
      <p:sp>
        <p:nvSpPr>
          <p:cNvPr id="4" name="Marcador de texto 23">
            <a:extLst>
              <a:ext uri="{FF2B5EF4-FFF2-40B4-BE49-F238E27FC236}">
                <a16:creationId xmlns:a16="http://schemas.microsoft.com/office/drawing/2014/main" id="{63D37DAD-9EBC-AC8B-CDB1-813FE3FB42A7}"/>
              </a:ext>
            </a:extLst>
          </p:cNvPr>
          <p:cNvSpPr>
            <a:spLocks noGrp="1"/>
          </p:cNvSpPr>
          <p:nvPr>
            <p:ph type="body" sz="quarter" idx="10"/>
          </p:nvPr>
        </p:nvSpPr>
        <p:spPr>
          <a:xfrm>
            <a:off x="435293" y="1499565"/>
            <a:ext cx="3580116" cy="613228"/>
          </a:xfrm>
          <a:prstGeom prst="rect">
            <a:avLst/>
          </a:prstGeom>
        </p:spPr>
        <p:txBody>
          <a:bodyPr lIns="0" tIns="0" rIns="0" bIns="0"/>
          <a:lstStyle>
            <a:lvl1pPr marL="0" indent="0">
              <a:buNone/>
              <a:defRPr sz="2000">
                <a:solidFill>
                  <a:schemeClr val="bg1"/>
                </a:solidFill>
                <a:latin typeface="+mj-lt"/>
              </a:defRPr>
            </a:lvl1pPr>
            <a:lvl2pPr marL="371475" indent="0">
              <a:buNone/>
              <a:defRPr/>
            </a:lvl2pPr>
          </a:lstStyle>
          <a:p>
            <a:pPr lvl="0"/>
            <a:r>
              <a:rPr lang="es-ES"/>
              <a:t>Haga clic para modificar los estilos de texto del patrón</a:t>
            </a:r>
          </a:p>
        </p:txBody>
      </p:sp>
      <p:pic>
        <p:nvPicPr>
          <p:cNvPr id="15" name="Gráfico 14">
            <a:extLst>
              <a:ext uri="{FF2B5EF4-FFF2-40B4-BE49-F238E27FC236}">
                <a16:creationId xmlns:a16="http://schemas.microsoft.com/office/drawing/2014/main" id="{4A63DA36-3B2F-3F23-5A44-E9021FEB532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42913" y="182663"/>
            <a:ext cx="3942212" cy="644400"/>
          </a:xfrm>
          <a:prstGeom prst="rect">
            <a:avLst/>
          </a:prstGeom>
        </p:spPr>
      </p:pic>
      <p:pic>
        <p:nvPicPr>
          <p:cNvPr id="16" name="Imagen 15">
            <a:extLst>
              <a:ext uri="{FF2B5EF4-FFF2-40B4-BE49-F238E27FC236}">
                <a16:creationId xmlns:a16="http://schemas.microsoft.com/office/drawing/2014/main" id="{0F51C48A-2D0F-6EC2-2B95-4072F52F7599}"/>
              </a:ext>
            </a:extLst>
          </p:cNvPr>
          <p:cNvPicPr>
            <a:picLocks noChangeAspect="1"/>
          </p:cNvPicPr>
          <p:nvPr userDrawn="1"/>
        </p:nvPicPr>
        <p:blipFill>
          <a:blip r:embed="rId4">
            <a:alphaModFix amt="20000"/>
          </a:blip>
          <a:srcRect r="51322"/>
          <a:stretch/>
        </p:blipFill>
        <p:spPr>
          <a:xfrm>
            <a:off x="42725" y="3202943"/>
            <a:ext cx="4651513" cy="3655057"/>
          </a:xfrm>
          <a:prstGeom prst="rect">
            <a:avLst/>
          </a:prstGeom>
        </p:spPr>
      </p:pic>
      <p:sp>
        <p:nvSpPr>
          <p:cNvPr id="5" name="object 9">
            <a:extLst>
              <a:ext uri="{FF2B5EF4-FFF2-40B4-BE49-F238E27FC236}">
                <a16:creationId xmlns:a16="http://schemas.microsoft.com/office/drawing/2014/main" id="{EBDAB953-0C3C-5FB2-E2E6-5CDEE047A2CB}"/>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19374509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stacado derecha">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ACA4955E-1C0C-A2ED-8B0C-5529B4D06B5A}"/>
              </a:ext>
            </a:extLst>
          </p:cNvPr>
          <p:cNvSpPr/>
          <p:nvPr userDrawn="1"/>
        </p:nvSpPr>
        <p:spPr>
          <a:xfrm>
            <a:off x="4638675" y="0"/>
            <a:ext cx="678656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0" name="Conector recto 9">
            <a:extLst>
              <a:ext uri="{FF2B5EF4-FFF2-40B4-BE49-F238E27FC236}">
                <a16:creationId xmlns:a16="http://schemas.microsoft.com/office/drawing/2014/main" id="{8677B2EF-E589-D3CD-51F8-5E89B7FECA4E}"/>
              </a:ext>
            </a:extLst>
          </p:cNvPr>
          <p:cNvCxnSpPr>
            <a:cxnSpLocks/>
          </p:cNvCxnSpPr>
          <p:nvPr userDrawn="1"/>
        </p:nvCxnSpPr>
        <p:spPr>
          <a:xfrm>
            <a:off x="453224" y="1013917"/>
            <a:ext cx="356218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ítulo 16">
            <a:extLst>
              <a:ext uri="{FF2B5EF4-FFF2-40B4-BE49-F238E27FC236}">
                <a16:creationId xmlns:a16="http://schemas.microsoft.com/office/drawing/2014/main" id="{5DB73A4B-ED7E-AA5F-DBCF-E9425DE42E84}"/>
              </a:ext>
            </a:extLst>
          </p:cNvPr>
          <p:cNvSpPr>
            <a:spLocks noGrp="1"/>
          </p:cNvSpPr>
          <p:nvPr>
            <p:ph type="title" hasCustomPrompt="1"/>
          </p:nvPr>
        </p:nvSpPr>
        <p:spPr>
          <a:xfrm>
            <a:off x="453224" y="1098875"/>
            <a:ext cx="3562185" cy="354970"/>
          </a:xfrm>
          <a:prstGeom prst="rect">
            <a:avLst/>
          </a:prstGeom>
        </p:spPr>
        <p:txBody>
          <a:bodyPr lIns="0" tIns="0" rIns="0" bIns="0"/>
          <a:lstStyle>
            <a:lvl1pPr>
              <a:defRPr sz="2800">
                <a:solidFill>
                  <a:schemeClr val="tx1"/>
                </a:solidFill>
              </a:defRPr>
            </a:lvl1pPr>
          </a:lstStyle>
          <a:p>
            <a:r>
              <a:rPr lang="es-ES"/>
              <a:t>Título</a:t>
            </a:r>
          </a:p>
        </p:txBody>
      </p:sp>
      <p:sp>
        <p:nvSpPr>
          <p:cNvPr id="4" name="Marcador de texto 23">
            <a:extLst>
              <a:ext uri="{FF2B5EF4-FFF2-40B4-BE49-F238E27FC236}">
                <a16:creationId xmlns:a16="http://schemas.microsoft.com/office/drawing/2014/main" id="{63D37DAD-9EBC-AC8B-CDB1-813FE3FB42A7}"/>
              </a:ext>
            </a:extLst>
          </p:cNvPr>
          <p:cNvSpPr>
            <a:spLocks noGrp="1"/>
          </p:cNvSpPr>
          <p:nvPr>
            <p:ph type="body" sz="quarter" idx="10"/>
          </p:nvPr>
        </p:nvSpPr>
        <p:spPr>
          <a:xfrm>
            <a:off x="435293" y="1499565"/>
            <a:ext cx="3580116" cy="613228"/>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pic>
        <p:nvPicPr>
          <p:cNvPr id="16" name="Imagen 15">
            <a:extLst>
              <a:ext uri="{FF2B5EF4-FFF2-40B4-BE49-F238E27FC236}">
                <a16:creationId xmlns:a16="http://schemas.microsoft.com/office/drawing/2014/main" id="{0F51C48A-2D0F-6EC2-2B95-4072F52F7599}"/>
              </a:ext>
            </a:extLst>
          </p:cNvPr>
          <p:cNvPicPr>
            <a:picLocks noChangeAspect="1"/>
          </p:cNvPicPr>
          <p:nvPr userDrawn="1"/>
        </p:nvPicPr>
        <p:blipFill>
          <a:blip r:embed="rId2">
            <a:alphaModFix amt="20000"/>
          </a:blip>
          <a:srcRect l="9024" t="-9640" r="19954" b="9640"/>
          <a:stretch/>
        </p:blipFill>
        <p:spPr>
          <a:xfrm rot="10800000">
            <a:off x="4638674" y="-21351"/>
            <a:ext cx="6786563" cy="3655057"/>
          </a:xfrm>
          <a:prstGeom prst="rect">
            <a:avLst/>
          </a:prstGeom>
        </p:spPr>
      </p:pic>
      <p:sp>
        <p:nvSpPr>
          <p:cNvPr id="6" name="Rectángulo 5">
            <a:extLst>
              <a:ext uri="{FF2B5EF4-FFF2-40B4-BE49-F238E27FC236}">
                <a16:creationId xmlns:a16="http://schemas.microsoft.com/office/drawing/2014/main" id="{9665FFC6-33B1-BD65-BD4A-B9EE368F4DA5}"/>
              </a:ext>
            </a:extLst>
          </p:cNvPr>
          <p:cNvSpPr/>
          <p:nvPr userDrawn="1"/>
        </p:nvSpPr>
        <p:spPr>
          <a:xfrm>
            <a:off x="-1" y="5873750"/>
            <a:ext cx="4632325" cy="1867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object 9">
            <a:extLst>
              <a:ext uri="{FF2B5EF4-FFF2-40B4-BE49-F238E27FC236}">
                <a16:creationId xmlns:a16="http://schemas.microsoft.com/office/drawing/2014/main" id="{52B19AD7-C51D-E81B-7B1A-7729F097AEB2}"/>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270931241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estacado superior">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ACA4955E-1C0C-A2ED-8B0C-5529B4D06B5A}"/>
              </a:ext>
            </a:extLst>
          </p:cNvPr>
          <p:cNvSpPr/>
          <p:nvPr userDrawn="1"/>
        </p:nvSpPr>
        <p:spPr>
          <a:xfrm>
            <a:off x="0" y="1013918"/>
            <a:ext cx="11425238" cy="45232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Título 16">
            <a:extLst>
              <a:ext uri="{FF2B5EF4-FFF2-40B4-BE49-F238E27FC236}">
                <a16:creationId xmlns:a16="http://schemas.microsoft.com/office/drawing/2014/main" id="{5DB73A4B-ED7E-AA5F-DBCF-E9425DE42E84}"/>
              </a:ext>
            </a:extLst>
          </p:cNvPr>
          <p:cNvSpPr>
            <a:spLocks noGrp="1"/>
          </p:cNvSpPr>
          <p:nvPr>
            <p:ph type="title" hasCustomPrompt="1"/>
          </p:nvPr>
        </p:nvSpPr>
        <p:spPr>
          <a:xfrm>
            <a:off x="631184" y="1153467"/>
            <a:ext cx="3384225" cy="354970"/>
          </a:xfrm>
          <a:prstGeom prst="rect">
            <a:avLst/>
          </a:prstGeom>
        </p:spPr>
        <p:txBody>
          <a:bodyPr lIns="0" tIns="0" rIns="0" bIns="0"/>
          <a:lstStyle>
            <a:lvl1pPr>
              <a:defRPr sz="2800">
                <a:solidFill>
                  <a:schemeClr val="bg1"/>
                </a:solidFill>
              </a:defRPr>
            </a:lvl1pPr>
          </a:lstStyle>
          <a:p>
            <a:r>
              <a:rPr lang="es-ES"/>
              <a:t>Título</a:t>
            </a:r>
          </a:p>
        </p:txBody>
      </p:sp>
      <p:sp>
        <p:nvSpPr>
          <p:cNvPr id="4" name="Marcador de texto 23">
            <a:extLst>
              <a:ext uri="{FF2B5EF4-FFF2-40B4-BE49-F238E27FC236}">
                <a16:creationId xmlns:a16="http://schemas.microsoft.com/office/drawing/2014/main" id="{63D37DAD-9EBC-AC8B-CDB1-813FE3FB42A7}"/>
              </a:ext>
            </a:extLst>
          </p:cNvPr>
          <p:cNvSpPr>
            <a:spLocks noGrp="1"/>
          </p:cNvSpPr>
          <p:nvPr>
            <p:ph type="body" sz="quarter" idx="10"/>
          </p:nvPr>
        </p:nvSpPr>
        <p:spPr>
          <a:xfrm>
            <a:off x="614149" y="1554157"/>
            <a:ext cx="3401260" cy="613228"/>
          </a:xfrm>
          <a:prstGeom prst="rect">
            <a:avLst/>
          </a:prstGeom>
        </p:spPr>
        <p:txBody>
          <a:bodyPr lIns="0" tIns="0" rIns="0" bIns="0"/>
          <a:lstStyle>
            <a:lvl1pPr marL="0" indent="0">
              <a:buNone/>
              <a:defRPr sz="2000">
                <a:solidFill>
                  <a:schemeClr val="bg1"/>
                </a:solidFill>
                <a:latin typeface="+mj-lt"/>
              </a:defRPr>
            </a:lvl1pPr>
            <a:lvl2pPr marL="371475" indent="0">
              <a:buNone/>
              <a:defRPr/>
            </a:lvl2pPr>
          </a:lstStyle>
          <a:p>
            <a:pPr lvl="0"/>
            <a:r>
              <a:rPr lang="es-ES"/>
              <a:t>Haga clic para modificar los estilos de texto del patrón</a:t>
            </a:r>
          </a:p>
        </p:txBody>
      </p:sp>
      <p:sp>
        <p:nvSpPr>
          <p:cNvPr id="6" name="object 9">
            <a:extLst>
              <a:ext uri="{FF2B5EF4-FFF2-40B4-BE49-F238E27FC236}">
                <a16:creationId xmlns:a16="http://schemas.microsoft.com/office/drawing/2014/main" id="{41622A1E-4B46-807A-A835-406858E329FB}"/>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260863480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estacado inferior">
    <p:spTree>
      <p:nvGrpSpPr>
        <p:cNvPr id="1" name=""/>
        <p:cNvGrpSpPr/>
        <p:nvPr/>
      </p:nvGrpSpPr>
      <p:grpSpPr>
        <a:xfrm>
          <a:off x="0" y="0"/>
          <a:ext cx="0" cy="0"/>
          <a:chOff x="0" y="0"/>
          <a:chExt cx="0" cy="0"/>
        </a:xfrm>
      </p:grpSpPr>
      <p:cxnSp>
        <p:nvCxnSpPr>
          <p:cNvPr id="7" name="Conector recto 6">
            <a:extLst>
              <a:ext uri="{FF2B5EF4-FFF2-40B4-BE49-F238E27FC236}">
                <a16:creationId xmlns:a16="http://schemas.microsoft.com/office/drawing/2014/main" id="{D557B99B-EB5B-743D-D040-A78CB7E09F04}"/>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Título 16">
            <a:extLst>
              <a:ext uri="{FF2B5EF4-FFF2-40B4-BE49-F238E27FC236}">
                <a16:creationId xmlns:a16="http://schemas.microsoft.com/office/drawing/2014/main" id="{E518C389-C3AF-ACB8-E6B0-0E90EE698386}"/>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9" name="Marcador de texto 23">
            <a:extLst>
              <a:ext uri="{FF2B5EF4-FFF2-40B4-BE49-F238E27FC236}">
                <a16:creationId xmlns:a16="http://schemas.microsoft.com/office/drawing/2014/main" id="{ED8DCA47-19F9-A49C-DDE3-601EBD512D28}"/>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2" name="object 9">
            <a:extLst>
              <a:ext uri="{FF2B5EF4-FFF2-40B4-BE49-F238E27FC236}">
                <a16:creationId xmlns:a16="http://schemas.microsoft.com/office/drawing/2014/main" id="{77100D7B-40D6-8187-1EC1-75F10AD22CF3}"/>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
        <p:nvSpPr>
          <p:cNvPr id="3" name="Rectángulo 2">
            <a:extLst>
              <a:ext uri="{FF2B5EF4-FFF2-40B4-BE49-F238E27FC236}">
                <a16:creationId xmlns:a16="http://schemas.microsoft.com/office/drawing/2014/main" id="{4C455573-B877-F894-1150-061517FF96BF}"/>
              </a:ext>
            </a:extLst>
          </p:cNvPr>
          <p:cNvSpPr/>
          <p:nvPr userDrawn="1"/>
        </p:nvSpPr>
        <p:spPr>
          <a:xfrm>
            <a:off x="0" y="5537200"/>
            <a:ext cx="11425238" cy="13207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95792119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estacado inferior 2">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278EAB2C-2E05-3C88-DEEC-0866BDA8EDF2}"/>
              </a:ext>
            </a:extLst>
          </p:cNvPr>
          <p:cNvSpPr/>
          <p:nvPr userDrawn="1"/>
        </p:nvSpPr>
        <p:spPr>
          <a:xfrm>
            <a:off x="0" y="4299154"/>
            <a:ext cx="11425238" cy="25588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7" name="Conector recto 6">
            <a:extLst>
              <a:ext uri="{FF2B5EF4-FFF2-40B4-BE49-F238E27FC236}">
                <a16:creationId xmlns:a16="http://schemas.microsoft.com/office/drawing/2014/main" id="{D557B99B-EB5B-743D-D040-A78CB7E09F04}"/>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Título 16">
            <a:extLst>
              <a:ext uri="{FF2B5EF4-FFF2-40B4-BE49-F238E27FC236}">
                <a16:creationId xmlns:a16="http://schemas.microsoft.com/office/drawing/2014/main" id="{E518C389-C3AF-ACB8-E6B0-0E90EE698386}"/>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9" name="Marcador de texto 23">
            <a:extLst>
              <a:ext uri="{FF2B5EF4-FFF2-40B4-BE49-F238E27FC236}">
                <a16:creationId xmlns:a16="http://schemas.microsoft.com/office/drawing/2014/main" id="{ED8DCA47-19F9-A49C-DDE3-601EBD512D28}"/>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2" name="object 9">
            <a:extLst>
              <a:ext uri="{FF2B5EF4-FFF2-40B4-BE49-F238E27FC236}">
                <a16:creationId xmlns:a16="http://schemas.microsoft.com/office/drawing/2014/main" id="{984D3EAB-408A-1F91-2762-5F8A4F897822}"/>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4009252490"/>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Diapositiva_Título y subtítulo">
    <p:spTree>
      <p:nvGrpSpPr>
        <p:cNvPr id="1" name=""/>
        <p:cNvGrpSpPr/>
        <p:nvPr/>
      </p:nvGrpSpPr>
      <p:grpSpPr>
        <a:xfrm>
          <a:off x="0" y="0"/>
          <a:ext cx="0" cy="0"/>
          <a:chOff x="0" y="0"/>
          <a:chExt cx="0" cy="0"/>
        </a:xfrm>
      </p:grpSpPr>
      <p:cxnSp>
        <p:nvCxnSpPr>
          <p:cNvPr id="2" name="Conector recto 1">
            <a:extLst>
              <a:ext uri="{FF2B5EF4-FFF2-40B4-BE49-F238E27FC236}">
                <a16:creationId xmlns:a16="http://schemas.microsoft.com/office/drawing/2014/main" id="{74691444-A7AD-CD65-EE22-2037D3602C00}"/>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ítulo 16">
            <a:extLst>
              <a:ext uri="{FF2B5EF4-FFF2-40B4-BE49-F238E27FC236}">
                <a16:creationId xmlns:a16="http://schemas.microsoft.com/office/drawing/2014/main" id="{5DB73A4B-ED7E-AA5F-DBCF-E9425DE42E84}"/>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4" name="Marcador de texto 23">
            <a:extLst>
              <a:ext uri="{FF2B5EF4-FFF2-40B4-BE49-F238E27FC236}">
                <a16:creationId xmlns:a16="http://schemas.microsoft.com/office/drawing/2014/main" id="{63D37DAD-9EBC-AC8B-CDB1-813FE3FB42A7}"/>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6" name="object 9">
            <a:extLst>
              <a:ext uri="{FF2B5EF4-FFF2-40B4-BE49-F238E27FC236}">
                <a16:creationId xmlns:a16="http://schemas.microsoft.com/office/drawing/2014/main" id="{882FDF63-21C2-EAB2-D733-51EE6B5D4C63}"/>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2792002677"/>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apositiva 2 párrafos de texto">
    <p:spTree>
      <p:nvGrpSpPr>
        <p:cNvPr id="1" name=""/>
        <p:cNvGrpSpPr/>
        <p:nvPr/>
      </p:nvGrpSpPr>
      <p:grpSpPr>
        <a:xfrm>
          <a:off x="0" y="0"/>
          <a:ext cx="0" cy="0"/>
          <a:chOff x="0" y="0"/>
          <a:chExt cx="0" cy="0"/>
        </a:xfrm>
      </p:grpSpPr>
      <p:sp>
        <p:nvSpPr>
          <p:cNvPr id="7" name="Marcador de texto 4">
            <a:extLst>
              <a:ext uri="{FF2B5EF4-FFF2-40B4-BE49-F238E27FC236}">
                <a16:creationId xmlns:a16="http://schemas.microsoft.com/office/drawing/2014/main" id="{7457F9A0-CB7A-7A99-E1BE-18A149B6DD8E}"/>
              </a:ext>
            </a:extLst>
          </p:cNvPr>
          <p:cNvSpPr>
            <a:spLocks noGrp="1"/>
          </p:cNvSpPr>
          <p:nvPr>
            <p:ph type="body" sz="quarter" idx="50" hasCustomPrompt="1"/>
          </p:nvPr>
        </p:nvSpPr>
        <p:spPr>
          <a:xfrm>
            <a:off x="442914" y="2451748"/>
            <a:ext cx="5119686" cy="3964927"/>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8" name="Marcador de texto 4">
            <a:extLst>
              <a:ext uri="{FF2B5EF4-FFF2-40B4-BE49-F238E27FC236}">
                <a16:creationId xmlns:a16="http://schemas.microsoft.com/office/drawing/2014/main" id="{80B7A482-8BB0-F445-FAED-5803A014B675}"/>
              </a:ext>
            </a:extLst>
          </p:cNvPr>
          <p:cNvSpPr>
            <a:spLocks noGrp="1"/>
          </p:cNvSpPr>
          <p:nvPr>
            <p:ph type="body" sz="quarter" idx="51" hasCustomPrompt="1"/>
          </p:nvPr>
        </p:nvSpPr>
        <p:spPr>
          <a:xfrm>
            <a:off x="442913" y="2141860"/>
            <a:ext cx="5119686"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sp>
        <p:nvSpPr>
          <p:cNvPr id="11" name="Marcador de texto 4">
            <a:extLst>
              <a:ext uri="{FF2B5EF4-FFF2-40B4-BE49-F238E27FC236}">
                <a16:creationId xmlns:a16="http://schemas.microsoft.com/office/drawing/2014/main" id="{4AFD40A6-4B5B-6C34-E002-7E37101A1714}"/>
              </a:ext>
            </a:extLst>
          </p:cNvPr>
          <p:cNvSpPr>
            <a:spLocks noGrp="1"/>
          </p:cNvSpPr>
          <p:nvPr>
            <p:ph type="body" sz="quarter" idx="52" hasCustomPrompt="1"/>
          </p:nvPr>
        </p:nvSpPr>
        <p:spPr>
          <a:xfrm>
            <a:off x="6303964" y="2451748"/>
            <a:ext cx="5119686" cy="3964927"/>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12" name="Marcador de texto 4">
            <a:extLst>
              <a:ext uri="{FF2B5EF4-FFF2-40B4-BE49-F238E27FC236}">
                <a16:creationId xmlns:a16="http://schemas.microsoft.com/office/drawing/2014/main" id="{0113C1F9-B4BE-495C-4BCD-27AB4B6F47A2}"/>
              </a:ext>
            </a:extLst>
          </p:cNvPr>
          <p:cNvSpPr>
            <a:spLocks noGrp="1"/>
          </p:cNvSpPr>
          <p:nvPr>
            <p:ph type="body" sz="quarter" idx="53" hasCustomPrompt="1"/>
          </p:nvPr>
        </p:nvSpPr>
        <p:spPr>
          <a:xfrm>
            <a:off x="6303963" y="2141860"/>
            <a:ext cx="5119686"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cxnSp>
        <p:nvCxnSpPr>
          <p:cNvPr id="13" name="Conector recto 12">
            <a:extLst>
              <a:ext uri="{FF2B5EF4-FFF2-40B4-BE49-F238E27FC236}">
                <a16:creationId xmlns:a16="http://schemas.microsoft.com/office/drawing/2014/main" id="{476366D5-6CDB-8394-23C2-F23413B8EBC4}"/>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ítulo 16">
            <a:extLst>
              <a:ext uri="{FF2B5EF4-FFF2-40B4-BE49-F238E27FC236}">
                <a16:creationId xmlns:a16="http://schemas.microsoft.com/office/drawing/2014/main" id="{83F5047D-DE78-8D00-773B-48106E5ABEE5}"/>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15" name="Marcador de texto 23">
            <a:extLst>
              <a:ext uri="{FF2B5EF4-FFF2-40B4-BE49-F238E27FC236}">
                <a16:creationId xmlns:a16="http://schemas.microsoft.com/office/drawing/2014/main" id="{956371B3-33B3-547F-6D6E-831F5ADDE81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2" name="object 9">
            <a:extLst>
              <a:ext uri="{FF2B5EF4-FFF2-40B4-BE49-F238E27FC236}">
                <a16:creationId xmlns:a16="http://schemas.microsoft.com/office/drawing/2014/main" id="{CC4CBF3F-D013-B09D-0705-914EAC4707A7}"/>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1350243929"/>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apositiva 2 párrafos de texto con imagen">
    <p:spTree>
      <p:nvGrpSpPr>
        <p:cNvPr id="1" name=""/>
        <p:cNvGrpSpPr/>
        <p:nvPr/>
      </p:nvGrpSpPr>
      <p:grpSpPr>
        <a:xfrm>
          <a:off x="0" y="0"/>
          <a:ext cx="0" cy="0"/>
          <a:chOff x="0" y="0"/>
          <a:chExt cx="0" cy="0"/>
        </a:xfrm>
      </p:grpSpPr>
      <p:sp>
        <p:nvSpPr>
          <p:cNvPr id="7" name="Marcador de texto 4">
            <a:extLst>
              <a:ext uri="{FF2B5EF4-FFF2-40B4-BE49-F238E27FC236}">
                <a16:creationId xmlns:a16="http://schemas.microsoft.com/office/drawing/2014/main" id="{7457F9A0-CB7A-7A99-E1BE-18A149B6DD8E}"/>
              </a:ext>
            </a:extLst>
          </p:cNvPr>
          <p:cNvSpPr>
            <a:spLocks noGrp="1"/>
          </p:cNvSpPr>
          <p:nvPr>
            <p:ph type="body" sz="quarter" idx="50" hasCustomPrompt="1"/>
          </p:nvPr>
        </p:nvSpPr>
        <p:spPr>
          <a:xfrm>
            <a:off x="442914" y="4256393"/>
            <a:ext cx="5119686" cy="2172316"/>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8" name="Marcador de texto 4">
            <a:extLst>
              <a:ext uri="{FF2B5EF4-FFF2-40B4-BE49-F238E27FC236}">
                <a16:creationId xmlns:a16="http://schemas.microsoft.com/office/drawing/2014/main" id="{80B7A482-8BB0-F445-FAED-5803A014B675}"/>
              </a:ext>
            </a:extLst>
          </p:cNvPr>
          <p:cNvSpPr>
            <a:spLocks noGrp="1"/>
          </p:cNvSpPr>
          <p:nvPr>
            <p:ph type="body" sz="quarter" idx="51" hasCustomPrompt="1"/>
          </p:nvPr>
        </p:nvSpPr>
        <p:spPr>
          <a:xfrm>
            <a:off x="442913" y="3957960"/>
            <a:ext cx="5119686"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sp>
        <p:nvSpPr>
          <p:cNvPr id="11" name="Marcador de texto 4">
            <a:extLst>
              <a:ext uri="{FF2B5EF4-FFF2-40B4-BE49-F238E27FC236}">
                <a16:creationId xmlns:a16="http://schemas.microsoft.com/office/drawing/2014/main" id="{4AFD40A6-4B5B-6C34-E002-7E37101A1714}"/>
              </a:ext>
            </a:extLst>
          </p:cNvPr>
          <p:cNvSpPr>
            <a:spLocks noGrp="1"/>
          </p:cNvSpPr>
          <p:nvPr>
            <p:ph type="body" sz="quarter" idx="52" hasCustomPrompt="1"/>
          </p:nvPr>
        </p:nvSpPr>
        <p:spPr>
          <a:xfrm>
            <a:off x="6303964" y="4256393"/>
            <a:ext cx="5119686" cy="2172316"/>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12" name="Marcador de texto 4">
            <a:extLst>
              <a:ext uri="{FF2B5EF4-FFF2-40B4-BE49-F238E27FC236}">
                <a16:creationId xmlns:a16="http://schemas.microsoft.com/office/drawing/2014/main" id="{0113C1F9-B4BE-495C-4BCD-27AB4B6F47A2}"/>
              </a:ext>
            </a:extLst>
          </p:cNvPr>
          <p:cNvSpPr>
            <a:spLocks noGrp="1"/>
          </p:cNvSpPr>
          <p:nvPr>
            <p:ph type="body" sz="quarter" idx="53" hasCustomPrompt="1"/>
          </p:nvPr>
        </p:nvSpPr>
        <p:spPr>
          <a:xfrm>
            <a:off x="6303963" y="3957960"/>
            <a:ext cx="5119686"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cxnSp>
        <p:nvCxnSpPr>
          <p:cNvPr id="10" name="Conector recto 9">
            <a:extLst>
              <a:ext uri="{FF2B5EF4-FFF2-40B4-BE49-F238E27FC236}">
                <a16:creationId xmlns:a16="http://schemas.microsoft.com/office/drawing/2014/main" id="{7E3FC5CD-47F9-D3A7-E805-9E33FFBC3C42}"/>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Título 16">
            <a:extLst>
              <a:ext uri="{FF2B5EF4-FFF2-40B4-BE49-F238E27FC236}">
                <a16:creationId xmlns:a16="http://schemas.microsoft.com/office/drawing/2014/main" id="{B89E1D84-8339-038E-ECF1-7BF2E321BF3D}"/>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14" name="Marcador de texto 23">
            <a:extLst>
              <a:ext uri="{FF2B5EF4-FFF2-40B4-BE49-F238E27FC236}">
                <a16:creationId xmlns:a16="http://schemas.microsoft.com/office/drawing/2014/main" id="{2196BD1E-DC14-E977-2D11-4C949B7D163A}"/>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16" name="Marcador de posición de imagen 4">
            <a:extLst>
              <a:ext uri="{FF2B5EF4-FFF2-40B4-BE49-F238E27FC236}">
                <a16:creationId xmlns:a16="http://schemas.microsoft.com/office/drawing/2014/main" id="{634C1001-BEA9-89FE-0B45-D3832B396F7A}"/>
              </a:ext>
            </a:extLst>
          </p:cNvPr>
          <p:cNvSpPr>
            <a:spLocks noGrp="1"/>
          </p:cNvSpPr>
          <p:nvPr>
            <p:ph type="pic" sz="quarter" idx="42"/>
          </p:nvPr>
        </p:nvSpPr>
        <p:spPr>
          <a:xfrm>
            <a:off x="442914" y="2132118"/>
            <a:ext cx="5119686" cy="1650844"/>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17" name="Marcador de posición de imagen 4">
            <a:extLst>
              <a:ext uri="{FF2B5EF4-FFF2-40B4-BE49-F238E27FC236}">
                <a16:creationId xmlns:a16="http://schemas.microsoft.com/office/drawing/2014/main" id="{CED6FD4E-11E0-3353-C85E-12358277BE90}"/>
              </a:ext>
            </a:extLst>
          </p:cNvPr>
          <p:cNvSpPr>
            <a:spLocks noGrp="1"/>
          </p:cNvSpPr>
          <p:nvPr>
            <p:ph type="pic" sz="quarter" idx="54"/>
          </p:nvPr>
        </p:nvSpPr>
        <p:spPr>
          <a:xfrm>
            <a:off x="6305398" y="2132118"/>
            <a:ext cx="5119686" cy="1650844"/>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2" name="object 9">
            <a:extLst>
              <a:ext uri="{FF2B5EF4-FFF2-40B4-BE49-F238E27FC236}">
                <a16:creationId xmlns:a16="http://schemas.microsoft.com/office/drawing/2014/main" id="{07B592F0-4B66-5CE2-7AE2-4E5901578556}"/>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403006518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Diapositiva 2 párrafos de texto con graficos">
    <p:spTree>
      <p:nvGrpSpPr>
        <p:cNvPr id="1" name=""/>
        <p:cNvGrpSpPr/>
        <p:nvPr/>
      </p:nvGrpSpPr>
      <p:grpSpPr>
        <a:xfrm>
          <a:off x="0" y="0"/>
          <a:ext cx="0" cy="0"/>
          <a:chOff x="0" y="0"/>
          <a:chExt cx="0" cy="0"/>
        </a:xfrm>
      </p:grpSpPr>
      <p:cxnSp>
        <p:nvCxnSpPr>
          <p:cNvPr id="10" name="Conector recto 9">
            <a:extLst>
              <a:ext uri="{FF2B5EF4-FFF2-40B4-BE49-F238E27FC236}">
                <a16:creationId xmlns:a16="http://schemas.microsoft.com/office/drawing/2014/main" id="{7E3FC5CD-47F9-D3A7-E805-9E33FFBC3C42}"/>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Título 16">
            <a:extLst>
              <a:ext uri="{FF2B5EF4-FFF2-40B4-BE49-F238E27FC236}">
                <a16:creationId xmlns:a16="http://schemas.microsoft.com/office/drawing/2014/main" id="{B89E1D84-8339-038E-ECF1-7BF2E321BF3D}"/>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14" name="Marcador de texto 23">
            <a:extLst>
              <a:ext uri="{FF2B5EF4-FFF2-40B4-BE49-F238E27FC236}">
                <a16:creationId xmlns:a16="http://schemas.microsoft.com/office/drawing/2014/main" id="{2196BD1E-DC14-E977-2D11-4C949B7D163A}"/>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3" name="Marcador de gráfico 2">
            <a:extLst>
              <a:ext uri="{FF2B5EF4-FFF2-40B4-BE49-F238E27FC236}">
                <a16:creationId xmlns:a16="http://schemas.microsoft.com/office/drawing/2014/main" id="{E738606C-2CE1-E274-9D1E-0300D75760F0}"/>
              </a:ext>
            </a:extLst>
          </p:cNvPr>
          <p:cNvSpPr>
            <a:spLocks noGrp="1"/>
          </p:cNvSpPr>
          <p:nvPr>
            <p:ph type="chart" sz="quarter" idx="54"/>
          </p:nvPr>
        </p:nvSpPr>
        <p:spPr>
          <a:xfrm>
            <a:off x="434975" y="4232845"/>
            <a:ext cx="5127625" cy="1644650"/>
          </a:xfrm>
          <a:prstGeom prst="rect">
            <a:avLst/>
          </a:prstGeom>
        </p:spPr>
        <p:txBody>
          <a:bodyPr/>
          <a:lstStyle>
            <a:lvl1pPr marL="0" indent="0">
              <a:buNone/>
              <a:defRPr sz="1400"/>
            </a:lvl1pPr>
          </a:lstStyle>
          <a:p>
            <a:endParaRPr lang="es-ES"/>
          </a:p>
        </p:txBody>
      </p:sp>
      <p:sp>
        <p:nvSpPr>
          <p:cNvPr id="4" name="Marcador de gráfico 2">
            <a:extLst>
              <a:ext uri="{FF2B5EF4-FFF2-40B4-BE49-F238E27FC236}">
                <a16:creationId xmlns:a16="http://schemas.microsoft.com/office/drawing/2014/main" id="{F836F98C-43DF-B348-AF4B-8DA4BADD9CFE}"/>
              </a:ext>
            </a:extLst>
          </p:cNvPr>
          <p:cNvSpPr>
            <a:spLocks noGrp="1"/>
          </p:cNvSpPr>
          <p:nvPr>
            <p:ph type="chart" sz="quarter" idx="55"/>
          </p:nvPr>
        </p:nvSpPr>
        <p:spPr>
          <a:xfrm>
            <a:off x="6289675" y="4232845"/>
            <a:ext cx="5127625" cy="1644650"/>
          </a:xfrm>
          <a:prstGeom prst="rect">
            <a:avLst/>
          </a:prstGeom>
        </p:spPr>
        <p:txBody>
          <a:bodyPr/>
          <a:lstStyle>
            <a:lvl1pPr marL="0" indent="0">
              <a:buNone/>
              <a:defRPr sz="1400"/>
            </a:lvl1pPr>
          </a:lstStyle>
          <a:p>
            <a:endParaRPr lang="es-ES"/>
          </a:p>
        </p:txBody>
      </p:sp>
      <p:sp>
        <p:nvSpPr>
          <p:cNvPr id="5" name="Marcador de texto 4">
            <a:extLst>
              <a:ext uri="{FF2B5EF4-FFF2-40B4-BE49-F238E27FC236}">
                <a16:creationId xmlns:a16="http://schemas.microsoft.com/office/drawing/2014/main" id="{7457F9A0-CB7A-7A99-E1BE-18A149B6DD8E}"/>
              </a:ext>
            </a:extLst>
          </p:cNvPr>
          <p:cNvSpPr>
            <a:spLocks noGrp="1"/>
          </p:cNvSpPr>
          <p:nvPr>
            <p:ph type="body" sz="quarter" idx="50" hasCustomPrompt="1"/>
          </p:nvPr>
        </p:nvSpPr>
        <p:spPr>
          <a:xfrm>
            <a:off x="442914" y="2427600"/>
            <a:ext cx="5119686" cy="1482412"/>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6" name="Marcador de texto 4">
            <a:extLst>
              <a:ext uri="{FF2B5EF4-FFF2-40B4-BE49-F238E27FC236}">
                <a16:creationId xmlns:a16="http://schemas.microsoft.com/office/drawing/2014/main" id="{80B7A482-8BB0-F445-FAED-5803A014B675}"/>
              </a:ext>
            </a:extLst>
          </p:cNvPr>
          <p:cNvSpPr>
            <a:spLocks noGrp="1"/>
          </p:cNvSpPr>
          <p:nvPr>
            <p:ph type="body" sz="quarter" idx="51" hasCustomPrompt="1"/>
          </p:nvPr>
        </p:nvSpPr>
        <p:spPr>
          <a:xfrm>
            <a:off x="442913" y="2129167"/>
            <a:ext cx="5119686"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sp>
        <p:nvSpPr>
          <p:cNvPr id="9" name="Marcador de texto 4">
            <a:extLst>
              <a:ext uri="{FF2B5EF4-FFF2-40B4-BE49-F238E27FC236}">
                <a16:creationId xmlns:a16="http://schemas.microsoft.com/office/drawing/2014/main" id="{4AFD40A6-4B5B-6C34-E002-7E37101A1714}"/>
              </a:ext>
            </a:extLst>
          </p:cNvPr>
          <p:cNvSpPr>
            <a:spLocks noGrp="1"/>
          </p:cNvSpPr>
          <p:nvPr>
            <p:ph type="body" sz="quarter" idx="52" hasCustomPrompt="1"/>
          </p:nvPr>
        </p:nvSpPr>
        <p:spPr>
          <a:xfrm>
            <a:off x="6303964" y="2427600"/>
            <a:ext cx="5119686" cy="1482412"/>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18" name="Marcador de texto 4">
            <a:extLst>
              <a:ext uri="{FF2B5EF4-FFF2-40B4-BE49-F238E27FC236}">
                <a16:creationId xmlns:a16="http://schemas.microsoft.com/office/drawing/2014/main" id="{0113C1F9-B4BE-495C-4BCD-27AB4B6F47A2}"/>
              </a:ext>
            </a:extLst>
          </p:cNvPr>
          <p:cNvSpPr>
            <a:spLocks noGrp="1"/>
          </p:cNvSpPr>
          <p:nvPr>
            <p:ph type="body" sz="quarter" idx="53" hasCustomPrompt="1"/>
          </p:nvPr>
        </p:nvSpPr>
        <p:spPr>
          <a:xfrm>
            <a:off x="6303963" y="2129167"/>
            <a:ext cx="5119686"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sp>
        <p:nvSpPr>
          <p:cNvPr id="2" name="object 9">
            <a:extLst>
              <a:ext uri="{FF2B5EF4-FFF2-40B4-BE49-F238E27FC236}">
                <a16:creationId xmlns:a16="http://schemas.microsoft.com/office/drawing/2014/main" id="{B1C9E0F5-71AC-C3E1-9BDC-6CC827F80170}"/>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1899376001"/>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apositiva 2 párrafos de texto con imagen superior e inferior">
    <p:spTree>
      <p:nvGrpSpPr>
        <p:cNvPr id="1" name=""/>
        <p:cNvGrpSpPr/>
        <p:nvPr/>
      </p:nvGrpSpPr>
      <p:grpSpPr>
        <a:xfrm>
          <a:off x="0" y="0"/>
          <a:ext cx="0" cy="0"/>
          <a:chOff x="0" y="0"/>
          <a:chExt cx="0" cy="0"/>
        </a:xfrm>
      </p:grpSpPr>
      <p:sp>
        <p:nvSpPr>
          <p:cNvPr id="11" name="Marcador de texto 4">
            <a:extLst>
              <a:ext uri="{FF2B5EF4-FFF2-40B4-BE49-F238E27FC236}">
                <a16:creationId xmlns:a16="http://schemas.microsoft.com/office/drawing/2014/main" id="{4AFD40A6-4B5B-6C34-E002-7E37101A1714}"/>
              </a:ext>
            </a:extLst>
          </p:cNvPr>
          <p:cNvSpPr>
            <a:spLocks noGrp="1"/>
          </p:cNvSpPr>
          <p:nvPr>
            <p:ph type="body" sz="quarter" idx="52" hasCustomPrompt="1"/>
          </p:nvPr>
        </p:nvSpPr>
        <p:spPr>
          <a:xfrm>
            <a:off x="456223" y="2427136"/>
            <a:ext cx="5119686" cy="1482412"/>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12" name="Marcador de texto 4">
            <a:extLst>
              <a:ext uri="{FF2B5EF4-FFF2-40B4-BE49-F238E27FC236}">
                <a16:creationId xmlns:a16="http://schemas.microsoft.com/office/drawing/2014/main" id="{0113C1F9-B4BE-495C-4BCD-27AB4B6F47A2}"/>
              </a:ext>
            </a:extLst>
          </p:cNvPr>
          <p:cNvSpPr>
            <a:spLocks noGrp="1"/>
          </p:cNvSpPr>
          <p:nvPr>
            <p:ph type="body" sz="quarter" idx="53" hasCustomPrompt="1"/>
          </p:nvPr>
        </p:nvSpPr>
        <p:spPr>
          <a:xfrm>
            <a:off x="456222" y="2128703"/>
            <a:ext cx="5119686"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cxnSp>
        <p:nvCxnSpPr>
          <p:cNvPr id="10" name="Conector recto 9">
            <a:extLst>
              <a:ext uri="{FF2B5EF4-FFF2-40B4-BE49-F238E27FC236}">
                <a16:creationId xmlns:a16="http://schemas.microsoft.com/office/drawing/2014/main" id="{7E3FC5CD-47F9-D3A7-E805-9E33FFBC3C42}"/>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Título 16">
            <a:extLst>
              <a:ext uri="{FF2B5EF4-FFF2-40B4-BE49-F238E27FC236}">
                <a16:creationId xmlns:a16="http://schemas.microsoft.com/office/drawing/2014/main" id="{B89E1D84-8339-038E-ECF1-7BF2E321BF3D}"/>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14" name="Marcador de texto 23">
            <a:extLst>
              <a:ext uri="{FF2B5EF4-FFF2-40B4-BE49-F238E27FC236}">
                <a16:creationId xmlns:a16="http://schemas.microsoft.com/office/drawing/2014/main" id="{2196BD1E-DC14-E977-2D11-4C949B7D163A}"/>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2" name="Marcador de posición de imagen 4">
            <a:extLst>
              <a:ext uri="{FF2B5EF4-FFF2-40B4-BE49-F238E27FC236}">
                <a16:creationId xmlns:a16="http://schemas.microsoft.com/office/drawing/2014/main" id="{CED6FD4E-11E0-3353-C85E-12358277BE90}"/>
              </a:ext>
            </a:extLst>
          </p:cNvPr>
          <p:cNvSpPr>
            <a:spLocks noGrp="1"/>
          </p:cNvSpPr>
          <p:nvPr>
            <p:ph type="pic" sz="quarter" idx="54"/>
          </p:nvPr>
        </p:nvSpPr>
        <p:spPr>
          <a:xfrm>
            <a:off x="456221" y="4241013"/>
            <a:ext cx="5119686" cy="1497828"/>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cxnSp>
        <p:nvCxnSpPr>
          <p:cNvPr id="19" name="Conector recto 18">
            <a:extLst>
              <a:ext uri="{FF2B5EF4-FFF2-40B4-BE49-F238E27FC236}">
                <a16:creationId xmlns:a16="http://schemas.microsoft.com/office/drawing/2014/main" id="{310E6557-275E-AFEE-40DD-7010A814FBAB}"/>
              </a:ext>
            </a:extLst>
          </p:cNvPr>
          <p:cNvCxnSpPr>
            <a:cxnSpLocks/>
          </p:cNvCxnSpPr>
          <p:nvPr userDrawn="1"/>
        </p:nvCxnSpPr>
        <p:spPr>
          <a:xfrm>
            <a:off x="457656" y="4070553"/>
            <a:ext cx="5119686"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20" name="Grupo 19">
            <a:extLst>
              <a:ext uri="{FF2B5EF4-FFF2-40B4-BE49-F238E27FC236}">
                <a16:creationId xmlns:a16="http://schemas.microsoft.com/office/drawing/2014/main" id="{48583958-BC17-6291-C298-90D9B092702C}"/>
              </a:ext>
            </a:extLst>
          </p:cNvPr>
          <p:cNvGrpSpPr/>
          <p:nvPr userDrawn="1"/>
        </p:nvGrpSpPr>
        <p:grpSpPr>
          <a:xfrm rot="5400000">
            <a:off x="2925602" y="3980298"/>
            <a:ext cx="183795" cy="183795"/>
            <a:chOff x="2103120" y="3131820"/>
            <a:chExt cx="182880" cy="182880"/>
          </a:xfrm>
          <a:solidFill>
            <a:schemeClr val="accent3"/>
          </a:solidFill>
        </p:grpSpPr>
        <p:sp>
          <p:nvSpPr>
            <p:cNvPr id="21" name="Elipse 20">
              <a:extLst>
                <a:ext uri="{FF2B5EF4-FFF2-40B4-BE49-F238E27FC236}">
                  <a16:creationId xmlns:a16="http://schemas.microsoft.com/office/drawing/2014/main" id="{8D3DCC7C-BFD4-4422-F9E4-08D8C1CD8251}"/>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object 21">
              <a:extLst>
                <a:ext uri="{FF2B5EF4-FFF2-40B4-BE49-F238E27FC236}">
                  <a16:creationId xmlns:a16="http://schemas.microsoft.com/office/drawing/2014/main" id="{4E383C8D-7890-6726-7728-F046F18C1C99}"/>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23" name="Marcador de texto 4">
            <a:extLst>
              <a:ext uri="{FF2B5EF4-FFF2-40B4-BE49-F238E27FC236}">
                <a16:creationId xmlns:a16="http://schemas.microsoft.com/office/drawing/2014/main" id="{7457F9A0-CB7A-7A99-E1BE-18A149B6DD8E}"/>
              </a:ext>
            </a:extLst>
          </p:cNvPr>
          <p:cNvSpPr>
            <a:spLocks noGrp="1"/>
          </p:cNvSpPr>
          <p:nvPr>
            <p:ph type="body" sz="quarter" idx="50" hasCustomPrompt="1"/>
          </p:nvPr>
        </p:nvSpPr>
        <p:spPr>
          <a:xfrm>
            <a:off x="6305400" y="4256393"/>
            <a:ext cx="5119686" cy="1482412"/>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24" name="Marcador de texto 4">
            <a:extLst>
              <a:ext uri="{FF2B5EF4-FFF2-40B4-BE49-F238E27FC236}">
                <a16:creationId xmlns:a16="http://schemas.microsoft.com/office/drawing/2014/main" id="{80B7A482-8BB0-F445-FAED-5803A014B675}"/>
              </a:ext>
            </a:extLst>
          </p:cNvPr>
          <p:cNvSpPr>
            <a:spLocks noGrp="1"/>
          </p:cNvSpPr>
          <p:nvPr>
            <p:ph type="body" sz="quarter" idx="51" hasCustomPrompt="1"/>
          </p:nvPr>
        </p:nvSpPr>
        <p:spPr>
          <a:xfrm>
            <a:off x="6305399" y="3957960"/>
            <a:ext cx="5119686"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sp>
        <p:nvSpPr>
          <p:cNvPr id="25" name="Marcador de posición de imagen 4">
            <a:extLst>
              <a:ext uri="{FF2B5EF4-FFF2-40B4-BE49-F238E27FC236}">
                <a16:creationId xmlns:a16="http://schemas.microsoft.com/office/drawing/2014/main" id="{634C1001-BEA9-89FE-0B45-D3832B396F7A}"/>
              </a:ext>
            </a:extLst>
          </p:cNvPr>
          <p:cNvSpPr>
            <a:spLocks noGrp="1"/>
          </p:cNvSpPr>
          <p:nvPr>
            <p:ph type="pic" sz="quarter" idx="42"/>
          </p:nvPr>
        </p:nvSpPr>
        <p:spPr>
          <a:xfrm>
            <a:off x="6305400" y="2132118"/>
            <a:ext cx="5119686" cy="1497828"/>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cxnSp>
        <p:nvCxnSpPr>
          <p:cNvPr id="26" name="Conector recto 25">
            <a:extLst>
              <a:ext uri="{FF2B5EF4-FFF2-40B4-BE49-F238E27FC236}">
                <a16:creationId xmlns:a16="http://schemas.microsoft.com/office/drawing/2014/main" id="{8C69C394-A7BE-D8F5-2C18-DC71E12DE2D9}"/>
              </a:ext>
            </a:extLst>
          </p:cNvPr>
          <p:cNvCxnSpPr>
            <a:cxnSpLocks/>
          </p:cNvCxnSpPr>
          <p:nvPr userDrawn="1"/>
        </p:nvCxnSpPr>
        <p:spPr>
          <a:xfrm>
            <a:off x="6305399" y="3782961"/>
            <a:ext cx="5119686"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27" name="Grupo 26">
            <a:extLst>
              <a:ext uri="{FF2B5EF4-FFF2-40B4-BE49-F238E27FC236}">
                <a16:creationId xmlns:a16="http://schemas.microsoft.com/office/drawing/2014/main" id="{AAEB6E8C-CAC0-C89F-E9C5-8C7816597643}"/>
              </a:ext>
            </a:extLst>
          </p:cNvPr>
          <p:cNvGrpSpPr/>
          <p:nvPr userDrawn="1"/>
        </p:nvGrpSpPr>
        <p:grpSpPr>
          <a:xfrm rot="16200000">
            <a:off x="8773345" y="3692706"/>
            <a:ext cx="183795" cy="183795"/>
            <a:chOff x="2103120" y="3131820"/>
            <a:chExt cx="182880" cy="182880"/>
          </a:xfrm>
          <a:solidFill>
            <a:schemeClr val="accent3"/>
          </a:solidFill>
        </p:grpSpPr>
        <p:sp>
          <p:nvSpPr>
            <p:cNvPr id="28" name="Elipse 27">
              <a:extLst>
                <a:ext uri="{FF2B5EF4-FFF2-40B4-BE49-F238E27FC236}">
                  <a16:creationId xmlns:a16="http://schemas.microsoft.com/office/drawing/2014/main" id="{0E264123-15B7-C798-8196-A2B110A9BD3D}"/>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9" name="object 21">
              <a:extLst>
                <a:ext uri="{FF2B5EF4-FFF2-40B4-BE49-F238E27FC236}">
                  <a16:creationId xmlns:a16="http://schemas.microsoft.com/office/drawing/2014/main" id="{DF06CBFA-841A-F839-EC31-26B2322AD06F}"/>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3" name="object 9">
            <a:extLst>
              <a:ext uri="{FF2B5EF4-FFF2-40B4-BE49-F238E27FC236}">
                <a16:creationId xmlns:a16="http://schemas.microsoft.com/office/drawing/2014/main" id="{1E8B384D-EFE8-B254-B57E-CDBD7E22700B}"/>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904085922"/>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apositiva 3 párrafos de texto">
    <p:spTree>
      <p:nvGrpSpPr>
        <p:cNvPr id="1" name=""/>
        <p:cNvGrpSpPr/>
        <p:nvPr/>
      </p:nvGrpSpPr>
      <p:grpSpPr>
        <a:xfrm>
          <a:off x="0" y="0"/>
          <a:ext cx="0" cy="0"/>
          <a:chOff x="0" y="0"/>
          <a:chExt cx="0" cy="0"/>
        </a:xfrm>
      </p:grpSpPr>
      <p:sp>
        <p:nvSpPr>
          <p:cNvPr id="7" name="Marcador de texto 4">
            <a:extLst>
              <a:ext uri="{FF2B5EF4-FFF2-40B4-BE49-F238E27FC236}">
                <a16:creationId xmlns:a16="http://schemas.microsoft.com/office/drawing/2014/main" id="{7457F9A0-CB7A-7A99-E1BE-18A149B6DD8E}"/>
              </a:ext>
            </a:extLst>
          </p:cNvPr>
          <p:cNvSpPr>
            <a:spLocks noGrp="1"/>
          </p:cNvSpPr>
          <p:nvPr>
            <p:ph type="body" sz="quarter" idx="50" hasCustomPrompt="1"/>
          </p:nvPr>
        </p:nvSpPr>
        <p:spPr>
          <a:xfrm>
            <a:off x="442914" y="2451748"/>
            <a:ext cx="3244183" cy="3964927"/>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8" name="Marcador de texto 4">
            <a:extLst>
              <a:ext uri="{FF2B5EF4-FFF2-40B4-BE49-F238E27FC236}">
                <a16:creationId xmlns:a16="http://schemas.microsoft.com/office/drawing/2014/main" id="{80B7A482-8BB0-F445-FAED-5803A014B675}"/>
              </a:ext>
            </a:extLst>
          </p:cNvPr>
          <p:cNvSpPr>
            <a:spLocks noGrp="1"/>
          </p:cNvSpPr>
          <p:nvPr>
            <p:ph type="body" sz="quarter" idx="51" hasCustomPrompt="1"/>
          </p:nvPr>
        </p:nvSpPr>
        <p:spPr>
          <a:xfrm>
            <a:off x="442913" y="2141860"/>
            <a:ext cx="3244183"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cxnSp>
        <p:nvCxnSpPr>
          <p:cNvPr id="13" name="Conector recto 12">
            <a:extLst>
              <a:ext uri="{FF2B5EF4-FFF2-40B4-BE49-F238E27FC236}">
                <a16:creationId xmlns:a16="http://schemas.microsoft.com/office/drawing/2014/main" id="{476366D5-6CDB-8394-23C2-F23413B8EBC4}"/>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ítulo 16">
            <a:extLst>
              <a:ext uri="{FF2B5EF4-FFF2-40B4-BE49-F238E27FC236}">
                <a16:creationId xmlns:a16="http://schemas.microsoft.com/office/drawing/2014/main" id="{83F5047D-DE78-8D00-773B-48106E5ABEE5}"/>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15" name="Marcador de texto 23">
            <a:extLst>
              <a:ext uri="{FF2B5EF4-FFF2-40B4-BE49-F238E27FC236}">
                <a16:creationId xmlns:a16="http://schemas.microsoft.com/office/drawing/2014/main" id="{956371B3-33B3-547F-6D6E-831F5ADDE81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2" name="Marcador de texto 4">
            <a:extLst>
              <a:ext uri="{FF2B5EF4-FFF2-40B4-BE49-F238E27FC236}">
                <a16:creationId xmlns:a16="http://schemas.microsoft.com/office/drawing/2014/main" id="{B74EB114-074D-5CC5-0A00-2B8F9BF2B214}"/>
              </a:ext>
            </a:extLst>
          </p:cNvPr>
          <p:cNvSpPr>
            <a:spLocks noGrp="1"/>
          </p:cNvSpPr>
          <p:nvPr>
            <p:ph type="body" sz="quarter" idx="52" hasCustomPrompt="1"/>
          </p:nvPr>
        </p:nvSpPr>
        <p:spPr>
          <a:xfrm>
            <a:off x="4310679" y="2451748"/>
            <a:ext cx="3244183" cy="3964927"/>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3" name="Marcador de texto 4">
            <a:extLst>
              <a:ext uri="{FF2B5EF4-FFF2-40B4-BE49-F238E27FC236}">
                <a16:creationId xmlns:a16="http://schemas.microsoft.com/office/drawing/2014/main" id="{4FBFB1E4-5815-4C8D-5150-22B72F2C9C28}"/>
              </a:ext>
            </a:extLst>
          </p:cNvPr>
          <p:cNvSpPr>
            <a:spLocks noGrp="1"/>
          </p:cNvSpPr>
          <p:nvPr>
            <p:ph type="body" sz="quarter" idx="53" hasCustomPrompt="1"/>
          </p:nvPr>
        </p:nvSpPr>
        <p:spPr>
          <a:xfrm>
            <a:off x="4310678" y="2141860"/>
            <a:ext cx="3244183"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sp>
        <p:nvSpPr>
          <p:cNvPr id="4" name="Marcador de texto 4">
            <a:extLst>
              <a:ext uri="{FF2B5EF4-FFF2-40B4-BE49-F238E27FC236}">
                <a16:creationId xmlns:a16="http://schemas.microsoft.com/office/drawing/2014/main" id="{C615139D-31E1-B8FE-684A-4C4F3617BB73}"/>
              </a:ext>
            </a:extLst>
          </p:cNvPr>
          <p:cNvSpPr>
            <a:spLocks noGrp="1"/>
          </p:cNvSpPr>
          <p:nvPr>
            <p:ph type="body" sz="quarter" idx="54" hasCustomPrompt="1"/>
          </p:nvPr>
        </p:nvSpPr>
        <p:spPr>
          <a:xfrm>
            <a:off x="8178443" y="2451748"/>
            <a:ext cx="3244183" cy="3964927"/>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5" name="Marcador de texto 4">
            <a:extLst>
              <a:ext uri="{FF2B5EF4-FFF2-40B4-BE49-F238E27FC236}">
                <a16:creationId xmlns:a16="http://schemas.microsoft.com/office/drawing/2014/main" id="{B50B2677-5E13-2B6C-9AE1-DFB657EEF1D9}"/>
              </a:ext>
            </a:extLst>
          </p:cNvPr>
          <p:cNvSpPr>
            <a:spLocks noGrp="1"/>
          </p:cNvSpPr>
          <p:nvPr>
            <p:ph type="body" sz="quarter" idx="55" hasCustomPrompt="1"/>
          </p:nvPr>
        </p:nvSpPr>
        <p:spPr>
          <a:xfrm>
            <a:off x="8178442" y="2141860"/>
            <a:ext cx="3244183"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sp>
        <p:nvSpPr>
          <p:cNvPr id="6" name="object 9">
            <a:extLst>
              <a:ext uri="{FF2B5EF4-FFF2-40B4-BE49-F238E27FC236}">
                <a16:creationId xmlns:a16="http://schemas.microsoft.com/office/drawing/2014/main" id="{8407850B-0CD6-58B7-A3DF-2A98C0F3A1AD}"/>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2498375662"/>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apositiva 3 párrafos de texto con imagen">
    <p:spTree>
      <p:nvGrpSpPr>
        <p:cNvPr id="1" name=""/>
        <p:cNvGrpSpPr/>
        <p:nvPr/>
      </p:nvGrpSpPr>
      <p:grpSpPr>
        <a:xfrm>
          <a:off x="0" y="0"/>
          <a:ext cx="0" cy="0"/>
          <a:chOff x="0" y="0"/>
          <a:chExt cx="0" cy="0"/>
        </a:xfrm>
      </p:grpSpPr>
      <p:cxnSp>
        <p:nvCxnSpPr>
          <p:cNvPr id="13" name="Conector recto 12">
            <a:extLst>
              <a:ext uri="{FF2B5EF4-FFF2-40B4-BE49-F238E27FC236}">
                <a16:creationId xmlns:a16="http://schemas.microsoft.com/office/drawing/2014/main" id="{476366D5-6CDB-8394-23C2-F23413B8EBC4}"/>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ítulo 16">
            <a:extLst>
              <a:ext uri="{FF2B5EF4-FFF2-40B4-BE49-F238E27FC236}">
                <a16:creationId xmlns:a16="http://schemas.microsoft.com/office/drawing/2014/main" id="{83F5047D-DE78-8D00-773B-48106E5ABEE5}"/>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15" name="Marcador de texto 23">
            <a:extLst>
              <a:ext uri="{FF2B5EF4-FFF2-40B4-BE49-F238E27FC236}">
                <a16:creationId xmlns:a16="http://schemas.microsoft.com/office/drawing/2014/main" id="{956371B3-33B3-547F-6D6E-831F5ADDE81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6" name="Marcador de texto 4">
            <a:extLst>
              <a:ext uri="{FF2B5EF4-FFF2-40B4-BE49-F238E27FC236}">
                <a16:creationId xmlns:a16="http://schemas.microsoft.com/office/drawing/2014/main" id="{5607B768-CEA6-BA6B-EE81-63F07C9EA3FB}"/>
              </a:ext>
            </a:extLst>
          </p:cNvPr>
          <p:cNvSpPr>
            <a:spLocks noGrp="1"/>
          </p:cNvSpPr>
          <p:nvPr>
            <p:ph type="body" sz="quarter" idx="55" hasCustomPrompt="1"/>
          </p:nvPr>
        </p:nvSpPr>
        <p:spPr>
          <a:xfrm>
            <a:off x="442914" y="4258424"/>
            <a:ext cx="3244183" cy="1500701"/>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9" name="Marcador de texto 4">
            <a:extLst>
              <a:ext uri="{FF2B5EF4-FFF2-40B4-BE49-F238E27FC236}">
                <a16:creationId xmlns:a16="http://schemas.microsoft.com/office/drawing/2014/main" id="{AFFF5A3B-3001-8540-21C8-F10281FC5EDE}"/>
              </a:ext>
            </a:extLst>
          </p:cNvPr>
          <p:cNvSpPr>
            <a:spLocks noGrp="1"/>
          </p:cNvSpPr>
          <p:nvPr>
            <p:ph type="body" sz="quarter" idx="56" hasCustomPrompt="1"/>
          </p:nvPr>
        </p:nvSpPr>
        <p:spPr>
          <a:xfrm>
            <a:off x="442913" y="3948536"/>
            <a:ext cx="3244183"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sp>
        <p:nvSpPr>
          <p:cNvPr id="10" name="Marcador de texto 4">
            <a:extLst>
              <a:ext uri="{FF2B5EF4-FFF2-40B4-BE49-F238E27FC236}">
                <a16:creationId xmlns:a16="http://schemas.microsoft.com/office/drawing/2014/main" id="{DDCFA597-DF40-2F91-B2F2-7E5AE006C751}"/>
              </a:ext>
            </a:extLst>
          </p:cNvPr>
          <p:cNvSpPr>
            <a:spLocks noGrp="1"/>
          </p:cNvSpPr>
          <p:nvPr>
            <p:ph type="body" sz="quarter" idx="57" hasCustomPrompt="1"/>
          </p:nvPr>
        </p:nvSpPr>
        <p:spPr>
          <a:xfrm>
            <a:off x="4310679" y="4258424"/>
            <a:ext cx="3244183" cy="1500701"/>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11" name="Marcador de texto 4">
            <a:extLst>
              <a:ext uri="{FF2B5EF4-FFF2-40B4-BE49-F238E27FC236}">
                <a16:creationId xmlns:a16="http://schemas.microsoft.com/office/drawing/2014/main" id="{449FDE88-0107-32A9-DDAE-8F43880E1DDF}"/>
              </a:ext>
            </a:extLst>
          </p:cNvPr>
          <p:cNvSpPr>
            <a:spLocks noGrp="1"/>
          </p:cNvSpPr>
          <p:nvPr>
            <p:ph type="body" sz="quarter" idx="58" hasCustomPrompt="1"/>
          </p:nvPr>
        </p:nvSpPr>
        <p:spPr>
          <a:xfrm>
            <a:off x="4310678" y="3948536"/>
            <a:ext cx="3244183"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sp>
        <p:nvSpPr>
          <p:cNvPr id="12" name="Marcador de texto 4">
            <a:extLst>
              <a:ext uri="{FF2B5EF4-FFF2-40B4-BE49-F238E27FC236}">
                <a16:creationId xmlns:a16="http://schemas.microsoft.com/office/drawing/2014/main" id="{06FD8B27-DA92-BDDB-C2C7-9929057CB345}"/>
              </a:ext>
            </a:extLst>
          </p:cNvPr>
          <p:cNvSpPr>
            <a:spLocks noGrp="1"/>
          </p:cNvSpPr>
          <p:nvPr>
            <p:ph type="body" sz="quarter" idx="59" hasCustomPrompt="1"/>
          </p:nvPr>
        </p:nvSpPr>
        <p:spPr>
          <a:xfrm>
            <a:off x="8178443" y="4258424"/>
            <a:ext cx="3244183" cy="1500701"/>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17" name="Marcador de texto 4">
            <a:extLst>
              <a:ext uri="{FF2B5EF4-FFF2-40B4-BE49-F238E27FC236}">
                <a16:creationId xmlns:a16="http://schemas.microsoft.com/office/drawing/2014/main" id="{0BE056E9-7176-9BA9-19A0-1F58B2069DC7}"/>
              </a:ext>
            </a:extLst>
          </p:cNvPr>
          <p:cNvSpPr>
            <a:spLocks noGrp="1"/>
          </p:cNvSpPr>
          <p:nvPr>
            <p:ph type="body" sz="quarter" idx="60" hasCustomPrompt="1"/>
          </p:nvPr>
        </p:nvSpPr>
        <p:spPr>
          <a:xfrm>
            <a:off x="8178442" y="3948536"/>
            <a:ext cx="3244183"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sp>
        <p:nvSpPr>
          <p:cNvPr id="18" name="Marcador de posición de imagen 4">
            <a:extLst>
              <a:ext uri="{FF2B5EF4-FFF2-40B4-BE49-F238E27FC236}">
                <a16:creationId xmlns:a16="http://schemas.microsoft.com/office/drawing/2014/main" id="{827BC936-6F9D-A69A-B20A-5CC20B80DB97}"/>
              </a:ext>
            </a:extLst>
          </p:cNvPr>
          <p:cNvSpPr>
            <a:spLocks noGrp="1"/>
          </p:cNvSpPr>
          <p:nvPr>
            <p:ph type="pic" sz="quarter" idx="42"/>
          </p:nvPr>
        </p:nvSpPr>
        <p:spPr>
          <a:xfrm>
            <a:off x="442914" y="2132118"/>
            <a:ext cx="3244182" cy="1650844"/>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19" name="Marcador de posición de imagen 4">
            <a:extLst>
              <a:ext uri="{FF2B5EF4-FFF2-40B4-BE49-F238E27FC236}">
                <a16:creationId xmlns:a16="http://schemas.microsoft.com/office/drawing/2014/main" id="{1F69E759-AE0E-4A65-4206-A4111BE5588B}"/>
              </a:ext>
            </a:extLst>
          </p:cNvPr>
          <p:cNvSpPr>
            <a:spLocks noGrp="1"/>
          </p:cNvSpPr>
          <p:nvPr>
            <p:ph type="pic" sz="quarter" idx="61"/>
          </p:nvPr>
        </p:nvSpPr>
        <p:spPr>
          <a:xfrm>
            <a:off x="4306992" y="2132118"/>
            <a:ext cx="3244182" cy="1650844"/>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20" name="Marcador de posición de imagen 4">
            <a:extLst>
              <a:ext uri="{FF2B5EF4-FFF2-40B4-BE49-F238E27FC236}">
                <a16:creationId xmlns:a16="http://schemas.microsoft.com/office/drawing/2014/main" id="{97ED321E-2434-112B-1DF2-8983C0FD6B35}"/>
              </a:ext>
            </a:extLst>
          </p:cNvPr>
          <p:cNvSpPr>
            <a:spLocks noGrp="1"/>
          </p:cNvSpPr>
          <p:nvPr>
            <p:ph type="pic" sz="quarter" idx="62"/>
          </p:nvPr>
        </p:nvSpPr>
        <p:spPr>
          <a:xfrm>
            <a:off x="8178444" y="2132118"/>
            <a:ext cx="3244182" cy="1650844"/>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2" name="object 9">
            <a:extLst>
              <a:ext uri="{FF2B5EF4-FFF2-40B4-BE49-F238E27FC236}">
                <a16:creationId xmlns:a16="http://schemas.microsoft.com/office/drawing/2014/main" id="{29200278-49F6-31B4-8982-011B10B0C33C}"/>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3974773971"/>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apositiva 3 párrafos de texto con imagen 2">
    <p:spTree>
      <p:nvGrpSpPr>
        <p:cNvPr id="1" name=""/>
        <p:cNvGrpSpPr/>
        <p:nvPr/>
      </p:nvGrpSpPr>
      <p:grpSpPr>
        <a:xfrm>
          <a:off x="0" y="0"/>
          <a:ext cx="0" cy="0"/>
          <a:chOff x="0" y="0"/>
          <a:chExt cx="0" cy="0"/>
        </a:xfrm>
      </p:grpSpPr>
      <p:cxnSp>
        <p:nvCxnSpPr>
          <p:cNvPr id="13" name="Conector recto 12">
            <a:extLst>
              <a:ext uri="{FF2B5EF4-FFF2-40B4-BE49-F238E27FC236}">
                <a16:creationId xmlns:a16="http://schemas.microsoft.com/office/drawing/2014/main" id="{476366D5-6CDB-8394-23C2-F23413B8EBC4}"/>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ítulo 16">
            <a:extLst>
              <a:ext uri="{FF2B5EF4-FFF2-40B4-BE49-F238E27FC236}">
                <a16:creationId xmlns:a16="http://schemas.microsoft.com/office/drawing/2014/main" id="{83F5047D-DE78-8D00-773B-48106E5ABEE5}"/>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15" name="Marcador de texto 23">
            <a:extLst>
              <a:ext uri="{FF2B5EF4-FFF2-40B4-BE49-F238E27FC236}">
                <a16:creationId xmlns:a16="http://schemas.microsoft.com/office/drawing/2014/main" id="{956371B3-33B3-547F-6D6E-831F5ADDE81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6" name="Marcador de texto 4">
            <a:extLst>
              <a:ext uri="{FF2B5EF4-FFF2-40B4-BE49-F238E27FC236}">
                <a16:creationId xmlns:a16="http://schemas.microsoft.com/office/drawing/2014/main" id="{5607B768-CEA6-BA6B-EE81-63F07C9EA3FB}"/>
              </a:ext>
            </a:extLst>
          </p:cNvPr>
          <p:cNvSpPr>
            <a:spLocks noGrp="1"/>
          </p:cNvSpPr>
          <p:nvPr>
            <p:ph type="body" sz="quarter" idx="55" hasCustomPrompt="1"/>
          </p:nvPr>
        </p:nvSpPr>
        <p:spPr>
          <a:xfrm>
            <a:off x="442914" y="4404474"/>
            <a:ext cx="3244183" cy="1354651"/>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9" name="Marcador de texto 4">
            <a:extLst>
              <a:ext uri="{FF2B5EF4-FFF2-40B4-BE49-F238E27FC236}">
                <a16:creationId xmlns:a16="http://schemas.microsoft.com/office/drawing/2014/main" id="{AFFF5A3B-3001-8540-21C8-F10281FC5EDE}"/>
              </a:ext>
            </a:extLst>
          </p:cNvPr>
          <p:cNvSpPr>
            <a:spLocks noGrp="1"/>
          </p:cNvSpPr>
          <p:nvPr>
            <p:ph type="body" sz="quarter" idx="56" hasCustomPrompt="1"/>
          </p:nvPr>
        </p:nvSpPr>
        <p:spPr>
          <a:xfrm>
            <a:off x="442913" y="4094586"/>
            <a:ext cx="3244183"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sp>
        <p:nvSpPr>
          <p:cNvPr id="10" name="Marcador de texto 4">
            <a:extLst>
              <a:ext uri="{FF2B5EF4-FFF2-40B4-BE49-F238E27FC236}">
                <a16:creationId xmlns:a16="http://schemas.microsoft.com/office/drawing/2014/main" id="{DDCFA597-DF40-2F91-B2F2-7E5AE006C751}"/>
              </a:ext>
            </a:extLst>
          </p:cNvPr>
          <p:cNvSpPr>
            <a:spLocks noGrp="1"/>
          </p:cNvSpPr>
          <p:nvPr>
            <p:ph type="body" sz="quarter" idx="57" hasCustomPrompt="1"/>
          </p:nvPr>
        </p:nvSpPr>
        <p:spPr>
          <a:xfrm>
            <a:off x="4306991" y="2448518"/>
            <a:ext cx="3244183" cy="1354651"/>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11" name="Marcador de texto 4">
            <a:extLst>
              <a:ext uri="{FF2B5EF4-FFF2-40B4-BE49-F238E27FC236}">
                <a16:creationId xmlns:a16="http://schemas.microsoft.com/office/drawing/2014/main" id="{449FDE88-0107-32A9-DDAE-8F43880E1DDF}"/>
              </a:ext>
            </a:extLst>
          </p:cNvPr>
          <p:cNvSpPr>
            <a:spLocks noGrp="1"/>
          </p:cNvSpPr>
          <p:nvPr>
            <p:ph type="body" sz="quarter" idx="58" hasCustomPrompt="1"/>
          </p:nvPr>
        </p:nvSpPr>
        <p:spPr>
          <a:xfrm>
            <a:off x="4306990" y="2138630"/>
            <a:ext cx="3244183"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sp>
        <p:nvSpPr>
          <p:cNvPr id="12" name="Marcador de texto 4">
            <a:extLst>
              <a:ext uri="{FF2B5EF4-FFF2-40B4-BE49-F238E27FC236}">
                <a16:creationId xmlns:a16="http://schemas.microsoft.com/office/drawing/2014/main" id="{06FD8B27-DA92-BDDB-C2C7-9929057CB345}"/>
              </a:ext>
            </a:extLst>
          </p:cNvPr>
          <p:cNvSpPr>
            <a:spLocks noGrp="1"/>
          </p:cNvSpPr>
          <p:nvPr>
            <p:ph type="body" sz="quarter" idx="59" hasCustomPrompt="1"/>
          </p:nvPr>
        </p:nvSpPr>
        <p:spPr>
          <a:xfrm>
            <a:off x="8178443" y="4404474"/>
            <a:ext cx="3244183" cy="1354651"/>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17" name="Marcador de texto 4">
            <a:extLst>
              <a:ext uri="{FF2B5EF4-FFF2-40B4-BE49-F238E27FC236}">
                <a16:creationId xmlns:a16="http://schemas.microsoft.com/office/drawing/2014/main" id="{0BE056E9-7176-9BA9-19A0-1F58B2069DC7}"/>
              </a:ext>
            </a:extLst>
          </p:cNvPr>
          <p:cNvSpPr>
            <a:spLocks noGrp="1"/>
          </p:cNvSpPr>
          <p:nvPr>
            <p:ph type="body" sz="quarter" idx="60" hasCustomPrompt="1"/>
          </p:nvPr>
        </p:nvSpPr>
        <p:spPr>
          <a:xfrm>
            <a:off x="8178442" y="4094586"/>
            <a:ext cx="3244183"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el título párrafo</a:t>
            </a:r>
          </a:p>
        </p:txBody>
      </p:sp>
      <p:sp>
        <p:nvSpPr>
          <p:cNvPr id="18" name="Marcador de posición de imagen 4">
            <a:extLst>
              <a:ext uri="{FF2B5EF4-FFF2-40B4-BE49-F238E27FC236}">
                <a16:creationId xmlns:a16="http://schemas.microsoft.com/office/drawing/2014/main" id="{827BC936-6F9D-A69A-B20A-5CC20B80DB97}"/>
              </a:ext>
            </a:extLst>
          </p:cNvPr>
          <p:cNvSpPr>
            <a:spLocks noGrp="1"/>
          </p:cNvSpPr>
          <p:nvPr>
            <p:ph type="pic" sz="quarter" idx="42"/>
          </p:nvPr>
        </p:nvSpPr>
        <p:spPr>
          <a:xfrm>
            <a:off x="442914" y="2132118"/>
            <a:ext cx="3244182" cy="1650844"/>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19" name="Marcador de posición de imagen 4">
            <a:extLst>
              <a:ext uri="{FF2B5EF4-FFF2-40B4-BE49-F238E27FC236}">
                <a16:creationId xmlns:a16="http://schemas.microsoft.com/office/drawing/2014/main" id="{1F69E759-AE0E-4A65-4206-A4111BE5588B}"/>
              </a:ext>
            </a:extLst>
          </p:cNvPr>
          <p:cNvSpPr>
            <a:spLocks noGrp="1"/>
          </p:cNvSpPr>
          <p:nvPr>
            <p:ph type="pic" sz="quarter" idx="61"/>
          </p:nvPr>
        </p:nvSpPr>
        <p:spPr>
          <a:xfrm>
            <a:off x="4306990" y="4094586"/>
            <a:ext cx="3244182" cy="1650844"/>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20" name="Marcador de posición de imagen 4">
            <a:extLst>
              <a:ext uri="{FF2B5EF4-FFF2-40B4-BE49-F238E27FC236}">
                <a16:creationId xmlns:a16="http://schemas.microsoft.com/office/drawing/2014/main" id="{97ED321E-2434-112B-1DF2-8983C0FD6B35}"/>
              </a:ext>
            </a:extLst>
          </p:cNvPr>
          <p:cNvSpPr>
            <a:spLocks noGrp="1"/>
          </p:cNvSpPr>
          <p:nvPr>
            <p:ph type="pic" sz="quarter" idx="62"/>
          </p:nvPr>
        </p:nvSpPr>
        <p:spPr>
          <a:xfrm>
            <a:off x="8178444" y="2132118"/>
            <a:ext cx="3244182" cy="1650844"/>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cxnSp>
        <p:nvCxnSpPr>
          <p:cNvPr id="2" name="Conector recto 1">
            <a:extLst>
              <a:ext uri="{FF2B5EF4-FFF2-40B4-BE49-F238E27FC236}">
                <a16:creationId xmlns:a16="http://schemas.microsoft.com/office/drawing/2014/main" id="{D5C65617-EC74-C177-2B5D-EB26478F076A}"/>
              </a:ext>
            </a:extLst>
          </p:cNvPr>
          <p:cNvCxnSpPr>
            <a:cxnSpLocks/>
          </p:cNvCxnSpPr>
          <p:nvPr userDrawn="1"/>
        </p:nvCxnSpPr>
        <p:spPr>
          <a:xfrm>
            <a:off x="435293" y="3935967"/>
            <a:ext cx="325180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3" name="Grupo 2">
            <a:extLst>
              <a:ext uri="{FF2B5EF4-FFF2-40B4-BE49-F238E27FC236}">
                <a16:creationId xmlns:a16="http://schemas.microsoft.com/office/drawing/2014/main" id="{2D06DCC2-A1C5-85C8-8F90-01130B38E467}"/>
              </a:ext>
            </a:extLst>
          </p:cNvPr>
          <p:cNvGrpSpPr/>
          <p:nvPr userDrawn="1"/>
        </p:nvGrpSpPr>
        <p:grpSpPr>
          <a:xfrm rot="16200000">
            <a:off x="1969297" y="3845712"/>
            <a:ext cx="183795" cy="183795"/>
            <a:chOff x="2103120" y="3131820"/>
            <a:chExt cx="182880" cy="182880"/>
          </a:xfrm>
          <a:solidFill>
            <a:schemeClr val="accent3"/>
          </a:solidFill>
        </p:grpSpPr>
        <p:sp>
          <p:nvSpPr>
            <p:cNvPr id="4" name="Elipse 3">
              <a:extLst>
                <a:ext uri="{FF2B5EF4-FFF2-40B4-BE49-F238E27FC236}">
                  <a16:creationId xmlns:a16="http://schemas.microsoft.com/office/drawing/2014/main" id="{9ED635CA-FAA9-6D06-1190-561F592A909D}"/>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object 21">
              <a:extLst>
                <a:ext uri="{FF2B5EF4-FFF2-40B4-BE49-F238E27FC236}">
                  <a16:creationId xmlns:a16="http://schemas.microsoft.com/office/drawing/2014/main" id="{29A35DC7-0B3C-199C-A7B8-0D400096FBA8}"/>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cxnSp>
        <p:nvCxnSpPr>
          <p:cNvPr id="8" name="Conector recto 7">
            <a:extLst>
              <a:ext uri="{FF2B5EF4-FFF2-40B4-BE49-F238E27FC236}">
                <a16:creationId xmlns:a16="http://schemas.microsoft.com/office/drawing/2014/main" id="{BCA9133D-E81E-3FC9-29C9-32B56DF6A01C}"/>
              </a:ext>
            </a:extLst>
          </p:cNvPr>
          <p:cNvCxnSpPr>
            <a:cxnSpLocks/>
          </p:cNvCxnSpPr>
          <p:nvPr userDrawn="1"/>
        </p:nvCxnSpPr>
        <p:spPr>
          <a:xfrm>
            <a:off x="4308793" y="3935967"/>
            <a:ext cx="325180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21" name="Grupo 20">
            <a:extLst>
              <a:ext uri="{FF2B5EF4-FFF2-40B4-BE49-F238E27FC236}">
                <a16:creationId xmlns:a16="http://schemas.microsoft.com/office/drawing/2014/main" id="{53AE08B3-9BFE-6955-B4E8-D56D7D8B1E92}"/>
              </a:ext>
            </a:extLst>
          </p:cNvPr>
          <p:cNvGrpSpPr/>
          <p:nvPr userDrawn="1"/>
        </p:nvGrpSpPr>
        <p:grpSpPr>
          <a:xfrm rot="5400000">
            <a:off x="5842797" y="3845712"/>
            <a:ext cx="183795" cy="183795"/>
            <a:chOff x="2103120" y="3131820"/>
            <a:chExt cx="182880" cy="182880"/>
          </a:xfrm>
          <a:solidFill>
            <a:schemeClr val="accent3"/>
          </a:solidFill>
        </p:grpSpPr>
        <p:sp>
          <p:nvSpPr>
            <p:cNvPr id="22" name="Elipse 21">
              <a:extLst>
                <a:ext uri="{FF2B5EF4-FFF2-40B4-BE49-F238E27FC236}">
                  <a16:creationId xmlns:a16="http://schemas.microsoft.com/office/drawing/2014/main" id="{494C5EF1-AB3C-455C-10D0-00AA9C29BA72}"/>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object 21">
              <a:extLst>
                <a:ext uri="{FF2B5EF4-FFF2-40B4-BE49-F238E27FC236}">
                  <a16:creationId xmlns:a16="http://schemas.microsoft.com/office/drawing/2014/main" id="{8E34B617-ECF4-BACA-4773-C7B21EE91C07}"/>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cxnSp>
        <p:nvCxnSpPr>
          <p:cNvPr id="24" name="Conector recto 23">
            <a:extLst>
              <a:ext uri="{FF2B5EF4-FFF2-40B4-BE49-F238E27FC236}">
                <a16:creationId xmlns:a16="http://schemas.microsoft.com/office/drawing/2014/main" id="{00CEAC8A-6532-5DC3-4F9C-6FD8CFF583C6}"/>
              </a:ext>
            </a:extLst>
          </p:cNvPr>
          <p:cNvCxnSpPr>
            <a:cxnSpLocks/>
          </p:cNvCxnSpPr>
          <p:nvPr userDrawn="1"/>
        </p:nvCxnSpPr>
        <p:spPr>
          <a:xfrm>
            <a:off x="8175943" y="3935967"/>
            <a:ext cx="3251803"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25" name="Grupo 24">
            <a:extLst>
              <a:ext uri="{FF2B5EF4-FFF2-40B4-BE49-F238E27FC236}">
                <a16:creationId xmlns:a16="http://schemas.microsoft.com/office/drawing/2014/main" id="{6E243CD2-1E46-1563-348B-D27FF8B20E32}"/>
              </a:ext>
            </a:extLst>
          </p:cNvPr>
          <p:cNvGrpSpPr/>
          <p:nvPr userDrawn="1"/>
        </p:nvGrpSpPr>
        <p:grpSpPr>
          <a:xfrm rot="16200000">
            <a:off x="9709947" y="3845712"/>
            <a:ext cx="183795" cy="183795"/>
            <a:chOff x="2103120" y="3131820"/>
            <a:chExt cx="182880" cy="182880"/>
          </a:xfrm>
          <a:solidFill>
            <a:schemeClr val="accent3"/>
          </a:solidFill>
        </p:grpSpPr>
        <p:sp>
          <p:nvSpPr>
            <p:cNvPr id="26" name="Elipse 25">
              <a:extLst>
                <a:ext uri="{FF2B5EF4-FFF2-40B4-BE49-F238E27FC236}">
                  <a16:creationId xmlns:a16="http://schemas.microsoft.com/office/drawing/2014/main" id="{872D4682-F1D0-5581-F385-960DF0E8723C}"/>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object 21">
              <a:extLst>
                <a:ext uri="{FF2B5EF4-FFF2-40B4-BE49-F238E27FC236}">
                  <a16:creationId xmlns:a16="http://schemas.microsoft.com/office/drawing/2014/main" id="{9BE5C462-22EC-EB8E-D81F-E6D2FB11F621}"/>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7" name="object 9">
            <a:extLst>
              <a:ext uri="{FF2B5EF4-FFF2-40B4-BE49-F238E27FC236}">
                <a16:creationId xmlns:a16="http://schemas.microsoft.com/office/drawing/2014/main" id="{91132DE4-D329-3843-9FBD-9FC18DA32A63}"/>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298955038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apositiva 4 párrafos de texto">
    <p:spTree>
      <p:nvGrpSpPr>
        <p:cNvPr id="1" name=""/>
        <p:cNvGrpSpPr/>
        <p:nvPr/>
      </p:nvGrpSpPr>
      <p:grpSpPr>
        <a:xfrm>
          <a:off x="0" y="0"/>
          <a:ext cx="0" cy="0"/>
          <a:chOff x="0" y="0"/>
          <a:chExt cx="0" cy="0"/>
        </a:xfrm>
      </p:grpSpPr>
      <p:sp>
        <p:nvSpPr>
          <p:cNvPr id="7" name="Marcador de texto 4">
            <a:extLst>
              <a:ext uri="{FF2B5EF4-FFF2-40B4-BE49-F238E27FC236}">
                <a16:creationId xmlns:a16="http://schemas.microsoft.com/office/drawing/2014/main" id="{7457F9A0-CB7A-7A99-E1BE-18A149B6DD8E}"/>
              </a:ext>
            </a:extLst>
          </p:cNvPr>
          <p:cNvSpPr>
            <a:spLocks noGrp="1"/>
          </p:cNvSpPr>
          <p:nvPr>
            <p:ph type="body" sz="quarter" idx="50" hasCustomPrompt="1"/>
          </p:nvPr>
        </p:nvSpPr>
        <p:spPr>
          <a:xfrm>
            <a:off x="442915" y="2451748"/>
            <a:ext cx="2465385" cy="3199845"/>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8" name="Marcador de texto 4">
            <a:extLst>
              <a:ext uri="{FF2B5EF4-FFF2-40B4-BE49-F238E27FC236}">
                <a16:creationId xmlns:a16="http://schemas.microsoft.com/office/drawing/2014/main" id="{80B7A482-8BB0-F445-FAED-5803A014B675}"/>
              </a:ext>
            </a:extLst>
          </p:cNvPr>
          <p:cNvSpPr>
            <a:spLocks noGrp="1"/>
          </p:cNvSpPr>
          <p:nvPr>
            <p:ph type="body" sz="quarter" idx="51" hasCustomPrompt="1"/>
          </p:nvPr>
        </p:nvSpPr>
        <p:spPr>
          <a:xfrm>
            <a:off x="442913" y="2141860"/>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párrafo</a:t>
            </a:r>
          </a:p>
        </p:txBody>
      </p:sp>
      <p:cxnSp>
        <p:nvCxnSpPr>
          <p:cNvPr id="13" name="Conector recto 12">
            <a:extLst>
              <a:ext uri="{FF2B5EF4-FFF2-40B4-BE49-F238E27FC236}">
                <a16:creationId xmlns:a16="http://schemas.microsoft.com/office/drawing/2014/main" id="{476366D5-6CDB-8394-23C2-F23413B8EBC4}"/>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ítulo 16">
            <a:extLst>
              <a:ext uri="{FF2B5EF4-FFF2-40B4-BE49-F238E27FC236}">
                <a16:creationId xmlns:a16="http://schemas.microsoft.com/office/drawing/2014/main" id="{83F5047D-DE78-8D00-773B-48106E5ABEE5}"/>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15" name="Marcador de texto 23">
            <a:extLst>
              <a:ext uri="{FF2B5EF4-FFF2-40B4-BE49-F238E27FC236}">
                <a16:creationId xmlns:a16="http://schemas.microsoft.com/office/drawing/2014/main" id="{956371B3-33B3-547F-6D6E-831F5ADDE81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63" name="Marcador de texto 4">
            <a:extLst>
              <a:ext uri="{FF2B5EF4-FFF2-40B4-BE49-F238E27FC236}">
                <a16:creationId xmlns:a16="http://schemas.microsoft.com/office/drawing/2014/main" id="{90C2C701-377A-3026-B3C6-CB6481511C2B}"/>
              </a:ext>
            </a:extLst>
          </p:cNvPr>
          <p:cNvSpPr>
            <a:spLocks noGrp="1"/>
          </p:cNvSpPr>
          <p:nvPr>
            <p:ph type="body" sz="quarter" idx="52" hasCustomPrompt="1"/>
          </p:nvPr>
        </p:nvSpPr>
        <p:spPr>
          <a:xfrm>
            <a:off x="3284438" y="2451748"/>
            <a:ext cx="2465385" cy="3199845"/>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64" name="Marcador de texto 4">
            <a:extLst>
              <a:ext uri="{FF2B5EF4-FFF2-40B4-BE49-F238E27FC236}">
                <a16:creationId xmlns:a16="http://schemas.microsoft.com/office/drawing/2014/main" id="{32CBAE55-F53D-8E28-C585-11E7919BE23B}"/>
              </a:ext>
            </a:extLst>
          </p:cNvPr>
          <p:cNvSpPr>
            <a:spLocks noGrp="1"/>
          </p:cNvSpPr>
          <p:nvPr>
            <p:ph type="body" sz="quarter" idx="53" hasCustomPrompt="1"/>
          </p:nvPr>
        </p:nvSpPr>
        <p:spPr>
          <a:xfrm>
            <a:off x="3284436" y="2141860"/>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párrafo</a:t>
            </a:r>
          </a:p>
        </p:txBody>
      </p:sp>
      <p:sp>
        <p:nvSpPr>
          <p:cNvPr id="65" name="Marcador de texto 4">
            <a:extLst>
              <a:ext uri="{FF2B5EF4-FFF2-40B4-BE49-F238E27FC236}">
                <a16:creationId xmlns:a16="http://schemas.microsoft.com/office/drawing/2014/main" id="{F9AEA96D-EB98-D8C6-1FCE-82AF91966653}"/>
              </a:ext>
            </a:extLst>
          </p:cNvPr>
          <p:cNvSpPr>
            <a:spLocks noGrp="1"/>
          </p:cNvSpPr>
          <p:nvPr>
            <p:ph type="body" sz="quarter" idx="54" hasCustomPrompt="1"/>
          </p:nvPr>
        </p:nvSpPr>
        <p:spPr>
          <a:xfrm>
            <a:off x="6125961" y="2451748"/>
            <a:ext cx="2465385" cy="3199845"/>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66" name="Marcador de texto 4">
            <a:extLst>
              <a:ext uri="{FF2B5EF4-FFF2-40B4-BE49-F238E27FC236}">
                <a16:creationId xmlns:a16="http://schemas.microsoft.com/office/drawing/2014/main" id="{30EDB900-05B1-FB9B-3D3A-FE16F730D5BF}"/>
              </a:ext>
            </a:extLst>
          </p:cNvPr>
          <p:cNvSpPr>
            <a:spLocks noGrp="1"/>
          </p:cNvSpPr>
          <p:nvPr>
            <p:ph type="body" sz="quarter" idx="55" hasCustomPrompt="1"/>
          </p:nvPr>
        </p:nvSpPr>
        <p:spPr>
          <a:xfrm>
            <a:off x="6125959" y="2141860"/>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párrafo</a:t>
            </a:r>
          </a:p>
        </p:txBody>
      </p:sp>
      <p:sp>
        <p:nvSpPr>
          <p:cNvPr id="67" name="Marcador de texto 4">
            <a:extLst>
              <a:ext uri="{FF2B5EF4-FFF2-40B4-BE49-F238E27FC236}">
                <a16:creationId xmlns:a16="http://schemas.microsoft.com/office/drawing/2014/main" id="{26FD56E4-4E1D-64B9-4803-46C18EEE3458}"/>
              </a:ext>
            </a:extLst>
          </p:cNvPr>
          <p:cNvSpPr>
            <a:spLocks noGrp="1"/>
          </p:cNvSpPr>
          <p:nvPr>
            <p:ph type="body" sz="quarter" idx="56" hasCustomPrompt="1"/>
          </p:nvPr>
        </p:nvSpPr>
        <p:spPr>
          <a:xfrm>
            <a:off x="8967483" y="2451748"/>
            <a:ext cx="2465385" cy="3199845"/>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68" name="Marcador de texto 4">
            <a:extLst>
              <a:ext uri="{FF2B5EF4-FFF2-40B4-BE49-F238E27FC236}">
                <a16:creationId xmlns:a16="http://schemas.microsoft.com/office/drawing/2014/main" id="{13506BCD-9C77-64CF-72BD-843EE47B2212}"/>
              </a:ext>
            </a:extLst>
          </p:cNvPr>
          <p:cNvSpPr>
            <a:spLocks noGrp="1"/>
          </p:cNvSpPr>
          <p:nvPr>
            <p:ph type="body" sz="quarter" idx="57" hasCustomPrompt="1"/>
          </p:nvPr>
        </p:nvSpPr>
        <p:spPr>
          <a:xfrm>
            <a:off x="8967481" y="2141860"/>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párrafo</a:t>
            </a:r>
          </a:p>
        </p:txBody>
      </p:sp>
      <p:sp>
        <p:nvSpPr>
          <p:cNvPr id="2" name="object 9">
            <a:extLst>
              <a:ext uri="{FF2B5EF4-FFF2-40B4-BE49-F238E27FC236}">
                <a16:creationId xmlns:a16="http://schemas.microsoft.com/office/drawing/2014/main" id="{FDC03FC9-43DE-7D8A-6BAE-C832662129A3}"/>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1000513812"/>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positiva 4 párrafos de texto e imagen">
    <p:spTree>
      <p:nvGrpSpPr>
        <p:cNvPr id="1" name=""/>
        <p:cNvGrpSpPr/>
        <p:nvPr/>
      </p:nvGrpSpPr>
      <p:grpSpPr>
        <a:xfrm>
          <a:off x="0" y="0"/>
          <a:ext cx="0" cy="0"/>
          <a:chOff x="0" y="0"/>
          <a:chExt cx="0" cy="0"/>
        </a:xfrm>
      </p:grpSpPr>
      <p:sp>
        <p:nvSpPr>
          <p:cNvPr id="7" name="Marcador de texto 4">
            <a:extLst>
              <a:ext uri="{FF2B5EF4-FFF2-40B4-BE49-F238E27FC236}">
                <a16:creationId xmlns:a16="http://schemas.microsoft.com/office/drawing/2014/main" id="{7457F9A0-CB7A-7A99-E1BE-18A149B6DD8E}"/>
              </a:ext>
            </a:extLst>
          </p:cNvPr>
          <p:cNvSpPr>
            <a:spLocks noGrp="1"/>
          </p:cNvSpPr>
          <p:nvPr>
            <p:ph type="body" sz="quarter" idx="50" hasCustomPrompt="1"/>
          </p:nvPr>
        </p:nvSpPr>
        <p:spPr>
          <a:xfrm>
            <a:off x="442915" y="4192060"/>
            <a:ext cx="2465385" cy="1567066"/>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8" name="Marcador de texto 4">
            <a:extLst>
              <a:ext uri="{FF2B5EF4-FFF2-40B4-BE49-F238E27FC236}">
                <a16:creationId xmlns:a16="http://schemas.microsoft.com/office/drawing/2014/main" id="{80B7A482-8BB0-F445-FAED-5803A014B675}"/>
              </a:ext>
            </a:extLst>
          </p:cNvPr>
          <p:cNvSpPr>
            <a:spLocks noGrp="1"/>
          </p:cNvSpPr>
          <p:nvPr>
            <p:ph type="body" sz="quarter" idx="51" hasCustomPrompt="1"/>
          </p:nvPr>
        </p:nvSpPr>
        <p:spPr>
          <a:xfrm>
            <a:off x="442913" y="3882171"/>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párrafo</a:t>
            </a:r>
          </a:p>
        </p:txBody>
      </p:sp>
      <p:cxnSp>
        <p:nvCxnSpPr>
          <p:cNvPr id="13" name="Conector recto 12">
            <a:extLst>
              <a:ext uri="{FF2B5EF4-FFF2-40B4-BE49-F238E27FC236}">
                <a16:creationId xmlns:a16="http://schemas.microsoft.com/office/drawing/2014/main" id="{476366D5-6CDB-8394-23C2-F23413B8EBC4}"/>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ítulo 16">
            <a:extLst>
              <a:ext uri="{FF2B5EF4-FFF2-40B4-BE49-F238E27FC236}">
                <a16:creationId xmlns:a16="http://schemas.microsoft.com/office/drawing/2014/main" id="{83F5047D-DE78-8D00-773B-48106E5ABEE5}"/>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15" name="Marcador de texto 23">
            <a:extLst>
              <a:ext uri="{FF2B5EF4-FFF2-40B4-BE49-F238E27FC236}">
                <a16:creationId xmlns:a16="http://schemas.microsoft.com/office/drawing/2014/main" id="{956371B3-33B3-547F-6D6E-831F5ADDE81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63" name="Marcador de texto 4">
            <a:extLst>
              <a:ext uri="{FF2B5EF4-FFF2-40B4-BE49-F238E27FC236}">
                <a16:creationId xmlns:a16="http://schemas.microsoft.com/office/drawing/2014/main" id="{90C2C701-377A-3026-B3C6-CB6481511C2B}"/>
              </a:ext>
            </a:extLst>
          </p:cNvPr>
          <p:cNvSpPr>
            <a:spLocks noGrp="1"/>
          </p:cNvSpPr>
          <p:nvPr>
            <p:ph type="body" sz="quarter" idx="52" hasCustomPrompt="1"/>
          </p:nvPr>
        </p:nvSpPr>
        <p:spPr>
          <a:xfrm>
            <a:off x="3284438" y="4192060"/>
            <a:ext cx="2465385" cy="1567066"/>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64" name="Marcador de texto 4">
            <a:extLst>
              <a:ext uri="{FF2B5EF4-FFF2-40B4-BE49-F238E27FC236}">
                <a16:creationId xmlns:a16="http://schemas.microsoft.com/office/drawing/2014/main" id="{32CBAE55-F53D-8E28-C585-11E7919BE23B}"/>
              </a:ext>
            </a:extLst>
          </p:cNvPr>
          <p:cNvSpPr>
            <a:spLocks noGrp="1"/>
          </p:cNvSpPr>
          <p:nvPr>
            <p:ph type="body" sz="quarter" idx="53" hasCustomPrompt="1"/>
          </p:nvPr>
        </p:nvSpPr>
        <p:spPr>
          <a:xfrm>
            <a:off x="3284436" y="3882171"/>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párrafo</a:t>
            </a:r>
          </a:p>
        </p:txBody>
      </p:sp>
      <p:sp>
        <p:nvSpPr>
          <p:cNvPr id="65" name="Marcador de texto 4">
            <a:extLst>
              <a:ext uri="{FF2B5EF4-FFF2-40B4-BE49-F238E27FC236}">
                <a16:creationId xmlns:a16="http://schemas.microsoft.com/office/drawing/2014/main" id="{F9AEA96D-EB98-D8C6-1FCE-82AF91966653}"/>
              </a:ext>
            </a:extLst>
          </p:cNvPr>
          <p:cNvSpPr>
            <a:spLocks noGrp="1"/>
          </p:cNvSpPr>
          <p:nvPr>
            <p:ph type="body" sz="quarter" idx="54" hasCustomPrompt="1"/>
          </p:nvPr>
        </p:nvSpPr>
        <p:spPr>
          <a:xfrm>
            <a:off x="6125961" y="4192060"/>
            <a:ext cx="2465385" cy="1567066"/>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66" name="Marcador de texto 4">
            <a:extLst>
              <a:ext uri="{FF2B5EF4-FFF2-40B4-BE49-F238E27FC236}">
                <a16:creationId xmlns:a16="http://schemas.microsoft.com/office/drawing/2014/main" id="{30EDB900-05B1-FB9B-3D3A-FE16F730D5BF}"/>
              </a:ext>
            </a:extLst>
          </p:cNvPr>
          <p:cNvSpPr>
            <a:spLocks noGrp="1"/>
          </p:cNvSpPr>
          <p:nvPr>
            <p:ph type="body" sz="quarter" idx="55" hasCustomPrompt="1"/>
          </p:nvPr>
        </p:nvSpPr>
        <p:spPr>
          <a:xfrm>
            <a:off x="6125959" y="3882171"/>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párrafo</a:t>
            </a:r>
          </a:p>
        </p:txBody>
      </p:sp>
      <p:sp>
        <p:nvSpPr>
          <p:cNvPr id="67" name="Marcador de texto 4">
            <a:extLst>
              <a:ext uri="{FF2B5EF4-FFF2-40B4-BE49-F238E27FC236}">
                <a16:creationId xmlns:a16="http://schemas.microsoft.com/office/drawing/2014/main" id="{26FD56E4-4E1D-64B9-4803-46C18EEE3458}"/>
              </a:ext>
            </a:extLst>
          </p:cNvPr>
          <p:cNvSpPr>
            <a:spLocks noGrp="1"/>
          </p:cNvSpPr>
          <p:nvPr>
            <p:ph type="body" sz="quarter" idx="56" hasCustomPrompt="1"/>
          </p:nvPr>
        </p:nvSpPr>
        <p:spPr>
          <a:xfrm>
            <a:off x="8967483" y="4192060"/>
            <a:ext cx="2465385" cy="1567066"/>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68" name="Marcador de texto 4">
            <a:extLst>
              <a:ext uri="{FF2B5EF4-FFF2-40B4-BE49-F238E27FC236}">
                <a16:creationId xmlns:a16="http://schemas.microsoft.com/office/drawing/2014/main" id="{13506BCD-9C77-64CF-72BD-843EE47B2212}"/>
              </a:ext>
            </a:extLst>
          </p:cNvPr>
          <p:cNvSpPr>
            <a:spLocks noGrp="1"/>
          </p:cNvSpPr>
          <p:nvPr>
            <p:ph type="body" sz="quarter" idx="57" hasCustomPrompt="1"/>
          </p:nvPr>
        </p:nvSpPr>
        <p:spPr>
          <a:xfrm>
            <a:off x="8967481" y="3882171"/>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párrafo</a:t>
            </a:r>
          </a:p>
        </p:txBody>
      </p:sp>
      <p:sp>
        <p:nvSpPr>
          <p:cNvPr id="2" name="Marcador de posición de imagen 4">
            <a:extLst>
              <a:ext uri="{FF2B5EF4-FFF2-40B4-BE49-F238E27FC236}">
                <a16:creationId xmlns:a16="http://schemas.microsoft.com/office/drawing/2014/main" id="{6A1618E5-6F04-BAD4-1A40-7D0D08F4E538}"/>
              </a:ext>
            </a:extLst>
          </p:cNvPr>
          <p:cNvSpPr>
            <a:spLocks noGrp="1"/>
          </p:cNvSpPr>
          <p:nvPr>
            <p:ph type="pic" sz="quarter" idx="42"/>
          </p:nvPr>
        </p:nvSpPr>
        <p:spPr>
          <a:xfrm>
            <a:off x="442914" y="2132118"/>
            <a:ext cx="2465386" cy="1650844"/>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3" name="Marcador de posición de imagen 4">
            <a:extLst>
              <a:ext uri="{FF2B5EF4-FFF2-40B4-BE49-F238E27FC236}">
                <a16:creationId xmlns:a16="http://schemas.microsoft.com/office/drawing/2014/main" id="{CFCC8445-63D3-43F5-D093-6E01A376E7A6}"/>
              </a:ext>
            </a:extLst>
          </p:cNvPr>
          <p:cNvSpPr>
            <a:spLocks noGrp="1"/>
          </p:cNvSpPr>
          <p:nvPr>
            <p:ph type="pic" sz="quarter" idx="58"/>
          </p:nvPr>
        </p:nvSpPr>
        <p:spPr>
          <a:xfrm>
            <a:off x="3274605" y="2132118"/>
            <a:ext cx="2465386" cy="1650844"/>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4" name="Marcador de posición de imagen 4">
            <a:extLst>
              <a:ext uri="{FF2B5EF4-FFF2-40B4-BE49-F238E27FC236}">
                <a16:creationId xmlns:a16="http://schemas.microsoft.com/office/drawing/2014/main" id="{23E3F772-6365-AFE6-5184-243A2EE6CD1E}"/>
              </a:ext>
            </a:extLst>
          </p:cNvPr>
          <p:cNvSpPr>
            <a:spLocks noGrp="1"/>
          </p:cNvSpPr>
          <p:nvPr>
            <p:ph type="pic" sz="quarter" idx="59"/>
          </p:nvPr>
        </p:nvSpPr>
        <p:spPr>
          <a:xfrm>
            <a:off x="6098921" y="2132118"/>
            <a:ext cx="2465386" cy="1650844"/>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5" name="Marcador de posición de imagen 4">
            <a:extLst>
              <a:ext uri="{FF2B5EF4-FFF2-40B4-BE49-F238E27FC236}">
                <a16:creationId xmlns:a16="http://schemas.microsoft.com/office/drawing/2014/main" id="{2971FE7C-14EF-A982-29C5-EAA43B9FCB51}"/>
              </a:ext>
            </a:extLst>
          </p:cNvPr>
          <p:cNvSpPr>
            <a:spLocks noGrp="1"/>
          </p:cNvSpPr>
          <p:nvPr>
            <p:ph type="pic" sz="quarter" idx="60"/>
          </p:nvPr>
        </p:nvSpPr>
        <p:spPr>
          <a:xfrm>
            <a:off x="8974856" y="2132118"/>
            <a:ext cx="2465386" cy="1650844"/>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6" name="object 9">
            <a:extLst>
              <a:ext uri="{FF2B5EF4-FFF2-40B4-BE49-F238E27FC236}">
                <a16:creationId xmlns:a16="http://schemas.microsoft.com/office/drawing/2014/main" id="{3A7792E5-6480-99FE-D029-2A3053F73498}"/>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566067188"/>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apositiva 4 párrafos de texto e imagen 2">
    <p:spTree>
      <p:nvGrpSpPr>
        <p:cNvPr id="1" name=""/>
        <p:cNvGrpSpPr/>
        <p:nvPr/>
      </p:nvGrpSpPr>
      <p:grpSpPr>
        <a:xfrm>
          <a:off x="0" y="0"/>
          <a:ext cx="0" cy="0"/>
          <a:chOff x="0" y="0"/>
          <a:chExt cx="0" cy="0"/>
        </a:xfrm>
      </p:grpSpPr>
      <p:sp>
        <p:nvSpPr>
          <p:cNvPr id="7" name="Marcador de texto 4">
            <a:extLst>
              <a:ext uri="{FF2B5EF4-FFF2-40B4-BE49-F238E27FC236}">
                <a16:creationId xmlns:a16="http://schemas.microsoft.com/office/drawing/2014/main" id="{7457F9A0-CB7A-7A99-E1BE-18A149B6DD8E}"/>
              </a:ext>
            </a:extLst>
          </p:cNvPr>
          <p:cNvSpPr>
            <a:spLocks noGrp="1"/>
          </p:cNvSpPr>
          <p:nvPr>
            <p:ph type="body" sz="quarter" idx="50" hasCustomPrompt="1"/>
          </p:nvPr>
        </p:nvSpPr>
        <p:spPr>
          <a:xfrm>
            <a:off x="442915" y="2451749"/>
            <a:ext cx="2465385" cy="1269352"/>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8" name="Marcador de texto 4">
            <a:extLst>
              <a:ext uri="{FF2B5EF4-FFF2-40B4-BE49-F238E27FC236}">
                <a16:creationId xmlns:a16="http://schemas.microsoft.com/office/drawing/2014/main" id="{80B7A482-8BB0-F445-FAED-5803A014B675}"/>
              </a:ext>
            </a:extLst>
          </p:cNvPr>
          <p:cNvSpPr>
            <a:spLocks noGrp="1"/>
          </p:cNvSpPr>
          <p:nvPr>
            <p:ph type="body" sz="quarter" idx="51" hasCustomPrompt="1"/>
          </p:nvPr>
        </p:nvSpPr>
        <p:spPr>
          <a:xfrm>
            <a:off x="442913" y="2141860"/>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párrafo</a:t>
            </a:r>
          </a:p>
        </p:txBody>
      </p:sp>
      <p:cxnSp>
        <p:nvCxnSpPr>
          <p:cNvPr id="13" name="Conector recto 12">
            <a:extLst>
              <a:ext uri="{FF2B5EF4-FFF2-40B4-BE49-F238E27FC236}">
                <a16:creationId xmlns:a16="http://schemas.microsoft.com/office/drawing/2014/main" id="{476366D5-6CDB-8394-23C2-F23413B8EBC4}"/>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Título 16">
            <a:extLst>
              <a:ext uri="{FF2B5EF4-FFF2-40B4-BE49-F238E27FC236}">
                <a16:creationId xmlns:a16="http://schemas.microsoft.com/office/drawing/2014/main" id="{83F5047D-DE78-8D00-773B-48106E5ABEE5}"/>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15" name="Marcador de texto 23">
            <a:extLst>
              <a:ext uri="{FF2B5EF4-FFF2-40B4-BE49-F238E27FC236}">
                <a16:creationId xmlns:a16="http://schemas.microsoft.com/office/drawing/2014/main" id="{956371B3-33B3-547F-6D6E-831F5ADDE81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18" name="Marcador de texto 4">
            <a:extLst>
              <a:ext uri="{FF2B5EF4-FFF2-40B4-BE49-F238E27FC236}">
                <a16:creationId xmlns:a16="http://schemas.microsoft.com/office/drawing/2014/main" id="{B93358EB-C919-8D7E-CB63-9F4D529363B6}"/>
              </a:ext>
            </a:extLst>
          </p:cNvPr>
          <p:cNvSpPr>
            <a:spLocks noGrp="1"/>
          </p:cNvSpPr>
          <p:nvPr>
            <p:ph type="body" sz="quarter" idx="52" hasCustomPrompt="1"/>
          </p:nvPr>
        </p:nvSpPr>
        <p:spPr>
          <a:xfrm>
            <a:off x="3283482" y="4369448"/>
            <a:ext cx="2465385" cy="1282146"/>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19" name="Marcador de texto 4">
            <a:extLst>
              <a:ext uri="{FF2B5EF4-FFF2-40B4-BE49-F238E27FC236}">
                <a16:creationId xmlns:a16="http://schemas.microsoft.com/office/drawing/2014/main" id="{53EEE9C9-9F47-CFEE-BF64-E46346395166}"/>
              </a:ext>
            </a:extLst>
          </p:cNvPr>
          <p:cNvSpPr>
            <a:spLocks noGrp="1"/>
          </p:cNvSpPr>
          <p:nvPr>
            <p:ph type="body" sz="quarter" idx="53" hasCustomPrompt="1"/>
          </p:nvPr>
        </p:nvSpPr>
        <p:spPr>
          <a:xfrm>
            <a:off x="3283480" y="4059560"/>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párrafo</a:t>
            </a:r>
          </a:p>
        </p:txBody>
      </p:sp>
      <p:cxnSp>
        <p:nvCxnSpPr>
          <p:cNvPr id="24" name="Conector recto 23">
            <a:extLst>
              <a:ext uri="{FF2B5EF4-FFF2-40B4-BE49-F238E27FC236}">
                <a16:creationId xmlns:a16="http://schemas.microsoft.com/office/drawing/2014/main" id="{03FF3444-A61C-8564-02C6-8DC702F8C9CC}"/>
              </a:ext>
            </a:extLst>
          </p:cNvPr>
          <p:cNvCxnSpPr>
            <a:cxnSpLocks/>
          </p:cNvCxnSpPr>
          <p:nvPr userDrawn="1"/>
        </p:nvCxnSpPr>
        <p:spPr>
          <a:xfrm>
            <a:off x="427179" y="3878817"/>
            <a:ext cx="248112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25" name="Grupo 24">
            <a:extLst>
              <a:ext uri="{FF2B5EF4-FFF2-40B4-BE49-F238E27FC236}">
                <a16:creationId xmlns:a16="http://schemas.microsoft.com/office/drawing/2014/main" id="{97BAD30E-AE03-E91B-3FBD-E1F08B9BF4DE}"/>
              </a:ext>
            </a:extLst>
          </p:cNvPr>
          <p:cNvGrpSpPr/>
          <p:nvPr userDrawn="1"/>
        </p:nvGrpSpPr>
        <p:grpSpPr>
          <a:xfrm rot="5400000">
            <a:off x="1575842" y="3788562"/>
            <a:ext cx="183795" cy="183795"/>
            <a:chOff x="2103120" y="3131820"/>
            <a:chExt cx="182880" cy="182880"/>
          </a:xfrm>
          <a:solidFill>
            <a:schemeClr val="accent3"/>
          </a:solidFill>
        </p:grpSpPr>
        <p:sp>
          <p:nvSpPr>
            <p:cNvPr id="26" name="Elipse 25">
              <a:extLst>
                <a:ext uri="{FF2B5EF4-FFF2-40B4-BE49-F238E27FC236}">
                  <a16:creationId xmlns:a16="http://schemas.microsoft.com/office/drawing/2014/main" id="{CC4011B1-7BA6-76A1-2AF9-BFAF2ADF9D48}"/>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object 21">
              <a:extLst>
                <a:ext uri="{FF2B5EF4-FFF2-40B4-BE49-F238E27FC236}">
                  <a16:creationId xmlns:a16="http://schemas.microsoft.com/office/drawing/2014/main" id="{D3306548-9E5C-B5D5-6F6F-BAF32520A4DD}"/>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29" name="Marcador de posición de imagen 4">
            <a:extLst>
              <a:ext uri="{FF2B5EF4-FFF2-40B4-BE49-F238E27FC236}">
                <a16:creationId xmlns:a16="http://schemas.microsoft.com/office/drawing/2014/main" id="{EE89F001-4446-FBDB-86DE-DA5DFFA7439C}"/>
              </a:ext>
            </a:extLst>
          </p:cNvPr>
          <p:cNvSpPr>
            <a:spLocks noGrp="1"/>
          </p:cNvSpPr>
          <p:nvPr>
            <p:ph type="pic" sz="quarter" idx="42"/>
          </p:nvPr>
        </p:nvSpPr>
        <p:spPr>
          <a:xfrm>
            <a:off x="442914" y="4062612"/>
            <a:ext cx="2465384" cy="158898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30" name="Marcador de posición de imagen 4">
            <a:extLst>
              <a:ext uri="{FF2B5EF4-FFF2-40B4-BE49-F238E27FC236}">
                <a16:creationId xmlns:a16="http://schemas.microsoft.com/office/drawing/2014/main" id="{3D826F57-848A-9260-2E6C-C8DD02BFE3C7}"/>
              </a:ext>
            </a:extLst>
          </p:cNvPr>
          <p:cNvSpPr>
            <a:spLocks noGrp="1"/>
          </p:cNvSpPr>
          <p:nvPr>
            <p:ph type="pic" sz="quarter" idx="58"/>
          </p:nvPr>
        </p:nvSpPr>
        <p:spPr>
          <a:xfrm>
            <a:off x="3289353" y="2137947"/>
            <a:ext cx="2465384" cy="158898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cxnSp>
        <p:nvCxnSpPr>
          <p:cNvPr id="31" name="Conector recto 30">
            <a:extLst>
              <a:ext uri="{FF2B5EF4-FFF2-40B4-BE49-F238E27FC236}">
                <a16:creationId xmlns:a16="http://schemas.microsoft.com/office/drawing/2014/main" id="{5731336C-25EA-8769-5DEC-D57FD3EAAD2D}"/>
              </a:ext>
            </a:extLst>
          </p:cNvPr>
          <p:cNvCxnSpPr>
            <a:cxnSpLocks/>
          </p:cNvCxnSpPr>
          <p:nvPr userDrawn="1"/>
        </p:nvCxnSpPr>
        <p:spPr>
          <a:xfrm>
            <a:off x="3295740" y="3878817"/>
            <a:ext cx="248112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32" name="Grupo 31">
            <a:extLst>
              <a:ext uri="{FF2B5EF4-FFF2-40B4-BE49-F238E27FC236}">
                <a16:creationId xmlns:a16="http://schemas.microsoft.com/office/drawing/2014/main" id="{6A2DCAD9-5AFD-93F7-8B24-39399CA95F77}"/>
              </a:ext>
            </a:extLst>
          </p:cNvPr>
          <p:cNvGrpSpPr/>
          <p:nvPr userDrawn="1"/>
        </p:nvGrpSpPr>
        <p:grpSpPr>
          <a:xfrm rot="5400000">
            <a:off x="4444403" y="3788562"/>
            <a:ext cx="183795" cy="183795"/>
            <a:chOff x="2103120" y="3131820"/>
            <a:chExt cx="182880" cy="182880"/>
          </a:xfrm>
          <a:solidFill>
            <a:schemeClr val="accent3"/>
          </a:solidFill>
        </p:grpSpPr>
        <p:sp>
          <p:nvSpPr>
            <p:cNvPr id="33" name="Elipse 32">
              <a:extLst>
                <a:ext uri="{FF2B5EF4-FFF2-40B4-BE49-F238E27FC236}">
                  <a16:creationId xmlns:a16="http://schemas.microsoft.com/office/drawing/2014/main" id="{B4C8E63C-C478-0A29-C417-1453D9B16B6F}"/>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object 21">
              <a:extLst>
                <a:ext uri="{FF2B5EF4-FFF2-40B4-BE49-F238E27FC236}">
                  <a16:creationId xmlns:a16="http://schemas.microsoft.com/office/drawing/2014/main" id="{904A9DFC-5A83-034B-499A-0ABE002AA243}"/>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49" name="Marcador de texto 4">
            <a:extLst>
              <a:ext uri="{FF2B5EF4-FFF2-40B4-BE49-F238E27FC236}">
                <a16:creationId xmlns:a16="http://schemas.microsoft.com/office/drawing/2014/main" id="{988D6920-490A-08D7-A2D5-4C4AC73F4C89}"/>
              </a:ext>
            </a:extLst>
          </p:cNvPr>
          <p:cNvSpPr>
            <a:spLocks noGrp="1"/>
          </p:cNvSpPr>
          <p:nvPr>
            <p:ph type="body" sz="quarter" idx="59" hasCustomPrompt="1"/>
          </p:nvPr>
        </p:nvSpPr>
        <p:spPr>
          <a:xfrm>
            <a:off x="6121045" y="2451749"/>
            <a:ext cx="2465385" cy="1269352"/>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50" name="Marcador de texto 4">
            <a:extLst>
              <a:ext uri="{FF2B5EF4-FFF2-40B4-BE49-F238E27FC236}">
                <a16:creationId xmlns:a16="http://schemas.microsoft.com/office/drawing/2014/main" id="{10F5B170-AC98-054E-B859-0C7739C0C899}"/>
              </a:ext>
            </a:extLst>
          </p:cNvPr>
          <p:cNvSpPr>
            <a:spLocks noGrp="1"/>
          </p:cNvSpPr>
          <p:nvPr>
            <p:ph type="body" sz="quarter" idx="60" hasCustomPrompt="1"/>
          </p:nvPr>
        </p:nvSpPr>
        <p:spPr>
          <a:xfrm>
            <a:off x="6121043" y="2141860"/>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párrafo</a:t>
            </a:r>
          </a:p>
        </p:txBody>
      </p:sp>
      <p:sp>
        <p:nvSpPr>
          <p:cNvPr id="51" name="Marcador de texto 4">
            <a:extLst>
              <a:ext uri="{FF2B5EF4-FFF2-40B4-BE49-F238E27FC236}">
                <a16:creationId xmlns:a16="http://schemas.microsoft.com/office/drawing/2014/main" id="{DC7F0FCD-E9B1-37D5-9B34-4BFD70C96C8D}"/>
              </a:ext>
            </a:extLst>
          </p:cNvPr>
          <p:cNvSpPr>
            <a:spLocks noGrp="1"/>
          </p:cNvSpPr>
          <p:nvPr>
            <p:ph type="body" sz="quarter" idx="61" hasCustomPrompt="1"/>
          </p:nvPr>
        </p:nvSpPr>
        <p:spPr>
          <a:xfrm>
            <a:off x="8961612" y="4369448"/>
            <a:ext cx="2465385" cy="1282146"/>
          </a:xfrm>
          <a:prstGeom prst="rect">
            <a:avLst/>
          </a:prstGeom>
        </p:spPr>
        <p:txBody>
          <a:bodyPr lIns="0" tIns="0" rIns="0" bIns="0">
            <a:noAutofit/>
          </a:bodyPr>
          <a:lstStyle>
            <a:lvl1pPr marL="0" indent="0">
              <a:lnSpc>
                <a:spcPct val="100000"/>
              </a:lnSpc>
              <a:buNone/>
              <a:defRPr sz="12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52" name="Marcador de texto 4">
            <a:extLst>
              <a:ext uri="{FF2B5EF4-FFF2-40B4-BE49-F238E27FC236}">
                <a16:creationId xmlns:a16="http://schemas.microsoft.com/office/drawing/2014/main" id="{FCF05967-4B1E-B537-F4D3-8A65261DADB9}"/>
              </a:ext>
            </a:extLst>
          </p:cNvPr>
          <p:cNvSpPr>
            <a:spLocks noGrp="1"/>
          </p:cNvSpPr>
          <p:nvPr>
            <p:ph type="body" sz="quarter" idx="62" hasCustomPrompt="1"/>
          </p:nvPr>
        </p:nvSpPr>
        <p:spPr>
          <a:xfrm>
            <a:off x="8961610" y="4059560"/>
            <a:ext cx="2465387" cy="294648"/>
          </a:xfrm>
          <a:prstGeom prst="rect">
            <a:avLst/>
          </a:prstGeom>
        </p:spPr>
        <p:txBody>
          <a:bodyPr lIns="0" tIns="0" rIns="0" bIns="0">
            <a:noAutofit/>
          </a:bodyPr>
          <a:lstStyle>
            <a:lvl1pPr marL="0" indent="0">
              <a:lnSpc>
                <a:spcPct val="100000"/>
              </a:lnSpc>
              <a:buNone/>
              <a:defRPr sz="16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 de párrafo</a:t>
            </a:r>
          </a:p>
        </p:txBody>
      </p:sp>
      <p:cxnSp>
        <p:nvCxnSpPr>
          <p:cNvPr id="53" name="Conector recto 52">
            <a:extLst>
              <a:ext uri="{FF2B5EF4-FFF2-40B4-BE49-F238E27FC236}">
                <a16:creationId xmlns:a16="http://schemas.microsoft.com/office/drawing/2014/main" id="{875F6326-4D92-41D9-B9A5-254D02620795}"/>
              </a:ext>
            </a:extLst>
          </p:cNvPr>
          <p:cNvCxnSpPr>
            <a:cxnSpLocks/>
          </p:cNvCxnSpPr>
          <p:nvPr userDrawn="1"/>
        </p:nvCxnSpPr>
        <p:spPr>
          <a:xfrm>
            <a:off x="6105309" y="3878817"/>
            <a:ext cx="248112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54" name="Grupo 53">
            <a:extLst>
              <a:ext uri="{FF2B5EF4-FFF2-40B4-BE49-F238E27FC236}">
                <a16:creationId xmlns:a16="http://schemas.microsoft.com/office/drawing/2014/main" id="{BAAC05BF-DE5A-EAA1-3494-17DC881460D8}"/>
              </a:ext>
            </a:extLst>
          </p:cNvPr>
          <p:cNvGrpSpPr/>
          <p:nvPr userDrawn="1"/>
        </p:nvGrpSpPr>
        <p:grpSpPr>
          <a:xfrm rot="5400000">
            <a:off x="7253972" y="3788562"/>
            <a:ext cx="183795" cy="183795"/>
            <a:chOff x="2103120" y="3131820"/>
            <a:chExt cx="182880" cy="182880"/>
          </a:xfrm>
          <a:solidFill>
            <a:schemeClr val="accent3"/>
          </a:solidFill>
        </p:grpSpPr>
        <p:sp>
          <p:nvSpPr>
            <p:cNvPr id="55" name="Elipse 54">
              <a:extLst>
                <a:ext uri="{FF2B5EF4-FFF2-40B4-BE49-F238E27FC236}">
                  <a16:creationId xmlns:a16="http://schemas.microsoft.com/office/drawing/2014/main" id="{8DD9BB87-7481-F40C-3357-8922693B7FB2}"/>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6" name="object 21">
              <a:extLst>
                <a:ext uri="{FF2B5EF4-FFF2-40B4-BE49-F238E27FC236}">
                  <a16:creationId xmlns:a16="http://schemas.microsoft.com/office/drawing/2014/main" id="{9E947DCF-B981-BB7D-9ADE-88958CED8370}"/>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57" name="Marcador de posición de imagen 4">
            <a:extLst>
              <a:ext uri="{FF2B5EF4-FFF2-40B4-BE49-F238E27FC236}">
                <a16:creationId xmlns:a16="http://schemas.microsoft.com/office/drawing/2014/main" id="{5038F0D2-142B-B786-EE9D-573D376C7BC1}"/>
              </a:ext>
            </a:extLst>
          </p:cNvPr>
          <p:cNvSpPr>
            <a:spLocks noGrp="1"/>
          </p:cNvSpPr>
          <p:nvPr>
            <p:ph type="pic" sz="quarter" idx="63"/>
          </p:nvPr>
        </p:nvSpPr>
        <p:spPr>
          <a:xfrm>
            <a:off x="6121044" y="4062612"/>
            <a:ext cx="2465384" cy="158898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58" name="Marcador de posición de imagen 4">
            <a:extLst>
              <a:ext uri="{FF2B5EF4-FFF2-40B4-BE49-F238E27FC236}">
                <a16:creationId xmlns:a16="http://schemas.microsoft.com/office/drawing/2014/main" id="{7E25E360-0BD1-0C03-BE72-C30F7B7E95DD}"/>
              </a:ext>
            </a:extLst>
          </p:cNvPr>
          <p:cNvSpPr>
            <a:spLocks noGrp="1"/>
          </p:cNvSpPr>
          <p:nvPr>
            <p:ph type="pic" sz="quarter" idx="64"/>
          </p:nvPr>
        </p:nvSpPr>
        <p:spPr>
          <a:xfrm>
            <a:off x="8967483" y="2137947"/>
            <a:ext cx="2465384" cy="158898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cxnSp>
        <p:nvCxnSpPr>
          <p:cNvPr id="59" name="Conector recto 58">
            <a:extLst>
              <a:ext uri="{FF2B5EF4-FFF2-40B4-BE49-F238E27FC236}">
                <a16:creationId xmlns:a16="http://schemas.microsoft.com/office/drawing/2014/main" id="{C05A1AF4-8C40-C230-165B-56C39AFE3A1A}"/>
              </a:ext>
            </a:extLst>
          </p:cNvPr>
          <p:cNvCxnSpPr>
            <a:cxnSpLocks/>
          </p:cNvCxnSpPr>
          <p:nvPr userDrawn="1"/>
        </p:nvCxnSpPr>
        <p:spPr>
          <a:xfrm>
            <a:off x="8973870" y="3878817"/>
            <a:ext cx="248112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60" name="Grupo 59">
            <a:extLst>
              <a:ext uri="{FF2B5EF4-FFF2-40B4-BE49-F238E27FC236}">
                <a16:creationId xmlns:a16="http://schemas.microsoft.com/office/drawing/2014/main" id="{B05E4C48-AA3C-3075-A401-5219CF1469A3}"/>
              </a:ext>
            </a:extLst>
          </p:cNvPr>
          <p:cNvGrpSpPr/>
          <p:nvPr userDrawn="1"/>
        </p:nvGrpSpPr>
        <p:grpSpPr>
          <a:xfrm rot="5400000">
            <a:off x="10122533" y="3788562"/>
            <a:ext cx="183795" cy="183795"/>
            <a:chOff x="2103120" y="3131820"/>
            <a:chExt cx="182880" cy="182880"/>
          </a:xfrm>
          <a:solidFill>
            <a:schemeClr val="accent3"/>
          </a:solidFill>
        </p:grpSpPr>
        <p:sp>
          <p:nvSpPr>
            <p:cNvPr id="61" name="Elipse 60">
              <a:extLst>
                <a:ext uri="{FF2B5EF4-FFF2-40B4-BE49-F238E27FC236}">
                  <a16:creationId xmlns:a16="http://schemas.microsoft.com/office/drawing/2014/main" id="{2D9F7112-8D24-3FCB-E8EE-398C09D576C9}"/>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2" name="object 21">
              <a:extLst>
                <a:ext uri="{FF2B5EF4-FFF2-40B4-BE49-F238E27FC236}">
                  <a16:creationId xmlns:a16="http://schemas.microsoft.com/office/drawing/2014/main" id="{ADD83FF3-8FC2-AB5A-B332-4A144DBD32A4}"/>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2" name="object 9">
            <a:extLst>
              <a:ext uri="{FF2B5EF4-FFF2-40B4-BE49-F238E27FC236}">
                <a16:creationId xmlns:a16="http://schemas.microsoft.com/office/drawing/2014/main" id="{C8C87E55-1053-09F2-0FE7-981AA0734C95}"/>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3935943868"/>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 Textos con imagen">
    <p:spTree>
      <p:nvGrpSpPr>
        <p:cNvPr id="1" name=""/>
        <p:cNvGrpSpPr/>
        <p:nvPr/>
      </p:nvGrpSpPr>
      <p:grpSpPr>
        <a:xfrm>
          <a:off x="0" y="0"/>
          <a:ext cx="0" cy="0"/>
          <a:chOff x="0" y="0"/>
          <a:chExt cx="0" cy="0"/>
        </a:xfrm>
      </p:grpSpPr>
      <p:sp>
        <p:nvSpPr>
          <p:cNvPr id="19" name="Marcador de texto 4">
            <a:extLst>
              <a:ext uri="{FF2B5EF4-FFF2-40B4-BE49-F238E27FC236}">
                <a16:creationId xmlns:a16="http://schemas.microsoft.com/office/drawing/2014/main" id="{E0C86575-1BCD-4949-9EA5-B7F6F2815E85}"/>
              </a:ext>
            </a:extLst>
          </p:cNvPr>
          <p:cNvSpPr>
            <a:spLocks noGrp="1"/>
          </p:cNvSpPr>
          <p:nvPr>
            <p:ph type="body" sz="quarter" idx="50" hasCustomPrompt="1"/>
          </p:nvPr>
        </p:nvSpPr>
        <p:spPr>
          <a:xfrm>
            <a:off x="442914" y="4306258"/>
            <a:ext cx="1946910" cy="1537826"/>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20" name="Marcador de texto 4">
            <a:extLst>
              <a:ext uri="{FF2B5EF4-FFF2-40B4-BE49-F238E27FC236}">
                <a16:creationId xmlns:a16="http://schemas.microsoft.com/office/drawing/2014/main" id="{286FB7D4-43F9-4AF5-8A85-3CBBD799CFC3}"/>
              </a:ext>
            </a:extLst>
          </p:cNvPr>
          <p:cNvSpPr>
            <a:spLocks noGrp="1"/>
          </p:cNvSpPr>
          <p:nvPr>
            <p:ph type="body" sz="quarter" idx="51" hasCustomPrompt="1"/>
          </p:nvPr>
        </p:nvSpPr>
        <p:spPr>
          <a:xfrm>
            <a:off x="442913" y="3996369"/>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a:t>
            </a:r>
          </a:p>
        </p:txBody>
      </p:sp>
      <p:cxnSp>
        <p:nvCxnSpPr>
          <p:cNvPr id="2" name="Conector recto 1">
            <a:extLst>
              <a:ext uri="{FF2B5EF4-FFF2-40B4-BE49-F238E27FC236}">
                <a16:creationId xmlns:a16="http://schemas.microsoft.com/office/drawing/2014/main" id="{720935A5-9D4A-E556-FF1C-E7ABF3E8BCF2}"/>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ítulo 16">
            <a:extLst>
              <a:ext uri="{FF2B5EF4-FFF2-40B4-BE49-F238E27FC236}">
                <a16:creationId xmlns:a16="http://schemas.microsoft.com/office/drawing/2014/main" id="{4844DE91-FA31-6975-31F7-4F73110BF10D}"/>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4" name="Marcador de texto 23">
            <a:extLst>
              <a:ext uri="{FF2B5EF4-FFF2-40B4-BE49-F238E27FC236}">
                <a16:creationId xmlns:a16="http://schemas.microsoft.com/office/drawing/2014/main" id="{D00530BA-1ACE-F674-55CB-4DAE272663F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6" name="Marcador de texto 4">
            <a:extLst>
              <a:ext uri="{FF2B5EF4-FFF2-40B4-BE49-F238E27FC236}">
                <a16:creationId xmlns:a16="http://schemas.microsoft.com/office/drawing/2014/main" id="{261A55F0-846F-B5DC-A2CC-E5076062F414}"/>
              </a:ext>
            </a:extLst>
          </p:cNvPr>
          <p:cNvSpPr>
            <a:spLocks noGrp="1"/>
          </p:cNvSpPr>
          <p:nvPr>
            <p:ph type="body" sz="quarter" idx="52" hasCustomPrompt="1"/>
          </p:nvPr>
        </p:nvSpPr>
        <p:spPr>
          <a:xfrm>
            <a:off x="2692043" y="4306258"/>
            <a:ext cx="1946910" cy="1537826"/>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8" name="Marcador de texto 4">
            <a:extLst>
              <a:ext uri="{FF2B5EF4-FFF2-40B4-BE49-F238E27FC236}">
                <a16:creationId xmlns:a16="http://schemas.microsoft.com/office/drawing/2014/main" id="{CCEE5F8D-7C9B-7ED1-DCE0-E1B53350D07C}"/>
              </a:ext>
            </a:extLst>
          </p:cNvPr>
          <p:cNvSpPr>
            <a:spLocks noGrp="1"/>
          </p:cNvSpPr>
          <p:nvPr>
            <p:ph type="body" sz="quarter" idx="53" hasCustomPrompt="1"/>
          </p:nvPr>
        </p:nvSpPr>
        <p:spPr>
          <a:xfrm>
            <a:off x="2703103" y="3996369"/>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a:t>
            </a:r>
          </a:p>
        </p:txBody>
      </p:sp>
      <p:sp>
        <p:nvSpPr>
          <p:cNvPr id="9" name="Marcador de texto 4">
            <a:extLst>
              <a:ext uri="{FF2B5EF4-FFF2-40B4-BE49-F238E27FC236}">
                <a16:creationId xmlns:a16="http://schemas.microsoft.com/office/drawing/2014/main" id="{9D97341D-C7D0-793B-72A5-5B961A4564E3}"/>
              </a:ext>
            </a:extLst>
          </p:cNvPr>
          <p:cNvSpPr>
            <a:spLocks noGrp="1"/>
          </p:cNvSpPr>
          <p:nvPr>
            <p:ph type="body" sz="quarter" idx="54" hasCustomPrompt="1"/>
          </p:nvPr>
        </p:nvSpPr>
        <p:spPr>
          <a:xfrm>
            <a:off x="4941172" y="4306258"/>
            <a:ext cx="1946910" cy="1537826"/>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10" name="Marcador de texto 4">
            <a:extLst>
              <a:ext uri="{FF2B5EF4-FFF2-40B4-BE49-F238E27FC236}">
                <a16:creationId xmlns:a16="http://schemas.microsoft.com/office/drawing/2014/main" id="{F131B232-E55E-9421-8C3B-A6FF21EA31A4}"/>
              </a:ext>
            </a:extLst>
          </p:cNvPr>
          <p:cNvSpPr>
            <a:spLocks noGrp="1"/>
          </p:cNvSpPr>
          <p:nvPr>
            <p:ph type="body" sz="quarter" idx="55" hasCustomPrompt="1"/>
          </p:nvPr>
        </p:nvSpPr>
        <p:spPr>
          <a:xfrm>
            <a:off x="4941172" y="3996369"/>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a:t>
            </a:r>
          </a:p>
        </p:txBody>
      </p:sp>
      <p:sp>
        <p:nvSpPr>
          <p:cNvPr id="11" name="Marcador de texto 4">
            <a:extLst>
              <a:ext uri="{FF2B5EF4-FFF2-40B4-BE49-F238E27FC236}">
                <a16:creationId xmlns:a16="http://schemas.microsoft.com/office/drawing/2014/main" id="{9C009D3D-A192-0518-5EDC-76B6E843C996}"/>
              </a:ext>
            </a:extLst>
          </p:cNvPr>
          <p:cNvSpPr>
            <a:spLocks noGrp="1"/>
          </p:cNvSpPr>
          <p:nvPr>
            <p:ph type="body" sz="quarter" idx="56" hasCustomPrompt="1"/>
          </p:nvPr>
        </p:nvSpPr>
        <p:spPr>
          <a:xfrm>
            <a:off x="7190300" y="4306258"/>
            <a:ext cx="1946910" cy="1537826"/>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12" name="Marcador de texto 4">
            <a:extLst>
              <a:ext uri="{FF2B5EF4-FFF2-40B4-BE49-F238E27FC236}">
                <a16:creationId xmlns:a16="http://schemas.microsoft.com/office/drawing/2014/main" id="{D5054331-B8F2-508B-5205-1C112EABAA72}"/>
              </a:ext>
            </a:extLst>
          </p:cNvPr>
          <p:cNvSpPr>
            <a:spLocks noGrp="1"/>
          </p:cNvSpPr>
          <p:nvPr>
            <p:ph type="body" sz="quarter" idx="57" hasCustomPrompt="1"/>
          </p:nvPr>
        </p:nvSpPr>
        <p:spPr>
          <a:xfrm>
            <a:off x="7190300" y="3996369"/>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a:t>
            </a:r>
          </a:p>
        </p:txBody>
      </p:sp>
      <p:sp>
        <p:nvSpPr>
          <p:cNvPr id="13" name="Marcador de texto 4">
            <a:extLst>
              <a:ext uri="{FF2B5EF4-FFF2-40B4-BE49-F238E27FC236}">
                <a16:creationId xmlns:a16="http://schemas.microsoft.com/office/drawing/2014/main" id="{0D6047B4-6814-0F4F-7E9A-CE907EA62DA0}"/>
              </a:ext>
            </a:extLst>
          </p:cNvPr>
          <p:cNvSpPr>
            <a:spLocks noGrp="1"/>
          </p:cNvSpPr>
          <p:nvPr>
            <p:ph type="body" sz="quarter" idx="58" hasCustomPrompt="1"/>
          </p:nvPr>
        </p:nvSpPr>
        <p:spPr>
          <a:xfrm>
            <a:off x="9483674" y="4306258"/>
            <a:ext cx="1946910" cy="1537826"/>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14" name="Marcador de texto 4">
            <a:extLst>
              <a:ext uri="{FF2B5EF4-FFF2-40B4-BE49-F238E27FC236}">
                <a16:creationId xmlns:a16="http://schemas.microsoft.com/office/drawing/2014/main" id="{64D32550-0170-EB97-8EA5-1E7B202CC09E}"/>
              </a:ext>
            </a:extLst>
          </p:cNvPr>
          <p:cNvSpPr>
            <a:spLocks noGrp="1"/>
          </p:cNvSpPr>
          <p:nvPr>
            <p:ph type="body" sz="quarter" idx="59" hasCustomPrompt="1"/>
          </p:nvPr>
        </p:nvSpPr>
        <p:spPr>
          <a:xfrm>
            <a:off x="9483673" y="3996369"/>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a:t>
            </a:r>
          </a:p>
        </p:txBody>
      </p:sp>
      <p:sp>
        <p:nvSpPr>
          <p:cNvPr id="5" name="Marcador de posición de imagen 4">
            <a:extLst>
              <a:ext uri="{FF2B5EF4-FFF2-40B4-BE49-F238E27FC236}">
                <a16:creationId xmlns:a16="http://schemas.microsoft.com/office/drawing/2014/main" id="{3CAB8914-0EF2-0E23-9BAA-B7BD8B441D8F}"/>
              </a:ext>
            </a:extLst>
          </p:cNvPr>
          <p:cNvSpPr>
            <a:spLocks noGrp="1"/>
          </p:cNvSpPr>
          <p:nvPr>
            <p:ph type="pic" sz="quarter" idx="60"/>
          </p:nvPr>
        </p:nvSpPr>
        <p:spPr>
          <a:xfrm>
            <a:off x="453976" y="2133600"/>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7" name="Marcador de posición de imagen 4">
            <a:extLst>
              <a:ext uri="{FF2B5EF4-FFF2-40B4-BE49-F238E27FC236}">
                <a16:creationId xmlns:a16="http://schemas.microsoft.com/office/drawing/2014/main" id="{D71646B0-F608-ED59-82AC-379DC270D805}"/>
              </a:ext>
            </a:extLst>
          </p:cNvPr>
          <p:cNvSpPr>
            <a:spLocks noGrp="1"/>
          </p:cNvSpPr>
          <p:nvPr>
            <p:ph type="pic" sz="quarter" idx="61"/>
          </p:nvPr>
        </p:nvSpPr>
        <p:spPr>
          <a:xfrm>
            <a:off x="2688357" y="2133600"/>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15" name="Marcador de posición de imagen 4">
            <a:extLst>
              <a:ext uri="{FF2B5EF4-FFF2-40B4-BE49-F238E27FC236}">
                <a16:creationId xmlns:a16="http://schemas.microsoft.com/office/drawing/2014/main" id="{CAD9905B-A468-06CE-8978-711E205DE008}"/>
              </a:ext>
            </a:extLst>
          </p:cNvPr>
          <p:cNvSpPr>
            <a:spLocks noGrp="1"/>
          </p:cNvSpPr>
          <p:nvPr>
            <p:ph type="pic" sz="quarter" idx="62"/>
          </p:nvPr>
        </p:nvSpPr>
        <p:spPr>
          <a:xfrm>
            <a:off x="4937487" y="2133600"/>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16" name="Marcador de posición de imagen 4">
            <a:extLst>
              <a:ext uri="{FF2B5EF4-FFF2-40B4-BE49-F238E27FC236}">
                <a16:creationId xmlns:a16="http://schemas.microsoft.com/office/drawing/2014/main" id="{B71095AE-1E97-E735-2479-48C2F53385ED}"/>
              </a:ext>
            </a:extLst>
          </p:cNvPr>
          <p:cNvSpPr>
            <a:spLocks noGrp="1"/>
          </p:cNvSpPr>
          <p:nvPr>
            <p:ph type="pic" sz="quarter" idx="63"/>
          </p:nvPr>
        </p:nvSpPr>
        <p:spPr>
          <a:xfrm>
            <a:off x="7171867" y="2133600"/>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17" name="Marcador de posición de imagen 4">
            <a:extLst>
              <a:ext uri="{FF2B5EF4-FFF2-40B4-BE49-F238E27FC236}">
                <a16:creationId xmlns:a16="http://schemas.microsoft.com/office/drawing/2014/main" id="{C13F77A1-ECCE-BCAE-C5A2-E53A2B07B351}"/>
              </a:ext>
            </a:extLst>
          </p:cNvPr>
          <p:cNvSpPr>
            <a:spLocks noGrp="1"/>
          </p:cNvSpPr>
          <p:nvPr>
            <p:ph type="pic" sz="quarter" idx="64"/>
          </p:nvPr>
        </p:nvSpPr>
        <p:spPr>
          <a:xfrm>
            <a:off x="9472616" y="2133600"/>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18" name="object 9">
            <a:extLst>
              <a:ext uri="{FF2B5EF4-FFF2-40B4-BE49-F238E27FC236}">
                <a16:creationId xmlns:a16="http://schemas.microsoft.com/office/drawing/2014/main" id="{5D4AEE88-33AA-CFCB-2B16-DB5B7CECA15E}"/>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1926171478"/>
      </p:ext>
    </p:extLst>
  </p:cSld>
  <p:clrMapOvr>
    <a:masterClrMapping/>
  </p:clrMapOvr>
  <p:extLst>
    <p:ext uri="{DCECCB84-F9BA-43D5-87BE-67443E8EF086}">
      <p15:sldGuideLst xmlns:p15="http://schemas.microsoft.com/office/powerpoint/2012/main">
        <p15:guide id="1" pos="404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 Textos con imagen 2">
    <p:spTree>
      <p:nvGrpSpPr>
        <p:cNvPr id="1" name=""/>
        <p:cNvGrpSpPr/>
        <p:nvPr/>
      </p:nvGrpSpPr>
      <p:grpSpPr>
        <a:xfrm>
          <a:off x="0" y="0"/>
          <a:ext cx="0" cy="0"/>
          <a:chOff x="0" y="0"/>
          <a:chExt cx="0" cy="0"/>
        </a:xfrm>
      </p:grpSpPr>
      <p:sp>
        <p:nvSpPr>
          <p:cNvPr id="19" name="Marcador de texto 4">
            <a:extLst>
              <a:ext uri="{FF2B5EF4-FFF2-40B4-BE49-F238E27FC236}">
                <a16:creationId xmlns:a16="http://schemas.microsoft.com/office/drawing/2014/main" id="{E0C86575-1BCD-4949-9EA5-B7F6F2815E85}"/>
              </a:ext>
            </a:extLst>
          </p:cNvPr>
          <p:cNvSpPr>
            <a:spLocks noGrp="1"/>
          </p:cNvSpPr>
          <p:nvPr>
            <p:ph type="body" sz="quarter" idx="50" hasCustomPrompt="1"/>
          </p:nvPr>
        </p:nvSpPr>
        <p:spPr>
          <a:xfrm>
            <a:off x="442914" y="2443488"/>
            <a:ext cx="1946910" cy="1386625"/>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20" name="Marcador de texto 4">
            <a:extLst>
              <a:ext uri="{FF2B5EF4-FFF2-40B4-BE49-F238E27FC236}">
                <a16:creationId xmlns:a16="http://schemas.microsoft.com/office/drawing/2014/main" id="{286FB7D4-43F9-4AF5-8A85-3CBBD799CFC3}"/>
              </a:ext>
            </a:extLst>
          </p:cNvPr>
          <p:cNvSpPr>
            <a:spLocks noGrp="1"/>
          </p:cNvSpPr>
          <p:nvPr>
            <p:ph type="body" sz="quarter" idx="51" hasCustomPrompt="1"/>
          </p:nvPr>
        </p:nvSpPr>
        <p:spPr>
          <a:xfrm>
            <a:off x="442913" y="2133600"/>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a:t>
            </a:r>
          </a:p>
        </p:txBody>
      </p:sp>
      <p:cxnSp>
        <p:nvCxnSpPr>
          <p:cNvPr id="2" name="Conector recto 1">
            <a:extLst>
              <a:ext uri="{FF2B5EF4-FFF2-40B4-BE49-F238E27FC236}">
                <a16:creationId xmlns:a16="http://schemas.microsoft.com/office/drawing/2014/main" id="{720935A5-9D4A-E556-FF1C-E7ABF3E8BCF2}"/>
              </a:ext>
            </a:extLst>
          </p:cNvPr>
          <p:cNvCxnSpPr>
            <a:cxnSpLocks/>
          </p:cNvCxnSpPr>
          <p:nvPr userDrawn="1"/>
        </p:nvCxnSpPr>
        <p:spPr>
          <a:xfrm>
            <a:off x="442913" y="1013917"/>
            <a:ext cx="10982325"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ítulo 16">
            <a:extLst>
              <a:ext uri="{FF2B5EF4-FFF2-40B4-BE49-F238E27FC236}">
                <a16:creationId xmlns:a16="http://schemas.microsoft.com/office/drawing/2014/main" id="{4844DE91-FA31-6975-31F7-4F73110BF10D}"/>
              </a:ext>
            </a:extLst>
          </p:cNvPr>
          <p:cNvSpPr>
            <a:spLocks noGrp="1"/>
          </p:cNvSpPr>
          <p:nvPr>
            <p:ph type="title"/>
          </p:nvPr>
        </p:nvSpPr>
        <p:spPr>
          <a:xfrm>
            <a:off x="427179" y="1098875"/>
            <a:ext cx="11006171" cy="354970"/>
          </a:xfrm>
          <a:prstGeom prst="rect">
            <a:avLst/>
          </a:prstGeom>
        </p:spPr>
        <p:txBody>
          <a:bodyPr lIns="0" tIns="0" rIns="0" bIns="0"/>
          <a:lstStyle>
            <a:lvl1pPr>
              <a:defRPr sz="2800"/>
            </a:lvl1pPr>
          </a:lstStyle>
          <a:p>
            <a:r>
              <a:rPr lang="es-ES"/>
              <a:t>Haga clic para modificar el estilo de título del patrón</a:t>
            </a:r>
          </a:p>
        </p:txBody>
      </p:sp>
      <p:sp>
        <p:nvSpPr>
          <p:cNvPr id="4" name="Marcador de texto 23">
            <a:extLst>
              <a:ext uri="{FF2B5EF4-FFF2-40B4-BE49-F238E27FC236}">
                <a16:creationId xmlns:a16="http://schemas.microsoft.com/office/drawing/2014/main" id="{D00530BA-1ACE-F674-55CB-4DAE272663F0}"/>
              </a:ext>
            </a:extLst>
          </p:cNvPr>
          <p:cNvSpPr>
            <a:spLocks noGrp="1"/>
          </p:cNvSpPr>
          <p:nvPr>
            <p:ph type="body" sz="quarter" idx="10"/>
          </p:nvPr>
        </p:nvSpPr>
        <p:spPr>
          <a:xfrm>
            <a:off x="435293" y="1499565"/>
            <a:ext cx="10998058" cy="282294"/>
          </a:xfrm>
          <a:prstGeom prst="rect">
            <a:avLst/>
          </a:prstGeom>
        </p:spPr>
        <p:txBody>
          <a:bodyPr lIns="0" tIns="0" rIns="0" bIns="0"/>
          <a:lstStyle>
            <a:lvl1pPr marL="0" indent="0">
              <a:buNone/>
              <a:defRPr sz="2000">
                <a:solidFill>
                  <a:schemeClr val="accent2"/>
                </a:solidFill>
                <a:latin typeface="+mj-lt"/>
              </a:defRPr>
            </a:lvl1pPr>
            <a:lvl2pPr marL="371475" indent="0">
              <a:buNone/>
              <a:defRPr/>
            </a:lvl2pPr>
          </a:lstStyle>
          <a:p>
            <a:pPr lvl="0"/>
            <a:r>
              <a:rPr lang="es-ES"/>
              <a:t>Haga clic para modificar los estilos de texto del patrón</a:t>
            </a:r>
          </a:p>
        </p:txBody>
      </p:sp>
      <p:sp>
        <p:nvSpPr>
          <p:cNvPr id="6" name="Marcador de texto 4">
            <a:extLst>
              <a:ext uri="{FF2B5EF4-FFF2-40B4-BE49-F238E27FC236}">
                <a16:creationId xmlns:a16="http://schemas.microsoft.com/office/drawing/2014/main" id="{261A55F0-846F-B5DC-A2CC-E5076062F414}"/>
              </a:ext>
            </a:extLst>
          </p:cNvPr>
          <p:cNvSpPr>
            <a:spLocks noGrp="1"/>
          </p:cNvSpPr>
          <p:nvPr>
            <p:ph type="body" sz="quarter" idx="52" hasCustomPrompt="1"/>
          </p:nvPr>
        </p:nvSpPr>
        <p:spPr>
          <a:xfrm>
            <a:off x="2692043" y="4500887"/>
            <a:ext cx="1946910" cy="1398348"/>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8" name="Marcador de texto 4">
            <a:extLst>
              <a:ext uri="{FF2B5EF4-FFF2-40B4-BE49-F238E27FC236}">
                <a16:creationId xmlns:a16="http://schemas.microsoft.com/office/drawing/2014/main" id="{CCEE5F8D-7C9B-7ED1-DCE0-E1B53350D07C}"/>
              </a:ext>
            </a:extLst>
          </p:cNvPr>
          <p:cNvSpPr>
            <a:spLocks noGrp="1"/>
          </p:cNvSpPr>
          <p:nvPr>
            <p:ph type="body" sz="quarter" idx="53" hasCustomPrompt="1"/>
          </p:nvPr>
        </p:nvSpPr>
        <p:spPr>
          <a:xfrm>
            <a:off x="2701260" y="4190998"/>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a:t>
            </a:r>
          </a:p>
        </p:txBody>
      </p:sp>
      <p:sp>
        <p:nvSpPr>
          <p:cNvPr id="5" name="Marcador de posición de imagen 4">
            <a:extLst>
              <a:ext uri="{FF2B5EF4-FFF2-40B4-BE49-F238E27FC236}">
                <a16:creationId xmlns:a16="http://schemas.microsoft.com/office/drawing/2014/main" id="{E89AB406-2F5E-3B57-2E1A-E595E4545FD1}"/>
              </a:ext>
            </a:extLst>
          </p:cNvPr>
          <p:cNvSpPr>
            <a:spLocks noGrp="1"/>
          </p:cNvSpPr>
          <p:nvPr>
            <p:ph type="pic" sz="quarter" idx="42"/>
          </p:nvPr>
        </p:nvSpPr>
        <p:spPr>
          <a:xfrm>
            <a:off x="442914" y="4202721"/>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15" name="Marcador de posición de imagen 4">
            <a:extLst>
              <a:ext uri="{FF2B5EF4-FFF2-40B4-BE49-F238E27FC236}">
                <a16:creationId xmlns:a16="http://schemas.microsoft.com/office/drawing/2014/main" id="{4240CADC-3112-4952-0FD6-7E99D5696A22}"/>
              </a:ext>
            </a:extLst>
          </p:cNvPr>
          <p:cNvSpPr>
            <a:spLocks noGrp="1"/>
          </p:cNvSpPr>
          <p:nvPr>
            <p:ph type="pic" sz="quarter" idx="60"/>
          </p:nvPr>
        </p:nvSpPr>
        <p:spPr>
          <a:xfrm>
            <a:off x="2701260" y="2133600"/>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cxnSp>
        <p:nvCxnSpPr>
          <p:cNvPr id="16" name="Conector recto 15">
            <a:extLst>
              <a:ext uri="{FF2B5EF4-FFF2-40B4-BE49-F238E27FC236}">
                <a16:creationId xmlns:a16="http://schemas.microsoft.com/office/drawing/2014/main" id="{4D8F8246-F4A7-4DFA-BA9F-B0321E7F74E1}"/>
              </a:ext>
            </a:extLst>
          </p:cNvPr>
          <p:cNvCxnSpPr>
            <a:cxnSpLocks/>
          </p:cNvCxnSpPr>
          <p:nvPr userDrawn="1"/>
        </p:nvCxnSpPr>
        <p:spPr>
          <a:xfrm>
            <a:off x="442913" y="4014774"/>
            <a:ext cx="194691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17" name="Grupo 16">
            <a:extLst>
              <a:ext uri="{FF2B5EF4-FFF2-40B4-BE49-F238E27FC236}">
                <a16:creationId xmlns:a16="http://schemas.microsoft.com/office/drawing/2014/main" id="{0616E3BC-A058-7D3E-5857-461A2BD63534}"/>
              </a:ext>
            </a:extLst>
          </p:cNvPr>
          <p:cNvGrpSpPr/>
          <p:nvPr userDrawn="1"/>
        </p:nvGrpSpPr>
        <p:grpSpPr>
          <a:xfrm rot="5400000">
            <a:off x="1324471" y="3924519"/>
            <a:ext cx="183795" cy="183795"/>
            <a:chOff x="2103120" y="3131820"/>
            <a:chExt cx="182880" cy="182880"/>
          </a:xfrm>
          <a:solidFill>
            <a:schemeClr val="accent3"/>
          </a:solidFill>
        </p:grpSpPr>
        <p:sp>
          <p:nvSpPr>
            <p:cNvPr id="18" name="Elipse 17">
              <a:extLst>
                <a:ext uri="{FF2B5EF4-FFF2-40B4-BE49-F238E27FC236}">
                  <a16:creationId xmlns:a16="http://schemas.microsoft.com/office/drawing/2014/main" id="{1CB3EB1C-242A-D41A-9D2E-19A21BB431E1}"/>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object 21">
              <a:extLst>
                <a:ext uri="{FF2B5EF4-FFF2-40B4-BE49-F238E27FC236}">
                  <a16:creationId xmlns:a16="http://schemas.microsoft.com/office/drawing/2014/main" id="{A97E1CB6-69C6-68E2-C915-C0C0AD7B814E}"/>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cxnSp>
        <p:nvCxnSpPr>
          <p:cNvPr id="23" name="Conector recto 22">
            <a:extLst>
              <a:ext uri="{FF2B5EF4-FFF2-40B4-BE49-F238E27FC236}">
                <a16:creationId xmlns:a16="http://schemas.microsoft.com/office/drawing/2014/main" id="{398C877F-EA11-2106-96DC-92BEFCC2B74F}"/>
              </a:ext>
            </a:extLst>
          </p:cNvPr>
          <p:cNvCxnSpPr>
            <a:cxnSpLocks/>
          </p:cNvCxnSpPr>
          <p:nvPr userDrawn="1"/>
        </p:nvCxnSpPr>
        <p:spPr>
          <a:xfrm>
            <a:off x="2677293" y="4014774"/>
            <a:ext cx="194691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24" name="Grupo 23">
            <a:extLst>
              <a:ext uri="{FF2B5EF4-FFF2-40B4-BE49-F238E27FC236}">
                <a16:creationId xmlns:a16="http://schemas.microsoft.com/office/drawing/2014/main" id="{FF1FFD12-396F-FB9E-52C0-F0DEC2A81289}"/>
              </a:ext>
            </a:extLst>
          </p:cNvPr>
          <p:cNvGrpSpPr/>
          <p:nvPr userDrawn="1"/>
        </p:nvGrpSpPr>
        <p:grpSpPr>
          <a:xfrm rot="16200000">
            <a:off x="3558851" y="3924519"/>
            <a:ext cx="183795" cy="183795"/>
            <a:chOff x="2103120" y="3131820"/>
            <a:chExt cx="182880" cy="182880"/>
          </a:xfrm>
          <a:solidFill>
            <a:schemeClr val="accent3"/>
          </a:solidFill>
        </p:grpSpPr>
        <p:sp>
          <p:nvSpPr>
            <p:cNvPr id="25" name="Elipse 24">
              <a:extLst>
                <a:ext uri="{FF2B5EF4-FFF2-40B4-BE49-F238E27FC236}">
                  <a16:creationId xmlns:a16="http://schemas.microsoft.com/office/drawing/2014/main" id="{06679CFC-C61C-DC41-2449-042A97111DC9}"/>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object 21">
              <a:extLst>
                <a:ext uri="{FF2B5EF4-FFF2-40B4-BE49-F238E27FC236}">
                  <a16:creationId xmlns:a16="http://schemas.microsoft.com/office/drawing/2014/main" id="{26C45C85-560C-5469-05F6-253EEE78E15F}"/>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27" name="Marcador de texto 4">
            <a:extLst>
              <a:ext uri="{FF2B5EF4-FFF2-40B4-BE49-F238E27FC236}">
                <a16:creationId xmlns:a16="http://schemas.microsoft.com/office/drawing/2014/main" id="{1F23610E-7FAD-2869-601E-1537682C7C1D}"/>
              </a:ext>
            </a:extLst>
          </p:cNvPr>
          <p:cNvSpPr>
            <a:spLocks noGrp="1"/>
          </p:cNvSpPr>
          <p:nvPr>
            <p:ph type="body" sz="quarter" idx="61" hasCustomPrompt="1"/>
          </p:nvPr>
        </p:nvSpPr>
        <p:spPr>
          <a:xfrm>
            <a:off x="4959608" y="2443488"/>
            <a:ext cx="1946910" cy="1386625"/>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28" name="Marcador de texto 4">
            <a:extLst>
              <a:ext uri="{FF2B5EF4-FFF2-40B4-BE49-F238E27FC236}">
                <a16:creationId xmlns:a16="http://schemas.microsoft.com/office/drawing/2014/main" id="{FA82BA17-27E6-098D-CFA1-88E8DDC90AE5}"/>
              </a:ext>
            </a:extLst>
          </p:cNvPr>
          <p:cNvSpPr>
            <a:spLocks noGrp="1"/>
          </p:cNvSpPr>
          <p:nvPr>
            <p:ph type="body" sz="quarter" idx="62" hasCustomPrompt="1"/>
          </p:nvPr>
        </p:nvSpPr>
        <p:spPr>
          <a:xfrm>
            <a:off x="4959606" y="2133600"/>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a:t>
            </a:r>
          </a:p>
        </p:txBody>
      </p:sp>
      <p:sp>
        <p:nvSpPr>
          <p:cNvPr id="29" name="Marcador de texto 4">
            <a:extLst>
              <a:ext uri="{FF2B5EF4-FFF2-40B4-BE49-F238E27FC236}">
                <a16:creationId xmlns:a16="http://schemas.microsoft.com/office/drawing/2014/main" id="{68658030-79D3-585D-0A2D-F7E5BAD4BE3F}"/>
              </a:ext>
            </a:extLst>
          </p:cNvPr>
          <p:cNvSpPr>
            <a:spLocks noGrp="1"/>
          </p:cNvSpPr>
          <p:nvPr>
            <p:ph type="body" sz="quarter" idx="63" hasCustomPrompt="1"/>
          </p:nvPr>
        </p:nvSpPr>
        <p:spPr>
          <a:xfrm>
            <a:off x="7190301" y="4500887"/>
            <a:ext cx="1946910" cy="1398348"/>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30" name="Marcador de texto 4">
            <a:extLst>
              <a:ext uri="{FF2B5EF4-FFF2-40B4-BE49-F238E27FC236}">
                <a16:creationId xmlns:a16="http://schemas.microsoft.com/office/drawing/2014/main" id="{688EB891-90C2-480E-D845-86022E2DAB1A}"/>
              </a:ext>
            </a:extLst>
          </p:cNvPr>
          <p:cNvSpPr>
            <a:spLocks noGrp="1"/>
          </p:cNvSpPr>
          <p:nvPr>
            <p:ph type="body" sz="quarter" idx="64" hasCustomPrompt="1"/>
          </p:nvPr>
        </p:nvSpPr>
        <p:spPr>
          <a:xfrm>
            <a:off x="7217953" y="4190998"/>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a:t>
            </a:r>
          </a:p>
        </p:txBody>
      </p:sp>
      <p:sp>
        <p:nvSpPr>
          <p:cNvPr id="31" name="Marcador de posición de imagen 4">
            <a:extLst>
              <a:ext uri="{FF2B5EF4-FFF2-40B4-BE49-F238E27FC236}">
                <a16:creationId xmlns:a16="http://schemas.microsoft.com/office/drawing/2014/main" id="{4ABD8147-F782-B3D7-275E-E4E2B036EA96}"/>
              </a:ext>
            </a:extLst>
          </p:cNvPr>
          <p:cNvSpPr>
            <a:spLocks noGrp="1"/>
          </p:cNvSpPr>
          <p:nvPr>
            <p:ph type="pic" sz="quarter" idx="65"/>
          </p:nvPr>
        </p:nvSpPr>
        <p:spPr>
          <a:xfrm>
            <a:off x="4959607" y="4202721"/>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sp>
        <p:nvSpPr>
          <p:cNvPr id="32" name="Marcador de posición de imagen 4">
            <a:extLst>
              <a:ext uri="{FF2B5EF4-FFF2-40B4-BE49-F238E27FC236}">
                <a16:creationId xmlns:a16="http://schemas.microsoft.com/office/drawing/2014/main" id="{1202389D-0181-3F48-044A-8261751F5270}"/>
              </a:ext>
            </a:extLst>
          </p:cNvPr>
          <p:cNvSpPr>
            <a:spLocks noGrp="1"/>
          </p:cNvSpPr>
          <p:nvPr>
            <p:ph type="pic" sz="quarter" idx="66"/>
          </p:nvPr>
        </p:nvSpPr>
        <p:spPr>
          <a:xfrm>
            <a:off x="7217953" y="2133600"/>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cxnSp>
        <p:nvCxnSpPr>
          <p:cNvPr id="33" name="Conector recto 32">
            <a:extLst>
              <a:ext uri="{FF2B5EF4-FFF2-40B4-BE49-F238E27FC236}">
                <a16:creationId xmlns:a16="http://schemas.microsoft.com/office/drawing/2014/main" id="{CB1EE8BD-3524-584D-789A-A1FF3BD2EA77}"/>
              </a:ext>
            </a:extLst>
          </p:cNvPr>
          <p:cNvCxnSpPr>
            <a:cxnSpLocks/>
          </p:cNvCxnSpPr>
          <p:nvPr userDrawn="1"/>
        </p:nvCxnSpPr>
        <p:spPr>
          <a:xfrm>
            <a:off x="4941171" y="4014774"/>
            <a:ext cx="194691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34" name="Grupo 33">
            <a:extLst>
              <a:ext uri="{FF2B5EF4-FFF2-40B4-BE49-F238E27FC236}">
                <a16:creationId xmlns:a16="http://schemas.microsoft.com/office/drawing/2014/main" id="{FE2DD44D-DD94-D0E2-3C2C-BD578D30B400}"/>
              </a:ext>
            </a:extLst>
          </p:cNvPr>
          <p:cNvGrpSpPr/>
          <p:nvPr userDrawn="1"/>
        </p:nvGrpSpPr>
        <p:grpSpPr>
          <a:xfrm rot="5400000">
            <a:off x="5822729" y="3924519"/>
            <a:ext cx="183795" cy="183795"/>
            <a:chOff x="2103120" y="3131820"/>
            <a:chExt cx="182880" cy="182880"/>
          </a:xfrm>
          <a:solidFill>
            <a:schemeClr val="accent3"/>
          </a:solidFill>
        </p:grpSpPr>
        <p:sp>
          <p:nvSpPr>
            <p:cNvPr id="35" name="Elipse 34">
              <a:extLst>
                <a:ext uri="{FF2B5EF4-FFF2-40B4-BE49-F238E27FC236}">
                  <a16:creationId xmlns:a16="http://schemas.microsoft.com/office/drawing/2014/main" id="{F8792E93-4202-0365-0540-92C616B79E5F}"/>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object 21">
              <a:extLst>
                <a:ext uri="{FF2B5EF4-FFF2-40B4-BE49-F238E27FC236}">
                  <a16:creationId xmlns:a16="http://schemas.microsoft.com/office/drawing/2014/main" id="{CECDA316-981A-EC02-1003-82CD8AEB3C5B}"/>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cxnSp>
        <p:nvCxnSpPr>
          <p:cNvPr id="37" name="Conector recto 36">
            <a:extLst>
              <a:ext uri="{FF2B5EF4-FFF2-40B4-BE49-F238E27FC236}">
                <a16:creationId xmlns:a16="http://schemas.microsoft.com/office/drawing/2014/main" id="{69EDC75B-4B85-D945-5461-BE4475FF7D12}"/>
              </a:ext>
            </a:extLst>
          </p:cNvPr>
          <p:cNvCxnSpPr>
            <a:cxnSpLocks/>
          </p:cNvCxnSpPr>
          <p:nvPr userDrawn="1"/>
        </p:nvCxnSpPr>
        <p:spPr>
          <a:xfrm>
            <a:off x="7175551" y="4014774"/>
            <a:ext cx="194691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38" name="Grupo 37">
            <a:extLst>
              <a:ext uri="{FF2B5EF4-FFF2-40B4-BE49-F238E27FC236}">
                <a16:creationId xmlns:a16="http://schemas.microsoft.com/office/drawing/2014/main" id="{051AA1D8-EA36-280F-CF33-D62B93C81D6B}"/>
              </a:ext>
            </a:extLst>
          </p:cNvPr>
          <p:cNvGrpSpPr/>
          <p:nvPr userDrawn="1"/>
        </p:nvGrpSpPr>
        <p:grpSpPr>
          <a:xfrm rot="16200000">
            <a:off x="8057109" y="3924519"/>
            <a:ext cx="183795" cy="183795"/>
            <a:chOff x="2103120" y="3131820"/>
            <a:chExt cx="182880" cy="182880"/>
          </a:xfrm>
          <a:solidFill>
            <a:schemeClr val="accent3"/>
          </a:solidFill>
        </p:grpSpPr>
        <p:sp>
          <p:nvSpPr>
            <p:cNvPr id="39" name="Elipse 38">
              <a:extLst>
                <a:ext uri="{FF2B5EF4-FFF2-40B4-BE49-F238E27FC236}">
                  <a16:creationId xmlns:a16="http://schemas.microsoft.com/office/drawing/2014/main" id="{33E52A0F-7238-A5E5-4594-64A8C53B1C3B}"/>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object 21">
              <a:extLst>
                <a:ext uri="{FF2B5EF4-FFF2-40B4-BE49-F238E27FC236}">
                  <a16:creationId xmlns:a16="http://schemas.microsoft.com/office/drawing/2014/main" id="{34C612A8-151D-488B-617A-C2A372576159}"/>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41" name="Marcador de texto 4">
            <a:extLst>
              <a:ext uri="{FF2B5EF4-FFF2-40B4-BE49-F238E27FC236}">
                <a16:creationId xmlns:a16="http://schemas.microsoft.com/office/drawing/2014/main" id="{01A5D6AC-5817-8663-A23F-E92CCC913B8B}"/>
              </a:ext>
            </a:extLst>
          </p:cNvPr>
          <p:cNvSpPr>
            <a:spLocks noGrp="1"/>
          </p:cNvSpPr>
          <p:nvPr>
            <p:ph type="body" sz="quarter" idx="67" hasCustomPrompt="1"/>
          </p:nvPr>
        </p:nvSpPr>
        <p:spPr>
          <a:xfrm>
            <a:off x="9476301" y="2443488"/>
            <a:ext cx="1946910" cy="1386625"/>
          </a:xfrm>
          <a:prstGeom prst="rect">
            <a:avLst/>
          </a:prstGeom>
        </p:spPr>
        <p:txBody>
          <a:bodyPr lIns="0" tIns="0" rIns="0" bIns="0">
            <a:noAutofit/>
          </a:bodyPr>
          <a:lstStyle>
            <a:lvl1pPr marL="0" indent="0">
              <a:lnSpc>
                <a:spcPct val="100000"/>
              </a:lnSpc>
              <a:buNone/>
              <a:defRPr sz="1000" i="0" baseline="0">
                <a:solidFill>
                  <a:schemeClr val="tx1"/>
                </a:solidFill>
                <a:latin typeface="Santander Text Light" panose="020B03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Haga clic para añadir texto</a:t>
            </a:r>
          </a:p>
        </p:txBody>
      </p:sp>
      <p:sp>
        <p:nvSpPr>
          <p:cNvPr id="42" name="Marcador de texto 4">
            <a:extLst>
              <a:ext uri="{FF2B5EF4-FFF2-40B4-BE49-F238E27FC236}">
                <a16:creationId xmlns:a16="http://schemas.microsoft.com/office/drawing/2014/main" id="{18B5728E-6CFB-9EDF-31F6-483939501EAA}"/>
              </a:ext>
            </a:extLst>
          </p:cNvPr>
          <p:cNvSpPr>
            <a:spLocks noGrp="1"/>
          </p:cNvSpPr>
          <p:nvPr>
            <p:ph type="body" sz="quarter" idx="68" hasCustomPrompt="1"/>
          </p:nvPr>
        </p:nvSpPr>
        <p:spPr>
          <a:xfrm>
            <a:off x="9476300" y="2133600"/>
            <a:ext cx="1946910" cy="294648"/>
          </a:xfrm>
          <a:prstGeom prst="rect">
            <a:avLst/>
          </a:prstGeom>
        </p:spPr>
        <p:txBody>
          <a:bodyPr lIns="0" tIns="0" rIns="0" bIns="0">
            <a:noAutofit/>
          </a:bodyPr>
          <a:lstStyle>
            <a:lvl1pPr marL="0" indent="0">
              <a:lnSpc>
                <a:spcPct val="100000"/>
              </a:lnSpc>
              <a:buNone/>
              <a:defRPr sz="1400" b="0" i="0" baseline="0">
                <a:solidFill>
                  <a:schemeClr val="tx1"/>
                </a:solidFill>
                <a:latin typeface="Santander Headline" panose="020B0504020201020104" pitchFamily="34" charset="0"/>
                <a:cs typeface="Arial" panose="020B06040202020202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s-ES"/>
              <a:t>Título</a:t>
            </a:r>
          </a:p>
        </p:txBody>
      </p:sp>
      <p:sp>
        <p:nvSpPr>
          <p:cNvPr id="43" name="Marcador de posición de imagen 4">
            <a:extLst>
              <a:ext uri="{FF2B5EF4-FFF2-40B4-BE49-F238E27FC236}">
                <a16:creationId xmlns:a16="http://schemas.microsoft.com/office/drawing/2014/main" id="{F2A17E28-6C4A-B97F-42D5-C8CA4EB981F9}"/>
              </a:ext>
            </a:extLst>
          </p:cNvPr>
          <p:cNvSpPr>
            <a:spLocks noGrp="1"/>
          </p:cNvSpPr>
          <p:nvPr>
            <p:ph type="pic" sz="quarter" idx="69"/>
          </p:nvPr>
        </p:nvSpPr>
        <p:spPr>
          <a:xfrm>
            <a:off x="9476301" y="4202721"/>
            <a:ext cx="1946909" cy="1696513"/>
          </a:xfrm>
          <a:prstGeom prst="roundRect">
            <a:avLst>
              <a:gd name="adj" fmla="val 0"/>
            </a:avLst>
          </a:prstGeom>
          <a:solidFill>
            <a:schemeClr val="bg2">
              <a:lumMod val="20000"/>
              <a:lumOff val="80000"/>
            </a:schemeClr>
          </a:solidFill>
        </p:spPr>
        <p:txBody>
          <a:bodyPr/>
          <a:lstStyle>
            <a:lvl1pPr marL="0" indent="0">
              <a:buNone/>
              <a:defRPr sz="2000"/>
            </a:lvl1pPr>
          </a:lstStyle>
          <a:p>
            <a:endParaRPr lang="es-ES"/>
          </a:p>
        </p:txBody>
      </p:sp>
      <p:cxnSp>
        <p:nvCxnSpPr>
          <p:cNvPr id="44" name="Conector recto 43">
            <a:extLst>
              <a:ext uri="{FF2B5EF4-FFF2-40B4-BE49-F238E27FC236}">
                <a16:creationId xmlns:a16="http://schemas.microsoft.com/office/drawing/2014/main" id="{65DC1C1C-FA24-AF09-1754-96F20A2B9936}"/>
              </a:ext>
            </a:extLst>
          </p:cNvPr>
          <p:cNvCxnSpPr>
            <a:cxnSpLocks/>
          </p:cNvCxnSpPr>
          <p:nvPr userDrawn="1"/>
        </p:nvCxnSpPr>
        <p:spPr>
          <a:xfrm>
            <a:off x="9476300" y="4014774"/>
            <a:ext cx="194691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45" name="Grupo 44">
            <a:extLst>
              <a:ext uri="{FF2B5EF4-FFF2-40B4-BE49-F238E27FC236}">
                <a16:creationId xmlns:a16="http://schemas.microsoft.com/office/drawing/2014/main" id="{F8704D83-0B05-CCC0-E8C1-8D7BBB79BBE4}"/>
              </a:ext>
            </a:extLst>
          </p:cNvPr>
          <p:cNvGrpSpPr/>
          <p:nvPr userDrawn="1"/>
        </p:nvGrpSpPr>
        <p:grpSpPr>
          <a:xfrm rot="5400000">
            <a:off x="10357858" y="3924519"/>
            <a:ext cx="183795" cy="183795"/>
            <a:chOff x="2103120" y="3131820"/>
            <a:chExt cx="182880" cy="182880"/>
          </a:xfrm>
          <a:solidFill>
            <a:schemeClr val="accent3"/>
          </a:solidFill>
        </p:grpSpPr>
        <p:sp>
          <p:nvSpPr>
            <p:cNvPr id="46" name="Elipse 45">
              <a:extLst>
                <a:ext uri="{FF2B5EF4-FFF2-40B4-BE49-F238E27FC236}">
                  <a16:creationId xmlns:a16="http://schemas.microsoft.com/office/drawing/2014/main" id="{83E959CA-3CB4-E2C6-41F8-585525010A7F}"/>
                </a:ext>
              </a:extLst>
            </p:cNvPr>
            <p:cNvSpPr/>
            <p:nvPr/>
          </p:nvSpPr>
          <p:spPr>
            <a:xfrm>
              <a:off x="2103120" y="3131820"/>
              <a:ext cx="182880" cy="1828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7" name="object 21">
              <a:extLst>
                <a:ext uri="{FF2B5EF4-FFF2-40B4-BE49-F238E27FC236}">
                  <a16:creationId xmlns:a16="http://schemas.microsoft.com/office/drawing/2014/main" id="{5963B631-6B90-7F34-23F3-FE26F0E80682}"/>
                </a:ext>
              </a:extLst>
            </p:cNvPr>
            <p:cNvSpPr/>
            <p:nvPr/>
          </p:nvSpPr>
          <p:spPr>
            <a:xfrm>
              <a:off x="2165985" y="3166110"/>
              <a:ext cx="57150" cy="114300"/>
            </a:xfrm>
            <a:custGeom>
              <a:avLst/>
              <a:gdLst/>
              <a:ahLst/>
              <a:cxnLst/>
              <a:rect l="l" t="t" r="r" b="b"/>
              <a:pathLst>
                <a:path w="57150" h="114300">
                  <a:moveTo>
                    <a:pt x="0" y="113791"/>
                  </a:moveTo>
                  <a:lnTo>
                    <a:pt x="56896" y="56895"/>
                  </a:lnTo>
                  <a:lnTo>
                    <a:pt x="0" y="0"/>
                  </a:lnTo>
                </a:path>
              </a:pathLst>
            </a:custGeom>
            <a:grpFill/>
            <a:ln w="12699">
              <a:solidFill>
                <a:srgbClr val="FFFFFF"/>
              </a:solidFill>
            </a:ln>
          </p:spPr>
          <p:txBody>
            <a:bodyPr wrap="square" lIns="0" tIns="0" rIns="0" bIns="0" rtlCol="0"/>
            <a:lstStyle/>
            <a:p>
              <a:endParaRPr/>
            </a:p>
          </p:txBody>
        </p:sp>
      </p:grpSp>
      <p:sp>
        <p:nvSpPr>
          <p:cNvPr id="7" name="object 9">
            <a:extLst>
              <a:ext uri="{FF2B5EF4-FFF2-40B4-BE49-F238E27FC236}">
                <a16:creationId xmlns:a16="http://schemas.microsoft.com/office/drawing/2014/main" id="{4AB256B0-799A-553F-DB2F-BB7D8C9BFB3D}"/>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1208477211"/>
      </p:ext>
    </p:extLst>
  </p:cSld>
  <p:clrMapOvr>
    <a:masterClrMapping/>
  </p:clrMapOvr>
  <p:extLst>
    <p:ext uri="{DCECCB84-F9BA-43D5-87BE-67443E8EF086}">
      <p15:sldGuideLst xmlns:p15="http://schemas.microsoft.com/office/powerpoint/2012/main">
        <p15:guide id="1" pos="404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menu01">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00EEE69-69F3-0DDC-075C-6159B669288A}"/>
              </a:ext>
            </a:extLst>
          </p:cNvPr>
          <p:cNvGraphicFramePr>
            <a:graphicFrameLocks noChangeAspect="1"/>
          </p:cNvGraphicFramePr>
          <p:nvPr userDrawn="1">
            <p:custDataLst>
              <p:tags r:id="rId1"/>
            </p:custDataLst>
            <p:extLst>
              <p:ext uri="{D42A27DB-BD31-4B8C-83A1-F6EECF244321}">
                <p14:modId xmlns:p14="http://schemas.microsoft.com/office/powerpoint/2010/main" val="29945799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47" imgH="348" progId="TCLayout.ActiveDocument.1">
                  <p:embed/>
                </p:oleObj>
              </mc:Choice>
              <mc:Fallback>
                <p:oleObj name="Diapositiva de think-cell" r:id="rId3" imgW="347" imgH="348" progId="TCLayout.ActiveDocument.1">
                  <p:embed/>
                  <p:pic>
                    <p:nvPicPr>
                      <p:cNvPr id="3" name="think-cell data - do not delete" hidden="1">
                        <a:extLst>
                          <a:ext uri="{FF2B5EF4-FFF2-40B4-BE49-F238E27FC236}">
                            <a16:creationId xmlns:a16="http://schemas.microsoft.com/office/drawing/2014/main" id="{A00EEE69-69F3-0DDC-075C-6159B669288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object 9">
            <a:extLst>
              <a:ext uri="{FF2B5EF4-FFF2-40B4-BE49-F238E27FC236}">
                <a16:creationId xmlns:a16="http://schemas.microsoft.com/office/drawing/2014/main" id="{E4CA41B8-8E7C-EF5B-D133-0512D9F8FA29}"/>
              </a:ext>
            </a:extLst>
          </p:cNvPr>
          <p:cNvSpPr txBox="1">
            <a:spLocks/>
          </p:cNvSpPr>
          <p:nvPr userDrawn="1"/>
        </p:nvSpPr>
        <p:spPr>
          <a:xfrm>
            <a:off x="11775946" y="6460524"/>
            <a:ext cx="358904" cy="123111"/>
          </a:xfrm>
          <a:prstGeom prst="rect">
            <a:avLst/>
          </a:prstGeom>
        </p:spPr>
        <p:txBody>
          <a:bodyPr vert="horz" wrap="square" lIns="0" tIns="0" rIns="0" bIns="0" rtlCol="0">
            <a:spAutoFit/>
          </a:bodyPr>
          <a:lstStyle>
            <a:defPPr>
              <a:defRPr lang="es-ES"/>
            </a:defPPr>
            <a:lvl1pPr marL="0" algn="l" defTabSz="914400" rtl="0" eaLnBrk="1" latinLnBrk="0" hangingPunct="1">
              <a:defRPr lang="es-ES" sz="800" b="0" i="0" kern="1200" smtClean="0">
                <a:solidFill>
                  <a:srgbClr val="005370"/>
                </a:solidFill>
                <a:latin typeface="Santander Headline"/>
                <a:ea typeface="+mn-ea"/>
                <a:cs typeface="Santander Headline"/>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Bef>
                <a:spcPts val="204"/>
              </a:spcBef>
            </a:pPr>
            <a:fld id="{81D60167-4931-47E6-BA6A-407CBD079E47}" type="slidenum">
              <a:rPr lang="en-US" smtClean="0"/>
              <a:pPr>
                <a:spcBef>
                  <a:spcPts val="204"/>
                </a:spcBef>
              </a:pPr>
              <a:t>‹Nº›</a:t>
            </a:fld>
            <a:endParaRPr lang="en-US"/>
          </a:p>
        </p:txBody>
      </p:sp>
    </p:spTree>
    <p:extLst>
      <p:ext uri="{BB962C8B-B14F-4D97-AF65-F5344CB8AC3E}">
        <p14:creationId xmlns:p14="http://schemas.microsoft.com/office/powerpoint/2010/main" val="2877658650"/>
      </p:ext>
    </p:extLst>
  </p:cSld>
  <p:clrMapOvr>
    <a:masterClrMapping/>
  </p:clrMapOvr>
  <p:extLst>
    <p:ext uri="{DCECCB84-F9BA-43D5-87BE-67443E8EF086}">
      <p15:sldGuideLst xmlns:p15="http://schemas.microsoft.com/office/powerpoint/2012/main">
        <p15:guide id="2" pos="7401"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lide DTB">
    <p:bg>
      <p:bgPr>
        <a:solidFill>
          <a:schemeClr val="accent1"/>
        </a:solidFill>
        <a:effectLst/>
      </p:bgPr>
    </p:bg>
    <p:spTree>
      <p:nvGrpSpPr>
        <p:cNvPr id="1" name=""/>
        <p:cNvGrpSpPr/>
        <p:nvPr/>
      </p:nvGrpSpPr>
      <p:grpSpPr>
        <a:xfrm>
          <a:off x="0" y="0"/>
          <a:ext cx="0" cy="0"/>
          <a:chOff x="0" y="0"/>
          <a:chExt cx="0" cy="0"/>
        </a:xfrm>
      </p:grpSpPr>
      <p:sp>
        <p:nvSpPr>
          <p:cNvPr id="19" name="Rectángulo 18">
            <a:extLst>
              <a:ext uri="{FF2B5EF4-FFF2-40B4-BE49-F238E27FC236}">
                <a16:creationId xmlns:a16="http://schemas.microsoft.com/office/drawing/2014/main" id="{390554E6-3632-C264-8334-24EC2878E9A5}"/>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3" name="think-cell data - do not delete" hidden="1">
            <a:extLst>
              <a:ext uri="{FF2B5EF4-FFF2-40B4-BE49-F238E27FC236}">
                <a16:creationId xmlns:a16="http://schemas.microsoft.com/office/drawing/2014/main" id="{E8FC8A5C-E13C-DC52-4258-46FBB4CCA401}"/>
              </a:ext>
            </a:extLst>
          </p:cNvPr>
          <p:cNvGraphicFramePr>
            <a:graphicFrameLocks noChangeAspect="1"/>
          </p:cNvGraphicFramePr>
          <p:nvPr userDrawn="1">
            <p:custDataLst>
              <p:tags r:id="rId1"/>
            </p:custDataLst>
            <p:extLst>
              <p:ext uri="{D42A27DB-BD31-4B8C-83A1-F6EECF244321}">
                <p14:modId xmlns:p14="http://schemas.microsoft.com/office/powerpoint/2010/main" val="7050590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47" imgH="348" progId="TCLayout.ActiveDocument.1">
                  <p:embed/>
                </p:oleObj>
              </mc:Choice>
              <mc:Fallback>
                <p:oleObj name="Diapositiva de think-cell" r:id="rId3" imgW="347" imgH="348" progId="TCLayout.ActiveDocument.1">
                  <p:embed/>
                  <p:pic>
                    <p:nvPicPr>
                      <p:cNvPr id="3" name="think-cell data - do not delete" hidden="1">
                        <a:extLst>
                          <a:ext uri="{FF2B5EF4-FFF2-40B4-BE49-F238E27FC236}">
                            <a16:creationId xmlns:a16="http://schemas.microsoft.com/office/drawing/2014/main" id="{E8FC8A5C-E13C-DC52-4258-46FBB4CCA40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ángulo 1">
            <a:extLst>
              <a:ext uri="{FF2B5EF4-FFF2-40B4-BE49-F238E27FC236}">
                <a16:creationId xmlns:a16="http://schemas.microsoft.com/office/drawing/2014/main" id="{D39175EB-A6F1-4463-9476-78BB190E4B5E}"/>
              </a:ext>
            </a:extLst>
          </p:cNvPr>
          <p:cNvSpPr/>
          <p:nvPr userDrawn="1"/>
        </p:nvSpPr>
        <p:spPr>
          <a:xfrm>
            <a:off x="0" y="0"/>
            <a:ext cx="12192000" cy="698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800"/>
          </a:p>
        </p:txBody>
      </p:sp>
      <p:sp>
        <p:nvSpPr>
          <p:cNvPr id="6" name="Título 16">
            <a:extLst>
              <a:ext uri="{FF2B5EF4-FFF2-40B4-BE49-F238E27FC236}">
                <a16:creationId xmlns:a16="http://schemas.microsoft.com/office/drawing/2014/main" id="{EFBA1E30-6971-1E75-6EA0-79A1CE700AA7}"/>
              </a:ext>
            </a:extLst>
          </p:cNvPr>
          <p:cNvSpPr>
            <a:spLocks noGrp="1"/>
          </p:cNvSpPr>
          <p:nvPr>
            <p:ph type="title"/>
          </p:nvPr>
        </p:nvSpPr>
        <p:spPr>
          <a:xfrm>
            <a:off x="427179" y="1098875"/>
            <a:ext cx="11006171" cy="354970"/>
          </a:xfrm>
          <a:prstGeom prst="rect">
            <a:avLst/>
          </a:prstGeom>
        </p:spPr>
        <p:txBody>
          <a:bodyPr lIns="0" tIns="0" rIns="0" bIns="0"/>
          <a:lstStyle>
            <a:lvl1pPr>
              <a:defRPr sz="2800">
                <a:solidFill>
                  <a:schemeClr val="bg1"/>
                </a:solidFill>
              </a:defRPr>
            </a:lvl1pPr>
          </a:lstStyle>
          <a:p>
            <a:r>
              <a:rPr lang="es-ES"/>
              <a:t>Haga clic para modificar el estilo de título del patrón</a:t>
            </a:r>
          </a:p>
        </p:txBody>
      </p:sp>
      <p:pic>
        <p:nvPicPr>
          <p:cNvPr id="7" name="Gráfico 6">
            <a:extLst>
              <a:ext uri="{FF2B5EF4-FFF2-40B4-BE49-F238E27FC236}">
                <a16:creationId xmlns:a16="http://schemas.microsoft.com/office/drawing/2014/main" id="{22484267-94A8-7A22-AD77-D37A7CEC1F98}"/>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442913" y="182663"/>
            <a:ext cx="3942212" cy="644400"/>
          </a:xfrm>
          <a:prstGeom prst="rect">
            <a:avLst/>
          </a:prstGeom>
        </p:spPr>
      </p:pic>
      <p:sp>
        <p:nvSpPr>
          <p:cNvPr id="4" name="object 9">
            <a:extLst>
              <a:ext uri="{FF2B5EF4-FFF2-40B4-BE49-F238E27FC236}">
                <a16:creationId xmlns:a16="http://schemas.microsoft.com/office/drawing/2014/main" id="{F65A6247-1AD9-E43E-9660-F1EB049E7F7B}"/>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chemeClr val="bg1"/>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
        <p:nvSpPr>
          <p:cNvPr id="5" name="object 2">
            <a:extLst>
              <a:ext uri="{FF2B5EF4-FFF2-40B4-BE49-F238E27FC236}">
                <a16:creationId xmlns:a16="http://schemas.microsoft.com/office/drawing/2014/main" id="{40FBFEC2-3C7B-FAC7-80C7-311BB95C9D61}"/>
              </a:ext>
            </a:extLst>
          </p:cNvPr>
          <p:cNvSpPr txBox="1"/>
          <p:nvPr userDrawn="1"/>
        </p:nvSpPr>
        <p:spPr>
          <a:xfrm>
            <a:off x="11775946" y="1183350"/>
            <a:ext cx="123111" cy="5209531"/>
          </a:xfrm>
          <a:prstGeom prst="rect">
            <a:avLst/>
          </a:prstGeom>
        </p:spPr>
        <p:txBody>
          <a:bodyPr vert="vert270" wrap="square" lIns="0" tIns="26034" rIns="0" bIns="0" rtlCol="0">
            <a:spAutoFit/>
          </a:bodyPr>
          <a:lstStyle/>
          <a:p>
            <a:pPr marL="12700" rtl="0">
              <a:lnSpc>
                <a:spcPct val="100000"/>
              </a:lnSpc>
              <a:spcBef>
                <a:spcPts val="204"/>
              </a:spcBef>
            </a:pPr>
            <a:r>
              <a:rPr lang="es-ES" sz="800" b="1">
                <a:solidFill>
                  <a:schemeClr val="bg1"/>
                </a:solidFill>
                <a:latin typeface="Santander Headline"/>
                <a:cs typeface="Santander Headline"/>
              </a:rPr>
              <a:t>Título presentación |  </a:t>
            </a:r>
            <a:r>
              <a:rPr lang="es-ES" sz="800" b="0">
                <a:solidFill>
                  <a:schemeClr val="bg1"/>
                </a:solidFill>
                <a:latin typeface="Santander Headline"/>
                <a:cs typeface="Santander Headline"/>
              </a:rPr>
              <a:t>Privada</a:t>
            </a:r>
            <a:endParaRPr lang="en-US" sz="800" b="0">
              <a:solidFill>
                <a:schemeClr val="bg1"/>
              </a:solidFill>
              <a:latin typeface="Santander Text Light" panose="020B0304020201020104" pitchFamily="34" charset="0"/>
              <a:cs typeface="Santander Headline"/>
            </a:endParaRPr>
          </a:p>
        </p:txBody>
      </p:sp>
      <p:cxnSp>
        <p:nvCxnSpPr>
          <p:cNvPr id="11" name="Conector recto 10">
            <a:extLst>
              <a:ext uri="{FF2B5EF4-FFF2-40B4-BE49-F238E27FC236}">
                <a16:creationId xmlns:a16="http://schemas.microsoft.com/office/drawing/2014/main" id="{BEFFD4EB-E9D7-87F7-377D-E7DCEA2368D8}"/>
              </a:ext>
            </a:extLst>
          </p:cNvPr>
          <p:cNvCxnSpPr/>
          <p:nvPr userDrawn="1"/>
        </p:nvCxnSpPr>
        <p:spPr>
          <a:xfrm>
            <a:off x="11775946" y="6422100"/>
            <a:ext cx="416054"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0698831"/>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losing_DTB">
    <p:bg>
      <p:bgPr>
        <a:solidFill>
          <a:schemeClr val="accent1"/>
        </a:solidFill>
        <a:effectLst/>
      </p:bgPr>
    </p:bg>
    <p:spTree>
      <p:nvGrpSpPr>
        <p:cNvPr id="1" name=""/>
        <p:cNvGrpSpPr/>
        <p:nvPr/>
      </p:nvGrpSpPr>
      <p:grpSpPr>
        <a:xfrm>
          <a:off x="0" y="0"/>
          <a:ext cx="0" cy="0"/>
          <a:chOff x="0" y="0"/>
          <a:chExt cx="0" cy="0"/>
        </a:xfrm>
      </p:grpSpPr>
      <p:sp>
        <p:nvSpPr>
          <p:cNvPr id="19" name="Rectángulo 18">
            <a:extLst>
              <a:ext uri="{FF2B5EF4-FFF2-40B4-BE49-F238E27FC236}">
                <a16:creationId xmlns:a16="http://schemas.microsoft.com/office/drawing/2014/main" id="{390554E6-3632-C264-8334-24EC2878E9A5}"/>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3" name="think-cell data - do not delete" hidden="1">
            <a:extLst>
              <a:ext uri="{FF2B5EF4-FFF2-40B4-BE49-F238E27FC236}">
                <a16:creationId xmlns:a16="http://schemas.microsoft.com/office/drawing/2014/main" id="{E8FC8A5C-E13C-DC52-4258-46FBB4CCA401}"/>
              </a:ext>
            </a:extLst>
          </p:cNvPr>
          <p:cNvGraphicFramePr>
            <a:graphicFrameLocks noChangeAspect="1"/>
          </p:cNvGraphicFramePr>
          <p:nvPr userDrawn="1">
            <p:custDataLst>
              <p:tags r:id="rId1"/>
            </p:custDataLst>
            <p:extLst>
              <p:ext uri="{D42A27DB-BD31-4B8C-83A1-F6EECF244321}">
                <p14:modId xmlns:p14="http://schemas.microsoft.com/office/powerpoint/2010/main" val="7050590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47" imgH="348" progId="TCLayout.ActiveDocument.1">
                  <p:embed/>
                </p:oleObj>
              </mc:Choice>
              <mc:Fallback>
                <p:oleObj name="Diapositiva de think-cell" r:id="rId3" imgW="347" imgH="348" progId="TCLayout.ActiveDocument.1">
                  <p:embed/>
                  <p:pic>
                    <p:nvPicPr>
                      <p:cNvPr id="3" name="think-cell data - do not delete" hidden="1">
                        <a:extLst>
                          <a:ext uri="{FF2B5EF4-FFF2-40B4-BE49-F238E27FC236}">
                            <a16:creationId xmlns:a16="http://schemas.microsoft.com/office/drawing/2014/main" id="{E8FC8A5C-E13C-DC52-4258-46FBB4CCA40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ángulo 1">
            <a:extLst>
              <a:ext uri="{FF2B5EF4-FFF2-40B4-BE49-F238E27FC236}">
                <a16:creationId xmlns:a16="http://schemas.microsoft.com/office/drawing/2014/main" id="{D39175EB-A6F1-4463-9476-78BB190E4B5E}"/>
              </a:ext>
            </a:extLst>
          </p:cNvPr>
          <p:cNvSpPr/>
          <p:nvPr userDrawn="1"/>
        </p:nvSpPr>
        <p:spPr>
          <a:xfrm>
            <a:off x="0" y="0"/>
            <a:ext cx="12192000" cy="698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sz="1800"/>
          </a:p>
        </p:txBody>
      </p:sp>
      <p:sp>
        <p:nvSpPr>
          <p:cNvPr id="13" name="Marcador de texto 4">
            <a:extLst>
              <a:ext uri="{FF2B5EF4-FFF2-40B4-BE49-F238E27FC236}">
                <a16:creationId xmlns:a16="http://schemas.microsoft.com/office/drawing/2014/main" id="{541D3E9F-AE0E-3033-076C-7700DD4396D0}"/>
              </a:ext>
            </a:extLst>
          </p:cNvPr>
          <p:cNvSpPr>
            <a:spLocks noGrp="1"/>
          </p:cNvSpPr>
          <p:nvPr>
            <p:ph type="body" sz="quarter" idx="49" hasCustomPrompt="1"/>
          </p:nvPr>
        </p:nvSpPr>
        <p:spPr>
          <a:xfrm>
            <a:off x="3832057" y="3009082"/>
            <a:ext cx="2111953" cy="619900"/>
          </a:xfrm>
          <a:prstGeom prst="rect">
            <a:avLst/>
          </a:prstGeom>
        </p:spPr>
        <p:txBody>
          <a:bodyPr lIns="0" tIns="0" rIns="0" bIns="0">
            <a:noAutofit/>
          </a:bodyPr>
          <a:lstStyle>
            <a:lvl1pPr marL="0" indent="0" algn="r" rtl="0">
              <a:lnSpc>
                <a:spcPct val="120000"/>
              </a:lnSpc>
              <a:buNone/>
              <a:defRPr sz="3400" b="0" i="0" baseline="0">
                <a:solidFill>
                  <a:schemeClr val="bg1"/>
                </a:solidFill>
                <a:latin typeface="Santander Headline" panose="020B0504020201020104" pitchFamily="34" charset="0"/>
                <a:cs typeface="Santander Headline Light" panose="020B03040202010101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pPr lvl="0"/>
            <a:r>
              <a:rPr lang="en-US"/>
              <a:t>Thank you</a:t>
            </a:r>
          </a:p>
        </p:txBody>
      </p:sp>
      <p:cxnSp>
        <p:nvCxnSpPr>
          <p:cNvPr id="14" name="Conector recto 13">
            <a:extLst>
              <a:ext uri="{FF2B5EF4-FFF2-40B4-BE49-F238E27FC236}">
                <a16:creationId xmlns:a16="http://schemas.microsoft.com/office/drawing/2014/main" id="{A37CDDDF-A450-2E68-CDD1-A29D4782621F}"/>
              </a:ext>
            </a:extLst>
          </p:cNvPr>
          <p:cNvCxnSpPr>
            <a:cxnSpLocks/>
          </p:cNvCxnSpPr>
          <p:nvPr userDrawn="1"/>
        </p:nvCxnSpPr>
        <p:spPr>
          <a:xfrm>
            <a:off x="6116757" y="3152193"/>
            <a:ext cx="2040654"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141A2551-85EE-6C9A-D7CD-1AF3CE5D76F2}"/>
              </a:ext>
            </a:extLst>
          </p:cNvPr>
          <p:cNvCxnSpPr>
            <a:cxnSpLocks/>
          </p:cNvCxnSpPr>
          <p:nvPr userDrawn="1"/>
        </p:nvCxnSpPr>
        <p:spPr>
          <a:xfrm>
            <a:off x="3832058" y="3706263"/>
            <a:ext cx="2255221"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6" name="Marcador de texto 4">
            <a:extLst>
              <a:ext uri="{FF2B5EF4-FFF2-40B4-BE49-F238E27FC236}">
                <a16:creationId xmlns:a16="http://schemas.microsoft.com/office/drawing/2014/main" id="{104A9428-4164-8A15-FD96-A216972D85F7}"/>
              </a:ext>
            </a:extLst>
          </p:cNvPr>
          <p:cNvSpPr>
            <a:spLocks noGrp="1"/>
          </p:cNvSpPr>
          <p:nvPr>
            <p:ph type="body" sz="quarter" idx="50" hasCustomPrompt="1"/>
          </p:nvPr>
        </p:nvSpPr>
        <p:spPr>
          <a:xfrm>
            <a:off x="6247989" y="2419278"/>
            <a:ext cx="1909422" cy="619900"/>
          </a:xfrm>
          <a:prstGeom prst="rect">
            <a:avLst/>
          </a:prstGeom>
        </p:spPr>
        <p:txBody>
          <a:bodyPr lIns="0" tIns="0" rIns="0" bIns="0">
            <a:noAutofit/>
          </a:bodyPr>
          <a:lstStyle>
            <a:lvl1pPr marL="0" indent="0" rtl="0">
              <a:lnSpc>
                <a:spcPct val="120000"/>
              </a:lnSpc>
              <a:buNone/>
              <a:defRPr sz="3400" b="0" i="0" baseline="0">
                <a:solidFill>
                  <a:schemeClr val="bg1"/>
                </a:solidFill>
                <a:latin typeface="Santander Headline" panose="020B0504020201020104" pitchFamily="34" charset="0"/>
                <a:cs typeface="Santander Headline Light" panose="020B0304020201010104" pitchFamily="34" charset="0"/>
              </a:defRPr>
            </a:lvl1pPr>
            <a:lvl2pPr marL="371475" indent="0">
              <a:buNone/>
              <a:defRPr sz="1788">
                <a:latin typeface="Arial" panose="020B0604020202020204" pitchFamily="34" charset="0"/>
                <a:cs typeface="Arial" panose="020B0604020202020204" pitchFamily="34" charset="0"/>
              </a:defRPr>
            </a:lvl2pPr>
            <a:lvl3pPr marL="742950" indent="0">
              <a:buNone/>
              <a:defRPr sz="1788">
                <a:latin typeface="Arial" panose="020B0604020202020204" pitchFamily="34" charset="0"/>
                <a:cs typeface="Arial" panose="020B0604020202020204" pitchFamily="34" charset="0"/>
              </a:defRPr>
            </a:lvl3pPr>
            <a:lvl4pPr marL="1114425" indent="0">
              <a:buNone/>
              <a:defRPr sz="1788">
                <a:latin typeface="Arial" panose="020B0604020202020204" pitchFamily="34" charset="0"/>
                <a:cs typeface="Arial" panose="020B0604020202020204" pitchFamily="34" charset="0"/>
              </a:defRPr>
            </a:lvl4pPr>
            <a:lvl5pPr marL="1485900" indent="0">
              <a:buNone/>
              <a:defRPr sz="1788">
                <a:latin typeface="Arial" panose="020B0604020202020204" pitchFamily="34" charset="0"/>
                <a:cs typeface="Arial" panose="020B0604020202020204" pitchFamily="34" charset="0"/>
              </a:defRPr>
            </a:lvl5pPr>
          </a:lstStyle>
          <a:p>
            <a:r>
              <a:rPr lang="en-US" sz="3600"/>
              <a:t>Gracias</a:t>
            </a:r>
          </a:p>
        </p:txBody>
      </p:sp>
      <p:sp>
        <p:nvSpPr>
          <p:cNvPr id="17" name="CuadroTexto 16">
            <a:extLst>
              <a:ext uri="{FF2B5EF4-FFF2-40B4-BE49-F238E27FC236}">
                <a16:creationId xmlns:a16="http://schemas.microsoft.com/office/drawing/2014/main" id="{F7888E91-9229-7AE0-500E-BA606119529D}"/>
              </a:ext>
            </a:extLst>
          </p:cNvPr>
          <p:cNvSpPr txBox="1"/>
          <p:nvPr userDrawn="1"/>
        </p:nvSpPr>
        <p:spPr>
          <a:xfrm>
            <a:off x="449686" y="6129784"/>
            <a:ext cx="10975552" cy="627095"/>
          </a:xfrm>
          <a:prstGeom prst="rect">
            <a:avLst/>
          </a:prstGeom>
          <a:noFill/>
        </p:spPr>
        <p:txBody>
          <a:bodyPr wrap="square" lIns="0" tIns="0" rIns="0" bIns="0">
            <a:spAutoFit/>
          </a:bodyPr>
          <a:lstStyle/>
          <a:p>
            <a:pPr algn="just">
              <a:lnSpc>
                <a:spcPct val="90000"/>
              </a:lnSpc>
              <a:spcAft>
                <a:spcPts val="300"/>
              </a:spcAft>
            </a:pPr>
            <a:r>
              <a:rPr lang="es-ES" sz="850" b="0" i="0" u="none" strike="noStrike" baseline="0">
                <a:solidFill>
                  <a:schemeClr val="bg1"/>
                </a:solidFill>
              </a:rPr>
              <a:t>*Santander </a:t>
            </a:r>
            <a:r>
              <a:rPr lang="es-ES" sz="850" b="0" i="0" u="none" strike="noStrike" baseline="0" err="1">
                <a:solidFill>
                  <a:schemeClr val="bg1"/>
                </a:solidFill>
              </a:rPr>
              <a:t>Asset</a:t>
            </a:r>
            <a:r>
              <a:rPr lang="es-ES" sz="850" b="0" i="0" u="none" strike="noStrike" baseline="0">
                <a:solidFill>
                  <a:schemeClr val="bg1"/>
                </a:solidFill>
              </a:rPr>
              <a:t> Management es una marca licenciada a SAM </a:t>
            </a:r>
            <a:r>
              <a:rPr lang="es-ES" sz="850" b="0" i="0" u="none" strike="noStrike" baseline="0" err="1">
                <a:solidFill>
                  <a:schemeClr val="bg1"/>
                </a:solidFill>
              </a:rPr>
              <a:t>Asset</a:t>
            </a:r>
            <a:r>
              <a:rPr lang="es-ES" sz="850" b="0" i="0" u="none" strike="noStrike" baseline="0">
                <a:solidFill>
                  <a:schemeClr val="bg1"/>
                </a:solidFill>
              </a:rPr>
              <a:t> Management, S.A. de C.V., Sociedad Operadora de Fondos de Inversión, entidad financiera mexicana subsidiaria mayoritariamente de la empresa extranjera Santander </a:t>
            </a:r>
            <a:r>
              <a:rPr lang="es-ES" sz="850" b="0" i="0" u="none" strike="noStrike" baseline="0" err="1">
                <a:solidFill>
                  <a:schemeClr val="bg1"/>
                </a:solidFill>
              </a:rPr>
              <a:t>Asset</a:t>
            </a:r>
            <a:r>
              <a:rPr lang="es-ES" sz="850" b="0" i="0" u="none" strike="noStrike" baseline="0">
                <a:solidFill>
                  <a:schemeClr val="bg1"/>
                </a:solidFill>
              </a:rPr>
              <a:t> Management UK Holdings </a:t>
            </a:r>
            <a:r>
              <a:rPr lang="es-ES" sz="850" b="0" i="0" u="none" strike="noStrike" baseline="0" err="1">
                <a:solidFill>
                  <a:schemeClr val="bg1"/>
                </a:solidFill>
              </a:rPr>
              <a:t>Limited</a:t>
            </a:r>
            <a:r>
              <a:rPr lang="es-ES" sz="850" b="0" i="0" u="none" strike="noStrike" baseline="0">
                <a:solidFill>
                  <a:schemeClr val="bg1"/>
                </a:solidFill>
              </a:rPr>
              <a:t>. Las operaciones se celebran con la Sociedad Operadora de Fondos de Inversión y se suscriben los contratos respectivos.</a:t>
            </a:r>
          </a:p>
          <a:p>
            <a:pPr algn="just">
              <a:lnSpc>
                <a:spcPct val="90000"/>
              </a:lnSpc>
            </a:pPr>
            <a:r>
              <a:rPr lang="es-ES" sz="850" b="0" i="0" u="none" strike="noStrike" baseline="0">
                <a:solidFill>
                  <a:schemeClr val="bg1"/>
                </a:solidFill>
                <a:latin typeface="Santander Text" panose="020B0504020201020104" pitchFamily="34" charset="0"/>
              </a:rPr>
              <a:t>Es importante destacar que SAM </a:t>
            </a:r>
            <a:r>
              <a:rPr lang="es-ES" sz="850" b="0" i="0" u="none" strike="noStrike" baseline="0" err="1">
                <a:solidFill>
                  <a:schemeClr val="bg1"/>
                </a:solidFill>
                <a:latin typeface="Santander Text" panose="020B0504020201020104" pitchFamily="34" charset="0"/>
              </a:rPr>
              <a:t>Asset</a:t>
            </a:r>
            <a:r>
              <a:rPr lang="es-ES" sz="850" b="0" i="0" u="none" strike="noStrike" baseline="0">
                <a:solidFill>
                  <a:schemeClr val="bg1"/>
                </a:solidFill>
                <a:latin typeface="Santander Text" panose="020B0504020201020104" pitchFamily="34" charset="0"/>
              </a:rPr>
              <a:t> Management, S.A. de C.V., Sociedad Operadora de Fondos de Inversión, NO es integrante de Grupo Financiero Santander México, S.A. de C.V., </a:t>
            </a:r>
            <a:r>
              <a:rPr lang="es-ES" sz="850" b="0" i="0" u="none" strike="noStrike" baseline="0">
                <a:solidFill>
                  <a:schemeClr val="bg1"/>
                </a:solidFill>
              </a:rPr>
              <a:t>por lo que no resulta aplicable el convenio único de responsabilidades a que hace referencia la Ley para Regular las Agrupaciones Financieras, ni deberá considerarse que actúa de forma conjunta con alguna entidad financiera que forme parte de dicho Grupo, ofrece servicios complementarios ni, en general, se ostenta de forma alguna como parte del Grupo Financiero.</a:t>
            </a:r>
            <a:endParaRPr lang="es-ES" sz="850">
              <a:solidFill>
                <a:schemeClr val="bg1"/>
              </a:solidFill>
            </a:endParaRPr>
          </a:p>
        </p:txBody>
      </p:sp>
      <p:pic>
        <p:nvPicPr>
          <p:cNvPr id="5" name="Gráfico 4">
            <a:extLst>
              <a:ext uri="{FF2B5EF4-FFF2-40B4-BE49-F238E27FC236}">
                <a16:creationId xmlns:a16="http://schemas.microsoft.com/office/drawing/2014/main" id="{5D0B71F0-5C2E-09D8-47D1-C185B8EDC69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444732" y="247351"/>
            <a:ext cx="4133113" cy="874800"/>
          </a:xfrm>
          <a:prstGeom prst="rect">
            <a:avLst/>
          </a:prstGeom>
        </p:spPr>
      </p:pic>
    </p:spTree>
    <p:extLst>
      <p:ext uri="{BB962C8B-B14F-4D97-AF65-F5344CB8AC3E}">
        <p14:creationId xmlns:p14="http://schemas.microsoft.com/office/powerpoint/2010/main" val="1057402420"/>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0126893"/>
      </p:ext>
    </p:extLst>
  </p:cSld>
  <p:clrMapOvr>
    <a:masterClrMapping/>
  </p:clrMapOvr>
  <p:extLst>
    <p:ext uri="{DCECCB84-F9BA-43D5-87BE-67443E8EF086}">
      <p15:sldGuideLst xmlns:p15="http://schemas.microsoft.com/office/powerpoint/2012/main">
        <p15:guide id="2" pos="7401">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oleObject" Target="../embeddings/oleObject1.bin"/><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3C9570D-7378-29F0-1710-23ED662D5C6D}"/>
              </a:ext>
            </a:extLst>
          </p:cNvPr>
          <p:cNvGraphicFramePr>
            <a:graphicFrameLocks noChangeAspect="1"/>
          </p:cNvGraphicFramePr>
          <p:nvPr userDrawn="1">
            <p:custDataLst>
              <p:tags r:id="rId29"/>
            </p:custDataLst>
            <p:extLst>
              <p:ext uri="{D42A27DB-BD31-4B8C-83A1-F6EECF244321}">
                <p14:modId xmlns:p14="http://schemas.microsoft.com/office/powerpoint/2010/main" val="30020809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0" imgW="395" imgH="394" progId="TCLayout.ActiveDocument.1">
                  <p:embed/>
                </p:oleObj>
              </mc:Choice>
              <mc:Fallback>
                <p:oleObj name="Diapositiva de think-cell" r:id="rId30" imgW="395" imgH="394" progId="TCLayout.ActiveDocument.1">
                  <p:embed/>
                  <p:pic>
                    <p:nvPicPr>
                      <p:cNvPr id="3" name="think-cell data - do not delete" hidden="1">
                        <a:extLst>
                          <a:ext uri="{FF2B5EF4-FFF2-40B4-BE49-F238E27FC236}">
                            <a16:creationId xmlns:a16="http://schemas.microsoft.com/office/drawing/2014/main" id="{53C9570D-7378-29F0-1710-23ED662D5C6D}"/>
                          </a:ext>
                        </a:extLst>
                      </p:cNvPr>
                      <p:cNvPicPr/>
                      <p:nvPr/>
                    </p:nvPicPr>
                    <p:blipFill>
                      <a:blip r:embed="rId31"/>
                      <a:stretch>
                        <a:fillRect/>
                      </a:stretch>
                    </p:blipFill>
                    <p:spPr>
                      <a:xfrm>
                        <a:off x="1588" y="1588"/>
                        <a:ext cx="1588" cy="1588"/>
                      </a:xfrm>
                      <a:prstGeom prst="rect">
                        <a:avLst/>
                      </a:prstGeom>
                    </p:spPr>
                  </p:pic>
                </p:oleObj>
              </mc:Fallback>
            </mc:AlternateContent>
          </a:graphicData>
        </a:graphic>
      </p:graphicFrame>
      <p:sp>
        <p:nvSpPr>
          <p:cNvPr id="12" name="object 9">
            <a:extLst>
              <a:ext uri="{FF2B5EF4-FFF2-40B4-BE49-F238E27FC236}">
                <a16:creationId xmlns:a16="http://schemas.microsoft.com/office/drawing/2014/main" id="{D34117AC-B84E-F5CC-E39A-309B92736FD5}"/>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‹Nº›</a:t>
            </a:fld>
            <a:endParaRPr lang="en-US"/>
          </a:p>
        </p:txBody>
      </p:sp>
      <p:sp>
        <p:nvSpPr>
          <p:cNvPr id="13" name="object 2">
            <a:extLst>
              <a:ext uri="{FF2B5EF4-FFF2-40B4-BE49-F238E27FC236}">
                <a16:creationId xmlns:a16="http://schemas.microsoft.com/office/drawing/2014/main" id="{B050FE04-2B00-1354-B256-DF055AD07F24}"/>
              </a:ext>
            </a:extLst>
          </p:cNvPr>
          <p:cNvSpPr txBox="1"/>
          <p:nvPr userDrawn="1"/>
        </p:nvSpPr>
        <p:spPr>
          <a:xfrm>
            <a:off x="11775946" y="1183350"/>
            <a:ext cx="123111" cy="5209531"/>
          </a:xfrm>
          <a:prstGeom prst="rect">
            <a:avLst/>
          </a:prstGeom>
        </p:spPr>
        <p:txBody>
          <a:bodyPr vert="vert270" wrap="square" lIns="0" tIns="26034" rIns="0" bIns="0" rtlCol="0">
            <a:spAutoFit/>
          </a:bodyPr>
          <a:lstStyle/>
          <a:p>
            <a:pPr marL="12700" rtl="0">
              <a:lnSpc>
                <a:spcPct val="100000"/>
              </a:lnSpc>
              <a:spcBef>
                <a:spcPts val="204"/>
              </a:spcBef>
            </a:pPr>
            <a:r>
              <a:rPr lang="es-ES" sz="800" b="1">
                <a:solidFill>
                  <a:srgbClr val="005370"/>
                </a:solidFill>
                <a:latin typeface="Santander Headline"/>
                <a:cs typeface="Santander Headline"/>
              </a:rPr>
              <a:t>Título presentación  </a:t>
            </a:r>
            <a:r>
              <a:rPr lang="es-ES" sz="800" b="1">
                <a:solidFill>
                  <a:schemeClr val="accent3"/>
                </a:solidFill>
                <a:latin typeface="Santander Headline"/>
                <a:cs typeface="Santander Headline"/>
              </a:rPr>
              <a:t>|  </a:t>
            </a:r>
            <a:r>
              <a:rPr lang="es-ES" sz="800" b="0">
                <a:solidFill>
                  <a:srgbClr val="005370"/>
                </a:solidFill>
                <a:latin typeface="Santander Headline"/>
                <a:cs typeface="Santander Headline"/>
              </a:rPr>
              <a:t>Institucional</a:t>
            </a:r>
            <a:endParaRPr lang="en-US" sz="800" b="0">
              <a:solidFill>
                <a:srgbClr val="005370"/>
              </a:solidFill>
              <a:latin typeface="Santander Text Light" panose="020B0304020201020104" pitchFamily="34" charset="0"/>
              <a:cs typeface="Santander Headline"/>
            </a:endParaRPr>
          </a:p>
        </p:txBody>
      </p:sp>
      <p:cxnSp>
        <p:nvCxnSpPr>
          <p:cNvPr id="14" name="Conector recto 13">
            <a:extLst>
              <a:ext uri="{FF2B5EF4-FFF2-40B4-BE49-F238E27FC236}">
                <a16:creationId xmlns:a16="http://schemas.microsoft.com/office/drawing/2014/main" id="{9725E7DA-DFCB-F6D4-B0F2-54D758BC28A7}"/>
              </a:ext>
            </a:extLst>
          </p:cNvPr>
          <p:cNvCxnSpPr/>
          <p:nvPr userDrawn="1"/>
        </p:nvCxnSpPr>
        <p:spPr>
          <a:xfrm>
            <a:off x="11775946" y="6422100"/>
            <a:ext cx="416054"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 name="Gráfico 1">
            <a:extLst>
              <a:ext uri="{FF2B5EF4-FFF2-40B4-BE49-F238E27FC236}">
                <a16:creationId xmlns:a16="http://schemas.microsoft.com/office/drawing/2014/main" id="{BFE11884-0D59-9F2F-AF79-2F189DCAFF0A}"/>
              </a:ext>
            </a:extLst>
          </p:cNvPr>
          <p:cNvPicPr>
            <a:picLocks noChangeAspect="1"/>
          </p:cNvPicPr>
          <p:nvPr userDrawn="1"/>
        </p:nvPicPr>
        <p:blipFill>
          <a:blip r:embed="rId32">
            <a:extLst>
              <a:ext uri="{96DAC541-7B7A-43D3-8B79-37D633B846F1}">
                <asvg:svgBlip xmlns:asvg="http://schemas.microsoft.com/office/drawing/2016/SVG/main" r:embed="rId33"/>
              </a:ext>
            </a:extLst>
          </a:blip>
          <a:stretch>
            <a:fillRect/>
          </a:stretch>
        </p:blipFill>
        <p:spPr>
          <a:xfrm>
            <a:off x="442913" y="182663"/>
            <a:ext cx="3942212" cy="644400"/>
          </a:xfrm>
          <a:prstGeom prst="rect">
            <a:avLst/>
          </a:prstGeom>
        </p:spPr>
      </p:pic>
    </p:spTree>
    <p:extLst>
      <p:ext uri="{BB962C8B-B14F-4D97-AF65-F5344CB8AC3E}">
        <p14:creationId xmlns:p14="http://schemas.microsoft.com/office/powerpoint/2010/main" val="3682351262"/>
      </p:ext>
    </p:extLst>
  </p:cSld>
  <p:clrMap bg1="lt1" tx1="dk1" bg2="lt2" tx2="dk2" accent1="accent1" accent2="accent2" accent3="accent3" accent4="accent4" accent5="accent5" accent6="accent6" hlink="hlink" folHlink="folHlink"/>
  <p:sldLayoutIdLst>
    <p:sldLayoutId id="2147484027" r:id="rId1"/>
    <p:sldLayoutId id="2147483835" r:id="rId2"/>
    <p:sldLayoutId id="2147484091" r:id="rId3"/>
    <p:sldLayoutId id="2147484054" r:id="rId4"/>
    <p:sldLayoutId id="2147484055" r:id="rId5"/>
    <p:sldLayoutId id="2147484051" r:id="rId6"/>
    <p:sldLayoutId id="2147484058" r:id="rId7"/>
    <p:sldLayoutId id="2147484059" r:id="rId8"/>
    <p:sldLayoutId id="2147484060" r:id="rId9"/>
    <p:sldLayoutId id="2147484061" r:id="rId10"/>
    <p:sldLayoutId id="2147484057" r:id="rId11"/>
    <p:sldLayoutId id="2147484052" r:id="rId12"/>
    <p:sldLayoutId id="2147484053" r:id="rId13"/>
    <p:sldLayoutId id="2147484065" r:id="rId14"/>
    <p:sldLayoutId id="2147484062" r:id="rId15"/>
    <p:sldLayoutId id="2147484063" r:id="rId16"/>
    <p:sldLayoutId id="2147484064" r:id="rId17"/>
    <p:sldLayoutId id="2147484066" r:id="rId18"/>
    <p:sldLayoutId id="2147484067" r:id="rId19"/>
    <p:sldLayoutId id="2147484069" r:id="rId20"/>
    <p:sldLayoutId id="2147484068" r:id="rId21"/>
    <p:sldLayoutId id="2147484085" r:id="rId22"/>
    <p:sldLayoutId id="2147484084" r:id="rId23"/>
    <p:sldLayoutId id="2147483900" r:id="rId24"/>
    <p:sldLayoutId id="2147484056" r:id="rId25"/>
    <p:sldLayoutId id="2147484050" r:id="rId26"/>
    <p:sldLayoutId id="2147484070" r:id="rId27"/>
  </p:sldLayoutIdLst>
  <p:hf hdr="0" ftr="0" dt="0"/>
  <p:txStyles>
    <p:titleStyle>
      <a:lvl1pPr algn="l" defTabSz="742950" rtl="0" eaLnBrk="1" latinLnBrk="0" hangingPunct="1">
        <a:lnSpc>
          <a:spcPct val="90000"/>
        </a:lnSpc>
        <a:spcBef>
          <a:spcPct val="0"/>
        </a:spcBef>
        <a:buNone/>
        <a:defRPr sz="3575" kern="1200">
          <a:solidFill>
            <a:schemeClr val="tx1"/>
          </a:solidFill>
          <a:latin typeface="+mj-lt"/>
          <a:ea typeface="+mj-ea"/>
          <a:cs typeface="+mj-cs"/>
        </a:defRPr>
      </a:lvl1pPr>
    </p:titleStyle>
    <p:body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es-ES"/>
      </a:defPPr>
      <a:lvl1pPr marL="0" algn="l" defTabSz="742950" rtl="0" eaLnBrk="1" latinLnBrk="0" hangingPunct="1">
        <a:defRPr sz="1463" kern="1200">
          <a:solidFill>
            <a:schemeClr val="tx1"/>
          </a:solidFill>
          <a:latin typeface="+mn-lt"/>
          <a:ea typeface="+mn-ea"/>
          <a:cs typeface="+mn-cs"/>
        </a:defRPr>
      </a:lvl1pPr>
      <a:lvl2pPr marL="371475" algn="l" defTabSz="742950" rtl="0" eaLnBrk="1" latinLnBrk="0" hangingPunct="1">
        <a:defRPr sz="1463" kern="1200">
          <a:solidFill>
            <a:schemeClr val="tx1"/>
          </a:solidFill>
          <a:latin typeface="+mn-lt"/>
          <a:ea typeface="+mn-ea"/>
          <a:cs typeface="+mn-cs"/>
        </a:defRPr>
      </a:lvl2pPr>
      <a:lvl3pPr marL="742950" algn="l" defTabSz="742950" rtl="0" eaLnBrk="1" latinLnBrk="0" hangingPunct="1">
        <a:defRPr sz="1463" kern="1200">
          <a:solidFill>
            <a:schemeClr val="tx1"/>
          </a:solidFill>
          <a:latin typeface="+mn-lt"/>
          <a:ea typeface="+mn-ea"/>
          <a:cs typeface="+mn-cs"/>
        </a:defRPr>
      </a:lvl3pPr>
      <a:lvl4pPr marL="1114425" algn="l" defTabSz="742950" rtl="0" eaLnBrk="1" latinLnBrk="0" hangingPunct="1">
        <a:defRPr sz="1463" kern="1200">
          <a:solidFill>
            <a:schemeClr val="tx1"/>
          </a:solidFill>
          <a:latin typeface="+mn-lt"/>
          <a:ea typeface="+mn-ea"/>
          <a:cs typeface="+mn-cs"/>
        </a:defRPr>
      </a:lvl4pPr>
      <a:lvl5pPr marL="1485900" algn="l" defTabSz="742950" rtl="0" eaLnBrk="1" latinLnBrk="0" hangingPunct="1">
        <a:defRPr sz="1463" kern="1200">
          <a:solidFill>
            <a:schemeClr val="tx1"/>
          </a:solidFill>
          <a:latin typeface="+mn-lt"/>
          <a:ea typeface="+mn-ea"/>
          <a:cs typeface="+mn-cs"/>
        </a:defRPr>
      </a:lvl5pPr>
      <a:lvl6pPr marL="1857375" algn="l" defTabSz="742950" rtl="0" eaLnBrk="1" latinLnBrk="0" hangingPunct="1">
        <a:defRPr sz="1463" kern="1200">
          <a:solidFill>
            <a:schemeClr val="tx1"/>
          </a:solidFill>
          <a:latin typeface="+mn-lt"/>
          <a:ea typeface="+mn-ea"/>
          <a:cs typeface="+mn-cs"/>
        </a:defRPr>
      </a:lvl6pPr>
      <a:lvl7pPr marL="2228850" algn="l" defTabSz="742950" rtl="0" eaLnBrk="1" latinLnBrk="0" hangingPunct="1">
        <a:defRPr sz="1463" kern="1200">
          <a:solidFill>
            <a:schemeClr val="tx1"/>
          </a:solidFill>
          <a:latin typeface="+mn-lt"/>
          <a:ea typeface="+mn-ea"/>
          <a:cs typeface="+mn-cs"/>
        </a:defRPr>
      </a:lvl7pPr>
      <a:lvl8pPr marL="2600325" algn="l" defTabSz="742950" rtl="0" eaLnBrk="1" latinLnBrk="0" hangingPunct="1">
        <a:defRPr sz="1463" kern="1200">
          <a:solidFill>
            <a:schemeClr val="tx1"/>
          </a:solidFill>
          <a:latin typeface="+mn-lt"/>
          <a:ea typeface="+mn-ea"/>
          <a:cs typeface="+mn-cs"/>
        </a:defRPr>
      </a:lvl8pPr>
      <a:lvl9pPr marL="2971800" algn="l" defTabSz="742950" rtl="0" eaLnBrk="1" latinLnBrk="0" hangingPunct="1">
        <a:defRPr sz="146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401" userDrawn="1">
          <p15:clr>
            <a:srgbClr val="F26B43"/>
          </p15:clr>
        </p15:guide>
        <p15:guide id="4" orient="horz" pos="4042" userDrawn="1">
          <p15:clr>
            <a:srgbClr val="F26B43"/>
          </p15:clr>
        </p15:guide>
        <p15:guide id="5" orient="horz" pos="232" userDrawn="1">
          <p15:clr>
            <a:srgbClr val="F26B43"/>
          </p15:clr>
        </p15:guide>
        <p15:guide id="6" orient="horz" pos="504" userDrawn="1">
          <p15:clr>
            <a:srgbClr val="F26B43"/>
          </p15:clr>
        </p15:guide>
        <p15:guide id="7" pos="3749" userDrawn="1">
          <p15:clr>
            <a:srgbClr val="F26B43"/>
          </p15:clr>
        </p15:guide>
        <p15:guide id="8" pos="279" userDrawn="1">
          <p15:clr>
            <a:srgbClr val="F26B43"/>
          </p15:clr>
        </p15:guide>
        <p15:guide id="9" pos="7197" userDrawn="1">
          <p15:clr>
            <a:srgbClr val="F26B43"/>
          </p15:clr>
        </p15:guide>
        <p15:guide id="10" pos="7292" userDrawn="1">
          <p15:clr>
            <a:srgbClr val="F26B43"/>
          </p15:clr>
        </p15:guide>
        <p15:guide id="11" orient="horz" pos="134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9.xml"/><Relationship Id="rId5" Type="http://schemas.openxmlformats.org/officeDocument/2006/relationships/image" Target="../media/image5.emf"/><Relationship Id="rId4" Type="http://schemas.openxmlformats.org/officeDocument/2006/relationships/oleObject" Target="../embeddings/oleObject6.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image" Target="../media/image16.png"/><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25.svg"/><Relationship Id="rId2" Type="http://schemas.openxmlformats.org/officeDocument/2006/relationships/image" Target="../media/image22.png"/><Relationship Id="rId1" Type="http://schemas.openxmlformats.org/officeDocument/2006/relationships/slideLayout" Target="../slideLayouts/slideLayout12.xml"/><Relationship Id="rId6" Type="http://schemas.openxmlformats.org/officeDocument/2006/relationships/image" Target="../media/image24.png"/><Relationship Id="rId5" Type="http://schemas.openxmlformats.org/officeDocument/2006/relationships/image" Target="../media/image17.sv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31.svg"/><Relationship Id="rId3" Type="http://schemas.openxmlformats.org/officeDocument/2006/relationships/image" Target="../media/image19.svg"/><Relationship Id="rId7" Type="http://schemas.openxmlformats.org/officeDocument/2006/relationships/image" Target="../media/image29.svg"/><Relationship Id="rId12" Type="http://schemas.openxmlformats.org/officeDocument/2006/relationships/image" Target="../media/image30.png"/><Relationship Id="rId2" Type="http://schemas.openxmlformats.org/officeDocument/2006/relationships/image" Target="../media/image18.png"/><Relationship Id="rId1" Type="http://schemas.openxmlformats.org/officeDocument/2006/relationships/slideLayout" Target="../slideLayouts/slideLayout12.xml"/><Relationship Id="rId6" Type="http://schemas.openxmlformats.org/officeDocument/2006/relationships/image" Target="../media/image28.png"/><Relationship Id="rId11" Type="http://schemas.openxmlformats.org/officeDocument/2006/relationships/image" Target="../media/image25.svg"/><Relationship Id="rId5" Type="http://schemas.openxmlformats.org/officeDocument/2006/relationships/image" Target="../media/image27.svg"/><Relationship Id="rId15" Type="http://schemas.openxmlformats.org/officeDocument/2006/relationships/image" Target="../media/image33.svg"/><Relationship Id="rId10" Type="http://schemas.openxmlformats.org/officeDocument/2006/relationships/image" Target="../media/image24.png"/><Relationship Id="rId4" Type="http://schemas.openxmlformats.org/officeDocument/2006/relationships/image" Target="../media/image26.png"/><Relationship Id="rId9" Type="http://schemas.openxmlformats.org/officeDocument/2006/relationships/image" Target="../media/image23.svg"/><Relationship Id="rId14"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7.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6.png"/><Relationship Id="rId2" Type="http://schemas.openxmlformats.org/officeDocument/2006/relationships/image" Target="../media/image18.png"/><Relationship Id="rId1" Type="http://schemas.openxmlformats.org/officeDocument/2006/relationships/slideLayout" Target="../slideLayouts/slideLayout12.xml"/><Relationship Id="rId6" Type="http://schemas.openxmlformats.org/officeDocument/2006/relationships/image" Target="../media/image22.png"/><Relationship Id="rId11" Type="http://schemas.openxmlformats.org/officeDocument/2006/relationships/image" Target="../media/image31.svg"/><Relationship Id="rId5" Type="http://schemas.openxmlformats.org/officeDocument/2006/relationships/image" Target="../media/image29.svg"/><Relationship Id="rId10" Type="http://schemas.openxmlformats.org/officeDocument/2006/relationships/image" Target="../media/image30.png"/><Relationship Id="rId4" Type="http://schemas.openxmlformats.org/officeDocument/2006/relationships/image" Target="../media/image28.png"/><Relationship Id="rId9" Type="http://schemas.openxmlformats.org/officeDocument/2006/relationships/image" Target="../media/image25.svg"/></Relationships>
</file>

<file path=ppt/slides/_rels/slide17.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12.xml"/><Relationship Id="rId5" Type="http://schemas.openxmlformats.org/officeDocument/2006/relationships/image" Target="../media/image37.svg"/><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hyperlink" Target="http://www.samassetmanagement.com.mx/" TargetMode="External"/><Relationship Id="rId2" Type="http://schemas.openxmlformats.org/officeDocument/2006/relationships/hyperlink" Target="http://www.banxico.org.mx/" TargetMode="Externa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BACE866-E092-24CE-8ACD-3750C5136A8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47" imgH="348" progId="TCLayout.ActiveDocument.1">
                  <p:embed/>
                </p:oleObj>
              </mc:Choice>
              <mc:Fallback>
                <p:oleObj name="Diapositiva de think-cell" r:id="rId4" imgW="347" imgH="348" progId="TCLayout.ActiveDocument.1">
                  <p:embed/>
                  <p:pic>
                    <p:nvPicPr>
                      <p:cNvPr id="4" name="think-cell data - do not delete" hidden="1">
                        <a:extLst>
                          <a:ext uri="{FF2B5EF4-FFF2-40B4-BE49-F238E27FC236}">
                            <a16:creationId xmlns:a16="http://schemas.microsoft.com/office/drawing/2014/main" id="{CBACE866-E092-24CE-8ACD-3750C5136A8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8" name="object 6">
            <a:extLst>
              <a:ext uri="{FF2B5EF4-FFF2-40B4-BE49-F238E27FC236}">
                <a16:creationId xmlns:a16="http://schemas.microsoft.com/office/drawing/2014/main" id="{24B3AD9C-C8F7-4454-3B0D-6A5C27AFE229}"/>
              </a:ext>
            </a:extLst>
          </p:cNvPr>
          <p:cNvSpPr txBox="1"/>
          <p:nvPr/>
        </p:nvSpPr>
        <p:spPr>
          <a:xfrm>
            <a:off x="423123" y="3933080"/>
            <a:ext cx="5727066" cy="393185"/>
          </a:xfrm>
          <a:prstGeom prst="rect">
            <a:avLst/>
          </a:prstGeom>
        </p:spPr>
        <p:txBody>
          <a:bodyPr vert="horz" wrap="square" lIns="0" tIns="12065" rIns="0" bIns="0" rtlCol="0">
            <a:spAutoFit/>
          </a:bodyPr>
          <a:lstStyle/>
          <a:p>
            <a:pPr marL="12700" marR="5080" lvl="0" indent="0" defTabSz="914400" eaLnBrk="1" fontAlgn="auto" latinLnBrk="0" hangingPunct="1">
              <a:lnSpc>
                <a:spcPct val="108800"/>
              </a:lnSpc>
              <a:spcBef>
                <a:spcPts val="95"/>
              </a:spcBef>
              <a:spcAft>
                <a:spcPts val="0"/>
              </a:spcAft>
              <a:buClrTx/>
              <a:buSzTx/>
              <a:buFontTx/>
              <a:buNone/>
              <a:tabLst>
                <a:tab pos="1257300" algn="l"/>
              </a:tabLst>
              <a:defRPr/>
            </a:pPr>
            <a:r>
              <a:rPr lang="en-US" sz="2400" kern="0" dirty="0" err="1">
                <a:solidFill>
                  <a:schemeClr val="bg1"/>
                </a:solidFill>
                <a:cs typeface="Santander Headline"/>
              </a:rPr>
              <a:t>Capacitación</a:t>
            </a:r>
            <a:r>
              <a:rPr lang="en-US" sz="2400" kern="0" dirty="0">
                <a:solidFill>
                  <a:schemeClr val="bg1"/>
                </a:solidFill>
                <a:cs typeface="Santander Headline"/>
              </a:rPr>
              <a:t> </a:t>
            </a:r>
            <a:r>
              <a:rPr lang="en-US" sz="2400" kern="0" dirty="0" err="1">
                <a:solidFill>
                  <a:schemeClr val="bg1"/>
                </a:solidFill>
                <a:cs typeface="Santander Headline"/>
              </a:rPr>
              <a:t>Anual</a:t>
            </a:r>
            <a:r>
              <a:rPr lang="en-US" sz="2400" kern="0" dirty="0">
                <a:solidFill>
                  <a:schemeClr val="bg1"/>
                </a:solidFill>
                <a:cs typeface="Santander Headline"/>
              </a:rPr>
              <a:t> 2025</a:t>
            </a:r>
            <a:r>
              <a:rPr lang="en-US" sz="1400" kern="0" dirty="0">
                <a:solidFill>
                  <a:schemeClr val="bg1"/>
                </a:solidFill>
                <a:cs typeface="Santander Headline"/>
              </a:rPr>
              <a:t>.</a:t>
            </a:r>
            <a:endParaRPr kumimoji="0" lang="en-US" sz="1400" b="0" i="0" u="none" strike="noStrike" kern="0" cap="none" spc="0" normalizeH="0" baseline="0" noProof="0" dirty="0">
              <a:ln>
                <a:noFill/>
              </a:ln>
              <a:solidFill>
                <a:schemeClr val="bg1"/>
              </a:solidFill>
              <a:effectLst/>
              <a:uLnTx/>
              <a:uFillTx/>
              <a:cs typeface="Santander Headline"/>
            </a:endParaRPr>
          </a:p>
        </p:txBody>
      </p:sp>
      <p:sp>
        <p:nvSpPr>
          <p:cNvPr id="35" name="object 3">
            <a:extLst>
              <a:ext uri="{FF2B5EF4-FFF2-40B4-BE49-F238E27FC236}">
                <a16:creationId xmlns:a16="http://schemas.microsoft.com/office/drawing/2014/main" id="{D78E3F02-E796-2474-4EFB-27450EC70BEB}"/>
              </a:ext>
            </a:extLst>
          </p:cNvPr>
          <p:cNvSpPr txBox="1">
            <a:spLocks/>
          </p:cNvSpPr>
          <p:nvPr/>
        </p:nvSpPr>
        <p:spPr>
          <a:xfrm>
            <a:off x="442913" y="1470019"/>
            <a:ext cx="6797218" cy="1384290"/>
          </a:xfrm>
          <a:prstGeom prst="rect">
            <a:avLst/>
          </a:prstGeom>
        </p:spPr>
        <p:txBody>
          <a:bodyPr vert="horz" wrap="square" lIns="0" tIns="168275" rIns="0" bIns="0" rtlCol="0" anchor="t">
            <a:spAutoFit/>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marR="5080" indent="0">
              <a:lnSpc>
                <a:spcPct val="80000"/>
              </a:lnSpc>
              <a:spcBef>
                <a:spcPts val="1325"/>
              </a:spcBef>
              <a:buNone/>
            </a:pPr>
            <a:r>
              <a:rPr lang="en-US" sz="4000" dirty="0" err="1">
                <a:solidFill>
                  <a:schemeClr val="bg1"/>
                </a:solidFill>
                <a:latin typeface="Santander Headline"/>
                <a:cs typeface="+mn-lt"/>
              </a:rPr>
              <a:t>Prácticas</a:t>
            </a:r>
            <a:r>
              <a:rPr lang="en-US" sz="4000" dirty="0">
                <a:solidFill>
                  <a:schemeClr val="bg1"/>
                </a:solidFill>
                <a:latin typeface="Santander Headline"/>
                <a:cs typeface="+mn-lt"/>
              </a:rPr>
              <a:t> de Venta</a:t>
            </a:r>
            <a:endParaRPr lang="en-US" sz="4000" dirty="0">
              <a:solidFill>
                <a:schemeClr val="bg1"/>
              </a:solidFill>
            </a:endParaRPr>
          </a:p>
          <a:p>
            <a:pPr marL="0" marR="5080" indent="0">
              <a:lnSpc>
                <a:spcPct val="80000"/>
              </a:lnSpc>
              <a:spcBef>
                <a:spcPts val="1325"/>
              </a:spcBef>
              <a:buNone/>
            </a:pPr>
            <a:r>
              <a:rPr lang="en-US" sz="4400" dirty="0">
                <a:solidFill>
                  <a:schemeClr val="bg1"/>
                </a:solidFill>
                <a:latin typeface="Santander Headline"/>
                <a:cs typeface="Santander Headline Light"/>
              </a:rPr>
              <a:t>SAM</a:t>
            </a:r>
            <a:endParaRPr lang="en-US" sz="6000" dirty="0">
              <a:solidFill>
                <a:schemeClr val="bg1"/>
              </a:solidFill>
              <a:latin typeface="Santander Headline"/>
              <a:cs typeface="Santander Headline Light"/>
            </a:endParaRPr>
          </a:p>
        </p:txBody>
      </p:sp>
      <p:cxnSp>
        <p:nvCxnSpPr>
          <p:cNvPr id="3" name="Conector recto 2">
            <a:extLst>
              <a:ext uri="{FF2B5EF4-FFF2-40B4-BE49-F238E27FC236}">
                <a16:creationId xmlns:a16="http://schemas.microsoft.com/office/drawing/2014/main" id="{60A81167-BE98-1B82-18A2-1FA75506C009}"/>
              </a:ext>
            </a:extLst>
          </p:cNvPr>
          <p:cNvCxnSpPr>
            <a:cxnSpLocks/>
          </p:cNvCxnSpPr>
          <p:nvPr/>
        </p:nvCxnSpPr>
        <p:spPr>
          <a:xfrm>
            <a:off x="423123" y="3182591"/>
            <a:ext cx="608605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87129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21E3E-B1A9-8C9A-9973-D510D221CB1F}"/>
            </a:ext>
          </a:extLst>
        </p:cNvPr>
        <p:cNvGrpSpPr/>
        <p:nvPr/>
      </p:nvGrpSpPr>
      <p:grpSpPr>
        <a:xfrm>
          <a:off x="0" y="0"/>
          <a:ext cx="0" cy="0"/>
          <a:chOff x="0" y="0"/>
          <a:chExt cx="0" cy="0"/>
        </a:xfrm>
      </p:grpSpPr>
      <p:sp>
        <p:nvSpPr>
          <p:cNvPr id="25" name="object 9">
            <a:extLst>
              <a:ext uri="{FF2B5EF4-FFF2-40B4-BE49-F238E27FC236}">
                <a16:creationId xmlns:a16="http://schemas.microsoft.com/office/drawing/2014/main" id="{D213148D-128C-027B-8ADE-4DB37F74F4E2}"/>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2</a:t>
            </a:fld>
            <a:endParaRPr lang="en-US"/>
          </a:p>
        </p:txBody>
      </p:sp>
      <p:sp>
        <p:nvSpPr>
          <p:cNvPr id="20" name="Título 8">
            <a:extLst>
              <a:ext uri="{FF2B5EF4-FFF2-40B4-BE49-F238E27FC236}">
                <a16:creationId xmlns:a16="http://schemas.microsoft.com/office/drawing/2014/main" id="{8EB58E13-46A6-A551-6799-EBB330FB3C76}"/>
              </a:ext>
            </a:extLst>
          </p:cNvPr>
          <p:cNvSpPr txBox="1">
            <a:spLocks/>
          </p:cNvSpPr>
          <p:nvPr/>
        </p:nvSpPr>
        <p:spPr>
          <a:xfrm>
            <a:off x="439259" y="1058045"/>
            <a:ext cx="11309829" cy="511802"/>
          </a:xfrm>
          <a:prstGeom prst="rect">
            <a:avLst/>
          </a:prstGeom>
        </p:spPr>
        <p:txBody>
          <a:bodyPr lIns="0" tIns="0" rIns="0" bIns="0"/>
          <a:lstStyle>
            <a:lvl1pPr algn="l" defTabSz="742950" rtl="0" eaLnBrk="1" latinLnBrk="0" hangingPunct="1">
              <a:lnSpc>
                <a:spcPct val="90000"/>
              </a:lnSpc>
              <a:spcBef>
                <a:spcPct val="0"/>
              </a:spcBef>
              <a:buNone/>
              <a:defRPr sz="2800" kern="1200">
                <a:solidFill>
                  <a:schemeClr val="tx1"/>
                </a:solidFill>
                <a:latin typeface="+mj-lt"/>
                <a:ea typeface="+mj-ea"/>
                <a:cs typeface="+mj-cs"/>
              </a:defRPr>
            </a:lvl1pPr>
          </a:lstStyle>
          <a:p>
            <a:r>
              <a:rPr lang="es-MX" dirty="0">
                <a:latin typeface="+mn-lt"/>
              </a:rPr>
              <a:t>Servicios de Inversión (Prácticas de Venta o </a:t>
            </a:r>
            <a:r>
              <a:rPr lang="es-MX" dirty="0" err="1">
                <a:latin typeface="+mn-lt"/>
              </a:rPr>
              <a:t>Suitability</a:t>
            </a:r>
            <a:r>
              <a:rPr lang="es-MX" dirty="0">
                <a:latin typeface="+mn-lt"/>
              </a:rPr>
              <a:t>)</a:t>
            </a:r>
            <a:endParaRPr lang="es-ES" dirty="0">
              <a:latin typeface="+mn-lt"/>
            </a:endParaRPr>
          </a:p>
        </p:txBody>
      </p:sp>
      <p:sp>
        <p:nvSpPr>
          <p:cNvPr id="21" name="Marcador de texto 10">
            <a:extLst>
              <a:ext uri="{FF2B5EF4-FFF2-40B4-BE49-F238E27FC236}">
                <a16:creationId xmlns:a16="http://schemas.microsoft.com/office/drawing/2014/main" id="{D390BF6B-F8D5-74CD-56A7-97F2D0BC2FDC}"/>
              </a:ext>
            </a:extLst>
          </p:cNvPr>
          <p:cNvSpPr txBox="1">
            <a:spLocks/>
          </p:cNvSpPr>
          <p:nvPr/>
        </p:nvSpPr>
        <p:spPr>
          <a:xfrm>
            <a:off x="460746" y="1768228"/>
            <a:ext cx="7697471" cy="987426"/>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600" b="0" i="0" kern="1200" baseline="0">
                <a:solidFill>
                  <a:schemeClr val="tx1"/>
                </a:solidFill>
                <a:latin typeface="Santander Headline" panose="020B05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s-MX" dirty="0">
                <a:solidFill>
                  <a:schemeClr val="bg2">
                    <a:lumMod val="50000"/>
                  </a:schemeClr>
                </a:solidFill>
                <a:latin typeface="+mn-lt"/>
              </a:rPr>
              <a:t>La Comisión Nacional Bancaria y de Valores, con el principal objetivo de profesionalizar las actividades de asesoría en  inversiones en valores, así como otorgar una mayor protección a inversionistas no sofisticados, emitió una serie de reglas que tienen como pilares los siguientes aspectos:</a:t>
            </a:r>
            <a:endParaRPr lang="es-ES" dirty="0">
              <a:solidFill>
                <a:schemeClr val="bg2">
                  <a:lumMod val="50000"/>
                </a:schemeClr>
              </a:solidFill>
              <a:latin typeface="+mn-lt"/>
            </a:endParaRPr>
          </a:p>
        </p:txBody>
      </p:sp>
      <p:sp>
        <p:nvSpPr>
          <p:cNvPr id="22" name="Flecha: a la derecha 21">
            <a:extLst>
              <a:ext uri="{FF2B5EF4-FFF2-40B4-BE49-F238E27FC236}">
                <a16:creationId xmlns:a16="http://schemas.microsoft.com/office/drawing/2014/main" id="{BF956416-C351-B24E-3E69-776A9F2A978D}"/>
              </a:ext>
            </a:extLst>
          </p:cNvPr>
          <p:cNvSpPr/>
          <p:nvPr/>
        </p:nvSpPr>
        <p:spPr>
          <a:xfrm>
            <a:off x="542026" y="2661920"/>
            <a:ext cx="8226054" cy="3952239"/>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a:p>
        </p:txBody>
      </p:sp>
      <p:sp>
        <p:nvSpPr>
          <p:cNvPr id="23" name="Flecha: pentágono 22">
            <a:extLst>
              <a:ext uri="{FF2B5EF4-FFF2-40B4-BE49-F238E27FC236}">
                <a16:creationId xmlns:a16="http://schemas.microsoft.com/office/drawing/2014/main" id="{7700B882-9128-E987-C4AC-7CB01077CB6B}"/>
              </a:ext>
            </a:extLst>
          </p:cNvPr>
          <p:cNvSpPr/>
          <p:nvPr/>
        </p:nvSpPr>
        <p:spPr>
          <a:xfrm>
            <a:off x="767080" y="3802626"/>
            <a:ext cx="2214880" cy="619760"/>
          </a:xfrm>
          <a:prstGeom prst="homePlate">
            <a:avLst/>
          </a:prstGeom>
          <a:solidFill>
            <a:schemeClr val="tx1">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400" dirty="0"/>
              <a:t> Clasificar a los tipos de inversionistas.</a:t>
            </a:r>
          </a:p>
        </p:txBody>
      </p:sp>
      <p:sp>
        <p:nvSpPr>
          <p:cNvPr id="24" name="Flecha: pentágono 23">
            <a:extLst>
              <a:ext uri="{FF2B5EF4-FFF2-40B4-BE49-F238E27FC236}">
                <a16:creationId xmlns:a16="http://schemas.microsoft.com/office/drawing/2014/main" id="{BCDD89EC-37B1-CBB7-2B9B-A9B702ADB0D8}"/>
              </a:ext>
            </a:extLst>
          </p:cNvPr>
          <p:cNvSpPr/>
          <p:nvPr/>
        </p:nvSpPr>
        <p:spPr>
          <a:xfrm>
            <a:off x="751840" y="4775200"/>
            <a:ext cx="2214880" cy="619760"/>
          </a:xfrm>
          <a:prstGeom prst="homePlate">
            <a:avLst/>
          </a:prstGeom>
          <a:solidFill>
            <a:schemeClr val="tx1">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400"/>
              <a:t>Reforzar el Gobierno Corporativo y el Control Interno</a:t>
            </a:r>
            <a:endParaRPr lang="es-ES" sz="1400"/>
          </a:p>
        </p:txBody>
      </p:sp>
      <p:sp>
        <p:nvSpPr>
          <p:cNvPr id="27" name="Flecha: pentágono 26">
            <a:extLst>
              <a:ext uri="{FF2B5EF4-FFF2-40B4-BE49-F238E27FC236}">
                <a16:creationId xmlns:a16="http://schemas.microsoft.com/office/drawing/2014/main" id="{0F4D9AE2-06BF-8FF0-5657-366BBE605706}"/>
              </a:ext>
            </a:extLst>
          </p:cNvPr>
          <p:cNvSpPr/>
          <p:nvPr/>
        </p:nvSpPr>
        <p:spPr>
          <a:xfrm>
            <a:off x="3611880" y="3792467"/>
            <a:ext cx="2214880" cy="619760"/>
          </a:xfrm>
          <a:prstGeom prst="homePlate">
            <a:avLst/>
          </a:prstGeom>
          <a:solidFill>
            <a:schemeClr val="tx1">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400" dirty="0"/>
              <a:t>Distinguir  servicios  de inversión asesorados de los no asesorados</a:t>
            </a:r>
            <a:endParaRPr lang="es-ES" sz="1400" dirty="0"/>
          </a:p>
        </p:txBody>
      </p:sp>
      <p:sp>
        <p:nvSpPr>
          <p:cNvPr id="30" name="Flecha: pentágono 29">
            <a:extLst>
              <a:ext uri="{FF2B5EF4-FFF2-40B4-BE49-F238E27FC236}">
                <a16:creationId xmlns:a16="http://schemas.microsoft.com/office/drawing/2014/main" id="{BFB2C46A-DE05-4889-C8CE-EA9A9514D484}"/>
              </a:ext>
            </a:extLst>
          </p:cNvPr>
          <p:cNvSpPr/>
          <p:nvPr/>
        </p:nvSpPr>
        <p:spPr>
          <a:xfrm>
            <a:off x="3611880" y="4775200"/>
            <a:ext cx="2214880" cy="619760"/>
          </a:xfrm>
          <a:prstGeom prst="homePlate">
            <a:avLst/>
          </a:prstGeom>
          <a:solidFill>
            <a:schemeClr val="tx1">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400" dirty="0"/>
              <a:t>Conflictos de Interés e Incentivos</a:t>
            </a:r>
            <a:endParaRPr lang="es-ES" sz="1400" dirty="0"/>
          </a:p>
        </p:txBody>
      </p:sp>
      <p:sp>
        <p:nvSpPr>
          <p:cNvPr id="32" name="Flecha: pentágono 31">
            <a:extLst>
              <a:ext uri="{FF2B5EF4-FFF2-40B4-BE49-F238E27FC236}">
                <a16:creationId xmlns:a16="http://schemas.microsoft.com/office/drawing/2014/main" id="{320E943D-C334-2E69-80D8-702A9EA92FE9}"/>
              </a:ext>
            </a:extLst>
          </p:cNvPr>
          <p:cNvSpPr/>
          <p:nvPr/>
        </p:nvSpPr>
        <p:spPr>
          <a:xfrm>
            <a:off x="6265398" y="3923858"/>
            <a:ext cx="2064044" cy="1428361"/>
          </a:xfrm>
          <a:prstGeom prst="homePlate">
            <a:avLst/>
          </a:prstGeom>
          <a:solidFill>
            <a:schemeClr val="tx1">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400" dirty="0"/>
              <a:t>Ofrecer productos razonables con respecto al perfil del cliente y del producto financiero</a:t>
            </a:r>
            <a:endParaRPr lang="es-ES" sz="1400" dirty="0"/>
          </a:p>
        </p:txBody>
      </p:sp>
    </p:spTree>
    <p:extLst>
      <p:ext uri="{BB962C8B-B14F-4D97-AF65-F5344CB8AC3E}">
        <p14:creationId xmlns:p14="http://schemas.microsoft.com/office/powerpoint/2010/main" val="42462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CE1C2-F545-9CE8-1240-E1BB6A9C935B}"/>
            </a:ext>
          </a:extLst>
        </p:cNvPr>
        <p:cNvGrpSpPr/>
        <p:nvPr/>
      </p:nvGrpSpPr>
      <p:grpSpPr>
        <a:xfrm>
          <a:off x="0" y="0"/>
          <a:ext cx="0" cy="0"/>
          <a:chOff x="0" y="0"/>
          <a:chExt cx="0" cy="0"/>
        </a:xfrm>
      </p:grpSpPr>
      <p:sp>
        <p:nvSpPr>
          <p:cNvPr id="25" name="object 9">
            <a:extLst>
              <a:ext uri="{FF2B5EF4-FFF2-40B4-BE49-F238E27FC236}">
                <a16:creationId xmlns:a16="http://schemas.microsoft.com/office/drawing/2014/main" id="{076C73F0-A641-2BD4-3329-F06B9D37CA9A}"/>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3</a:t>
            </a:fld>
            <a:endParaRPr lang="en-US"/>
          </a:p>
        </p:txBody>
      </p:sp>
      <p:sp>
        <p:nvSpPr>
          <p:cNvPr id="2" name="Marcador de texto 3">
            <a:extLst>
              <a:ext uri="{FF2B5EF4-FFF2-40B4-BE49-F238E27FC236}">
                <a16:creationId xmlns:a16="http://schemas.microsoft.com/office/drawing/2014/main" id="{3F266BAD-CD46-558E-847C-0BED61BCC2A4}"/>
              </a:ext>
            </a:extLst>
          </p:cNvPr>
          <p:cNvSpPr txBox="1">
            <a:spLocks/>
          </p:cNvSpPr>
          <p:nvPr/>
        </p:nvSpPr>
        <p:spPr>
          <a:xfrm>
            <a:off x="2389727" y="3001391"/>
            <a:ext cx="1924494" cy="747273"/>
          </a:xfrm>
          <a:prstGeom prst="rect">
            <a:avLst/>
          </a:prstGeom>
        </p:spPr>
        <p:txBody>
          <a:bodyPr>
            <a:normAutofit/>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indent="0">
              <a:buNone/>
            </a:pPr>
            <a:r>
              <a:rPr lang="es-ES" b="1" dirty="0"/>
              <a:t>No Sofisticado</a:t>
            </a:r>
          </a:p>
        </p:txBody>
      </p:sp>
      <p:sp>
        <p:nvSpPr>
          <p:cNvPr id="3" name="Marcador de texto 4">
            <a:extLst>
              <a:ext uri="{FF2B5EF4-FFF2-40B4-BE49-F238E27FC236}">
                <a16:creationId xmlns:a16="http://schemas.microsoft.com/office/drawing/2014/main" id="{0FD4CA9A-BFB0-E5E5-F68A-E0EE2DD81162}"/>
              </a:ext>
            </a:extLst>
          </p:cNvPr>
          <p:cNvSpPr txBox="1">
            <a:spLocks/>
          </p:cNvSpPr>
          <p:nvPr/>
        </p:nvSpPr>
        <p:spPr>
          <a:xfrm>
            <a:off x="4598645" y="2538881"/>
            <a:ext cx="1924494" cy="317190"/>
          </a:xfrm>
          <a:prstGeom prst="rect">
            <a:avLst/>
          </a:prstGeom>
        </p:spPr>
        <p:txBody>
          <a:bodyPr>
            <a:normAutofit fontScale="92500" lnSpcReduction="20000"/>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indent="0">
              <a:buNone/>
            </a:pPr>
            <a:r>
              <a:rPr lang="es-ES" b="1" dirty="0"/>
              <a:t>Sofisticado</a:t>
            </a:r>
          </a:p>
          <a:p>
            <a:endParaRPr lang="es-ES" dirty="0"/>
          </a:p>
        </p:txBody>
      </p:sp>
      <p:sp>
        <p:nvSpPr>
          <p:cNvPr id="4" name="Marcador de texto 5">
            <a:extLst>
              <a:ext uri="{FF2B5EF4-FFF2-40B4-BE49-F238E27FC236}">
                <a16:creationId xmlns:a16="http://schemas.microsoft.com/office/drawing/2014/main" id="{FD6613DE-0D78-AF9D-06C7-E414EAE28291}"/>
              </a:ext>
            </a:extLst>
          </p:cNvPr>
          <p:cNvSpPr txBox="1">
            <a:spLocks/>
          </p:cNvSpPr>
          <p:nvPr/>
        </p:nvSpPr>
        <p:spPr>
          <a:xfrm>
            <a:off x="6844674" y="2104874"/>
            <a:ext cx="1924494" cy="313822"/>
          </a:xfrm>
          <a:prstGeom prst="rect">
            <a:avLst/>
          </a:prstGeom>
        </p:spPr>
        <p:txBody>
          <a:bodyPr>
            <a:normAutofit fontScale="85000" lnSpcReduction="20000"/>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indent="0">
              <a:buNone/>
            </a:pPr>
            <a:r>
              <a:rPr lang="es-ES" b="1" dirty="0"/>
              <a:t>Institucional</a:t>
            </a:r>
          </a:p>
          <a:p>
            <a:endParaRPr lang="es-ES" dirty="0"/>
          </a:p>
        </p:txBody>
      </p:sp>
      <p:sp>
        <p:nvSpPr>
          <p:cNvPr id="5" name="Título 6">
            <a:extLst>
              <a:ext uri="{FF2B5EF4-FFF2-40B4-BE49-F238E27FC236}">
                <a16:creationId xmlns:a16="http://schemas.microsoft.com/office/drawing/2014/main" id="{301286EE-3070-55E0-F521-B8146B81C618}"/>
              </a:ext>
            </a:extLst>
          </p:cNvPr>
          <p:cNvSpPr txBox="1">
            <a:spLocks/>
          </p:cNvSpPr>
          <p:nvPr/>
        </p:nvSpPr>
        <p:spPr>
          <a:xfrm>
            <a:off x="439258" y="1093400"/>
            <a:ext cx="10626929" cy="750070"/>
          </a:xfrm>
          <a:prstGeom prst="rect">
            <a:avLst/>
          </a:prstGeom>
        </p:spPr>
        <p:txBody>
          <a:bodyPr lIns="0" tIns="0" rIns="0" bIns="0"/>
          <a:lstStyle>
            <a:lvl1pPr algn="l" defTabSz="742950" rtl="0" eaLnBrk="1" latinLnBrk="0" hangingPunct="1">
              <a:lnSpc>
                <a:spcPct val="90000"/>
              </a:lnSpc>
              <a:spcBef>
                <a:spcPct val="0"/>
              </a:spcBef>
              <a:buNone/>
              <a:defRPr sz="2800" kern="1200">
                <a:solidFill>
                  <a:schemeClr val="tx1"/>
                </a:solidFill>
                <a:latin typeface="+mj-lt"/>
                <a:ea typeface="+mj-ea"/>
                <a:cs typeface="+mj-cs"/>
              </a:defRPr>
            </a:lvl1pPr>
          </a:lstStyle>
          <a:p>
            <a:r>
              <a:rPr lang="es-MX" dirty="0">
                <a:latin typeface="+mn-lt"/>
              </a:rPr>
              <a:t>Clasificación de clientes (inversionistas)</a:t>
            </a:r>
            <a:endParaRPr lang="es-ES" dirty="0">
              <a:latin typeface="+mn-lt"/>
            </a:endParaRPr>
          </a:p>
        </p:txBody>
      </p:sp>
      <p:sp>
        <p:nvSpPr>
          <p:cNvPr id="6" name="Marcador de texto 8">
            <a:extLst>
              <a:ext uri="{FF2B5EF4-FFF2-40B4-BE49-F238E27FC236}">
                <a16:creationId xmlns:a16="http://schemas.microsoft.com/office/drawing/2014/main" id="{7F817E63-0DF2-D536-0290-FBDA46A753F2}"/>
              </a:ext>
            </a:extLst>
          </p:cNvPr>
          <p:cNvSpPr txBox="1">
            <a:spLocks/>
          </p:cNvSpPr>
          <p:nvPr/>
        </p:nvSpPr>
        <p:spPr>
          <a:xfrm>
            <a:off x="4598645" y="2823465"/>
            <a:ext cx="1810168" cy="2282506"/>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600" b="0" i="0" kern="1200" baseline="0">
                <a:solidFill>
                  <a:schemeClr val="tx1"/>
                </a:solidFill>
                <a:latin typeface="Santander Headline" panose="020B05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171450" indent="-171450">
              <a:buFont typeface="Arial" panose="020B0604020202020204" pitchFamily="34" charset="0"/>
              <a:buChar char="•"/>
            </a:pPr>
            <a:r>
              <a:rPr lang="es-MX">
                <a:latin typeface="+mn-lt"/>
              </a:rPr>
              <a:t>Inversiones en valores promedio en los últimos 12 meses &gt;=3’000,000 UDIS.</a:t>
            </a:r>
          </a:p>
          <a:p>
            <a:pPr marL="171450" indent="-171450">
              <a:buFont typeface="Arial" panose="020B0604020202020204" pitchFamily="34" charset="0"/>
              <a:buChar char="•"/>
            </a:pPr>
            <a:r>
              <a:rPr lang="es-MX">
                <a:latin typeface="+mn-lt"/>
              </a:rPr>
              <a:t>Ingresos Brutos Anuales en los últimos 2 años &gt;=1’000,000 UDIS en cada año.</a:t>
            </a:r>
          </a:p>
          <a:p>
            <a:pPr marL="171450" indent="-171450">
              <a:buFont typeface="Arial" panose="020B0604020202020204" pitchFamily="34" charset="0"/>
              <a:buChar char="•"/>
            </a:pPr>
            <a:endParaRPr lang="es-ES" dirty="0">
              <a:latin typeface="+mn-lt"/>
            </a:endParaRPr>
          </a:p>
        </p:txBody>
      </p:sp>
      <p:sp>
        <p:nvSpPr>
          <p:cNvPr id="7" name="Marcador de texto 9">
            <a:extLst>
              <a:ext uri="{FF2B5EF4-FFF2-40B4-BE49-F238E27FC236}">
                <a16:creationId xmlns:a16="http://schemas.microsoft.com/office/drawing/2014/main" id="{E5B6C898-491F-E5E0-4A26-92B1133E8C1F}"/>
              </a:ext>
            </a:extLst>
          </p:cNvPr>
          <p:cNvSpPr txBox="1">
            <a:spLocks/>
          </p:cNvSpPr>
          <p:nvPr/>
        </p:nvSpPr>
        <p:spPr>
          <a:xfrm>
            <a:off x="6844673" y="2405194"/>
            <a:ext cx="2871671" cy="2282506"/>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200" i="0" kern="1200" baseline="0">
                <a:solidFill>
                  <a:schemeClr val="tx1"/>
                </a:solidFill>
                <a:latin typeface="Santander Text Light" panose="020B03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171450" indent="-171450">
              <a:buFont typeface="Arial" panose="020B0604020202020204" pitchFamily="34" charset="0"/>
              <a:buChar char="•"/>
            </a:pPr>
            <a:r>
              <a:rPr lang="es-MX">
                <a:latin typeface="+mn-lt"/>
              </a:rPr>
              <a:t>Entidades Financieras: IC, CB, SOFIs, SDAFIs, AFORES, SIEFORES, Seguros y Fianzas.</a:t>
            </a:r>
          </a:p>
          <a:p>
            <a:pPr marL="171450" indent="-171450">
              <a:buFont typeface="Arial" panose="020B0604020202020204" pitchFamily="34" charset="0"/>
              <a:buChar char="•"/>
            </a:pPr>
            <a:r>
              <a:rPr lang="es-MX">
                <a:latin typeface="+mn-lt"/>
              </a:rPr>
              <a:t>Instituciones Financieras del Exterior.</a:t>
            </a:r>
          </a:p>
          <a:p>
            <a:pPr marL="171450" indent="-171450">
              <a:buFont typeface="Arial" panose="020B0604020202020204" pitchFamily="34" charset="0"/>
              <a:buChar char="•"/>
            </a:pPr>
            <a:r>
              <a:rPr lang="es-MX">
                <a:latin typeface="+mn-lt"/>
              </a:rPr>
              <a:t>Inversionistas Extranjeros.</a:t>
            </a:r>
          </a:p>
          <a:p>
            <a:r>
              <a:rPr lang="es-MX" b="1">
                <a:latin typeface="+mn-lt"/>
              </a:rPr>
              <a:t>Solicitado:</a:t>
            </a:r>
          </a:p>
          <a:p>
            <a:pPr marL="171450" indent="-171450">
              <a:buFont typeface="Arial" panose="020B0604020202020204" pitchFamily="34" charset="0"/>
              <a:buChar char="•"/>
            </a:pPr>
            <a:r>
              <a:rPr lang="es-MX">
                <a:latin typeface="+mn-lt"/>
              </a:rPr>
              <a:t>Emisoras que tengan inscritos valores en el Registro (modalidad de genérica).</a:t>
            </a:r>
          </a:p>
          <a:p>
            <a:pPr marL="171450" indent="-171450">
              <a:buFont typeface="Arial" panose="020B0604020202020204" pitchFamily="34" charset="0"/>
              <a:buChar char="•"/>
            </a:pPr>
            <a:r>
              <a:rPr lang="es-MX">
                <a:latin typeface="+mn-lt"/>
              </a:rPr>
              <a:t>Emisoras que tengan inscritos valores en el Registro, así como personas morales que formen parte del Grupo.</a:t>
            </a:r>
          </a:p>
          <a:p>
            <a:pPr marL="171450" indent="-171450">
              <a:buFont typeface="Arial" panose="020B0604020202020204" pitchFamily="34" charset="0"/>
              <a:buChar char="•"/>
            </a:pPr>
            <a:r>
              <a:rPr lang="es-MX">
                <a:latin typeface="+mn-lt"/>
              </a:rPr>
              <a:t>Fideicomisos</a:t>
            </a:r>
          </a:p>
          <a:p>
            <a:pPr marL="171450" indent="-171450">
              <a:buFont typeface="Arial" panose="020B0604020202020204" pitchFamily="34" charset="0"/>
              <a:buChar char="•"/>
            </a:pPr>
            <a:r>
              <a:rPr lang="es-MX">
                <a:latin typeface="+mn-lt"/>
              </a:rPr>
              <a:t>Dependencias de la Administración Pública Federal.</a:t>
            </a:r>
            <a:endParaRPr lang="es-MX" dirty="0">
              <a:latin typeface="+mn-lt"/>
            </a:endParaRPr>
          </a:p>
        </p:txBody>
      </p:sp>
      <p:cxnSp>
        <p:nvCxnSpPr>
          <p:cNvPr id="8" name="Conector recto 7">
            <a:extLst>
              <a:ext uri="{FF2B5EF4-FFF2-40B4-BE49-F238E27FC236}">
                <a16:creationId xmlns:a16="http://schemas.microsoft.com/office/drawing/2014/main" id="{1CDB2AC7-05B7-5453-7563-E0BAEB5710CD}"/>
              </a:ext>
            </a:extLst>
          </p:cNvPr>
          <p:cNvCxnSpPr>
            <a:cxnSpLocks/>
          </p:cNvCxnSpPr>
          <p:nvPr/>
        </p:nvCxnSpPr>
        <p:spPr>
          <a:xfrm>
            <a:off x="2470412" y="2864507"/>
            <a:ext cx="1509042"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pic>
        <p:nvPicPr>
          <p:cNvPr id="9" name="Gráfico 8">
            <a:extLst>
              <a:ext uri="{FF2B5EF4-FFF2-40B4-BE49-F238E27FC236}">
                <a16:creationId xmlns:a16="http://schemas.microsoft.com/office/drawing/2014/main" id="{60031E9F-58F3-A508-F2F5-24DF46EC59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90153" y="1625778"/>
            <a:ext cx="292500" cy="292500"/>
          </a:xfrm>
          <a:prstGeom prst="rect">
            <a:avLst/>
          </a:prstGeom>
        </p:spPr>
      </p:pic>
      <p:cxnSp>
        <p:nvCxnSpPr>
          <p:cNvPr id="10" name="Conector recto 9">
            <a:extLst>
              <a:ext uri="{FF2B5EF4-FFF2-40B4-BE49-F238E27FC236}">
                <a16:creationId xmlns:a16="http://schemas.microsoft.com/office/drawing/2014/main" id="{233F68E7-B440-7C1E-442C-0914C4FFFB8E}"/>
              </a:ext>
            </a:extLst>
          </p:cNvPr>
          <p:cNvCxnSpPr>
            <a:cxnSpLocks/>
          </p:cNvCxnSpPr>
          <p:nvPr/>
        </p:nvCxnSpPr>
        <p:spPr>
          <a:xfrm>
            <a:off x="4288499" y="2425092"/>
            <a:ext cx="1509042"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58AD8024-F8AF-C384-F56C-7F720A4D82FF}"/>
              </a:ext>
            </a:extLst>
          </p:cNvPr>
          <p:cNvCxnSpPr>
            <a:cxnSpLocks/>
          </p:cNvCxnSpPr>
          <p:nvPr/>
        </p:nvCxnSpPr>
        <p:spPr>
          <a:xfrm>
            <a:off x="6090153" y="1985513"/>
            <a:ext cx="1509042"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pic>
        <p:nvPicPr>
          <p:cNvPr id="12" name="Gráfico 11">
            <a:extLst>
              <a:ext uri="{FF2B5EF4-FFF2-40B4-BE49-F238E27FC236}">
                <a16:creationId xmlns:a16="http://schemas.microsoft.com/office/drawing/2014/main" id="{8B072534-7A16-AC75-F184-6252FED3FB8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14221" y="2064151"/>
            <a:ext cx="292500" cy="292500"/>
          </a:xfrm>
          <a:prstGeom prst="rect">
            <a:avLst/>
          </a:prstGeom>
        </p:spPr>
      </p:pic>
      <p:pic>
        <p:nvPicPr>
          <p:cNvPr id="13" name="Gráfico 12">
            <a:extLst>
              <a:ext uri="{FF2B5EF4-FFF2-40B4-BE49-F238E27FC236}">
                <a16:creationId xmlns:a16="http://schemas.microsoft.com/office/drawing/2014/main" id="{061392B5-E870-49C5-4EE9-4330EEFA96A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28422" y="2494200"/>
            <a:ext cx="292500" cy="292500"/>
          </a:xfrm>
          <a:prstGeom prst="rect">
            <a:avLst/>
          </a:prstGeom>
        </p:spPr>
      </p:pic>
      <p:sp>
        <p:nvSpPr>
          <p:cNvPr id="14" name="Marcador de texto 8">
            <a:extLst>
              <a:ext uri="{FF2B5EF4-FFF2-40B4-BE49-F238E27FC236}">
                <a16:creationId xmlns:a16="http://schemas.microsoft.com/office/drawing/2014/main" id="{336EC23C-7D85-3B94-A09F-D2A11324DCEF}"/>
              </a:ext>
            </a:extLst>
          </p:cNvPr>
          <p:cNvSpPr txBox="1">
            <a:spLocks/>
          </p:cNvSpPr>
          <p:nvPr/>
        </p:nvSpPr>
        <p:spPr>
          <a:xfrm>
            <a:off x="2369238" y="3375027"/>
            <a:ext cx="1810168" cy="2282506"/>
          </a:xfrm>
          <a:prstGeom prst="rect">
            <a:avLst/>
          </a:prstGeom>
        </p:spPr>
        <p:txBody>
          <a:bodyPr lIns="0" tIns="0" rIns="0" bIns="0">
            <a:noAutofit/>
          </a:bodyPr>
          <a:lstStyle>
            <a:lvl1pPr marL="0" indent="0" algn="l" defTabSz="742950" rtl="0" eaLnBrk="1" latinLnBrk="0" hangingPunct="1">
              <a:lnSpc>
                <a:spcPct val="100000"/>
              </a:lnSpc>
              <a:spcBef>
                <a:spcPts val="813"/>
              </a:spcBef>
              <a:buFont typeface="Arial" panose="020B0604020202020204" pitchFamily="34" charset="0"/>
              <a:buNone/>
              <a:defRPr sz="1200" i="0" kern="1200" baseline="0">
                <a:solidFill>
                  <a:schemeClr val="tx1"/>
                </a:solidFill>
                <a:latin typeface="Santander Text Light" panose="020B0304020201020104" pitchFamily="34" charset="0"/>
                <a:ea typeface="+mn-ea"/>
                <a:cs typeface="Arial" panose="020B0604020202020204" pitchFamily="34" charset="0"/>
              </a:defRPr>
            </a:lvl1pPr>
            <a:lvl2pPr marL="37147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2pPr>
            <a:lvl3pPr marL="74295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3pPr>
            <a:lvl4pPr marL="1114425"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4pPr>
            <a:lvl5pPr marL="1485900" indent="0" algn="l" defTabSz="742950" rtl="0" eaLnBrk="1" latinLnBrk="0" hangingPunct="1">
              <a:lnSpc>
                <a:spcPct val="90000"/>
              </a:lnSpc>
              <a:spcBef>
                <a:spcPts val="406"/>
              </a:spcBef>
              <a:buFont typeface="Arial" panose="020B0604020202020204" pitchFamily="34" charset="0"/>
              <a:buNone/>
              <a:defRPr sz="1788" kern="1200">
                <a:solidFill>
                  <a:schemeClr val="tx1"/>
                </a:solidFill>
                <a:latin typeface="Arial" panose="020B0604020202020204" pitchFamily="34" charset="0"/>
                <a:ea typeface="+mn-ea"/>
                <a:cs typeface="Arial" panose="020B0604020202020204" pitchFamily="34" charset="0"/>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171450" indent="-171450">
              <a:buFont typeface="Arial" panose="020B0604020202020204" pitchFamily="34" charset="0"/>
              <a:buChar char="•"/>
            </a:pPr>
            <a:r>
              <a:rPr lang="es-MX" dirty="0">
                <a:latin typeface="+mn-lt"/>
              </a:rPr>
              <a:t>Inversiones en valores promedio en los últimos 12 meses &lt;=3’000,000 UDIS.</a:t>
            </a:r>
          </a:p>
          <a:p>
            <a:pPr marL="171450" indent="-171450">
              <a:buFont typeface="Arial" panose="020B0604020202020204" pitchFamily="34" charset="0"/>
              <a:buChar char="•"/>
            </a:pPr>
            <a:r>
              <a:rPr lang="es-MX" dirty="0">
                <a:latin typeface="+mn-lt"/>
              </a:rPr>
              <a:t>Ingresos Brutos Anuales en los últimos 2 años &lt;=1’000,000 UDIS en cada año.</a:t>
            </a:r>
          </a:p>
          <a:p>
            <a:pPr marL="171450" indent="-171450">
              <a:buFont typeface="Arial" panose="020B0604020202020204" pitchFamily="34" charset="0"/>
              <a:buChar char="•"/>
            </a:pPr>
            <a:endParaRPr lang="es-ES" dirty="0">
              <a:latin typeface="+mn-lt"/>
            </a:endParaRPr>
          </a:p>
        </p:txBody>
      </p:sp>
    </p:spTree>
    <p:extLst>
      <p:ext uri="{BB962C8B-B14F-4D97-AF65-F5344CB8AC3E}">
        <p14:creationId xmlns:p14="http://schemas.microsoft.com/office/powerpoint/2010/main" val="2932726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F4A6-AF8E-804A-0A8F-6AC3679E1744}"/>
            </a:ext>
          </a:extLst>
        </p:cNvPr>
        <p:cNvGrpSpPr/>
        <p:nvPr/>
      </p:nvGrpSpPr>
      <p:grpSpPr>
        <a:xfrm>
          <a:off x="0" y="0"/>
          <a:ext cx="0" cy="0"/>
          <a:chOff x="0" y="0"/>
          <a:chExt cx="0" cy="0"/>
        </a:xfrm>
      </p:grpSpPr>
      <p:sp>
        <p:nvSpPr>
          <p:cNvPr id="25" name="object 9">
            <a:extLst>
              <a:ext uri="{FF2B5EF4-FFF2-40B4-BE49-F238E27FC236}">
                <a16:creationId xmlns:a16="http://schemas.microsoft.com/office/drawing/2014/main" id="{871DA5DD-CF80-D60E-8FF1-631579F05708}"/>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4</a:t>
            </a:fld>
            <a:endParaRPr lang="en-US"/>
          </a:p>
        </p:txBody>
      </p:sp>
      <p:sp>
        <p:nvSpPr>
          <p:cNvPr id="2" name="Title 1">
            <a:extLst>
              <a:ext uri="{FF2B5EF4-FFF2-40B4-BE49-F238E27FC236}">
                <a16:creationId xmlns:a16="http://schemas.microsoft.com/office/drawing/2014/main" id="{2E6CD5B3-3924-DC50-5763-8519A619E66E}"/>
              </a:ext>
            </a:extLst>
          </p:cNvPr>
          <p:cNvSpPr>
            <a:spLocks noGrp="1"/>
          </p:cNvSpPr>
          <p:nvPr>
            <p:ph type="title"/>
          </p:nvPr>
        </p:nvSpPr>
        <p:spPr>
          <a:xfrm>
            <a:off x="478325" y="1097918"/>
            <a:ext cx="11235350" cy="657916"/>
          </a:xfrm>
        </p:spPr>
        <p:txBody>
          <a:bodyPr/>
          <a:lstStyle/>
          <a:p>
            <a:r>
              <a:rPr lang="en-GB" sz="1800" dirty="0" err="1"/>
              <a:t>Consideraciones</a:t>
            </a:r>
            <a:r>
              <a:rPr lang="en-GB" sz="1800" dirty="0"/>
              <a:t> previas a la </a:t>
            </a:r>
            <a:r>
              <a:rPr lang="en-GB" sz="1800" dirty="0" err="1"/>
              <a:t>contratación</a:t>
            </a:r>
            <a:endParaRPr lang="en-GB" sz="1800" dirty="0"/>
          </a:p>
        </p:txBody>
      </p:sp>
      <p:sp>
        <p:nvSpPr>
          <p:cNvPr id="3" name="Marcador de contenido 3">
            <a:extLst>
              <a:ext uri="{FF2B5EF4-FFF2-40B4-BE49-F238E27FC236}">
                <a16:creationId xmlns:a16="http://schemas.microsoft.com/office/drawing/2014/main" id="{93B9CB04-8392-3624-A01B-001594031CAE}"/>
              </a:ext>
            </a:extLst>
          </p:cNvPr>
          <p:cNvSpPr txBox="1">
            <a:spLocks/>
          </p:cNvSpPr>
          <p:nvPr/>
        </p:nvSpPr>
        <p:spPr>
          <a:xfrm>
            <a:off x="478325" y="1601913"/>
            <a:ext cx="11235351" cy="4926265"/>
          </a:xfrm>
          <a:prstGeom prst="rect">
            <a:avLst/>
          </a:prstGeom>
        </p:spPr>
        <p:txBody>
          <a:bodyPr>
            <a:noAutofit/>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342900" indent="-342900">
              <a:lnSpc>
                <a:spcPct val="100000"/>
              </a:lnSpc>
              <a:spcAft>
                <a:spcPts val="1000"/>
              </a:spcAft>
              <a:buClr>
                <a:srgbClr val="000000"/>
              </a:buClr>
              <a:buFont typeface="+mj-lt"/>
              <a:buAutoNum type="arabicParenBoth"/>
            </a:pPr>
            <a:r>
              <a:rPr lang="es-MX" sz="1400" b="1" dirty="0">
                <a:solidFill>
                  <a:srgbClr val="000000"/>
                </a:solidFill>
                <a:ea typeface="Calibri" panose="020F0502020204030204" pitchFamily="34" charset="0"/>
                <a:cs typeface="Times New Roman" panose="02020603050405020304" pitchFamily="18" charset="0"/>
              </a:rPr>
              <a:t>Previo </a:t>
            </a:r>
            <a:r>
              <a:rPr lang="es-MX" sz="1400" dirty="0">
                <a:solidFill>
                  <a:srgbClr val="000000"/>
                </a:solidFill>
                <a:ea typeface="Calibri" panose="020F0502020204030204" pitchFamily="34" charset="0"/>
                <a:cs typeface="Times New Roman" panose="02020603050405020304" pitchFamily="18" charset="0"/>
              </a:rPr>
              <a:t>al inicio de cualquier relación comercial, se debe considerar al Cliente como </a:t>
            </a:r>
            <a:r>
              <a:rPr lang="es-MX" sz="1400" b="1" dirty="0">
                <a:solidFill>
                  <a:srgbClr val="000000"/>
                </a:solidFill>
                <a:ea typeface="Calibri" panose="020F0502020204030204" pitchFamily="34" charset="0"/>
                <a:cs typeface="Times New Roman" panose="02020603050405020304" pitchFamily="18" charset="0"/>
              </a:rPr>
              <a:t>No Sofisticado</a:t>
            </a:r>
            <a:r>
              <a:rPr lang="es-MX" sz="1400" dirty="0">
                <a:solidFill>
                  <a:srgbClr val="000000"/>
                </a:solidFill>
                <a:ea typeface="Calibri" panose="020F0502020204030204" pitchFamily="34" charset="0"/>
                <a:cs typeface="Times New Roman" panose="02020603050405020304" pitchFamily="18" charset="0"/>
              </a:rPr>
              <a:t>. </a:t>
            </a:r>
            <a:endParaRPr lang="es-MX" sz="1400" dirty="0">
              <a:ea typeface="Calibri" panose="020F0502020204030204" pitchFamily="34" charset="0"/>
              <a:cs typeface="Times New Roman" panose="02020603050405020304" pitchFamily="18" charset="0"/>
            </a:endParaRPr>
          </a:p>
          <a:p>
            <a:pPr marL="342900" indent="-342900">
              <a:lnSpc>
                <a:spcPct val="100000"/>
              </a:lnSpc>
              <a:buClr>
                <a:srgbClr val="000000"/>
              </a:buClr>
              <a:buFont typeface="+mj-lt"/>
              <a:buAutoNum type="arabicParenBoth"/>
            </a:pPr>
            <a:r>
              <a:rPr lang="es-MX" sz="1400" b="1" u="sng" dirty="0">
                <a:solidFill>
                  <a:srgbClr val="000000"/>
                </a:solidFill>
                <a:ea typeface="Calibri" panose="020F0502020204030204" pitchFamily="34" charset="0"/>
                <a:cs typeface="Times New Roman" panose="02020603050405020304" pitchFamily="18" charset="0"/>
              </a:rPr>
              <a:t>Clientes Institucionales:</a:t>
            </a:r>
            <a:endParaRPr lang="es-MX" sz="1400" dirty="0">
              <a:ea typeface="Calibri" panose="020F0502020204030204" pitchFamily="34" charset="0"/>
              <a:cs typeface="Times New Roman" panose="02020603050405020304" pitchFamily="18" charset="0"/>
            </a:endParaRPr>
          </a:p>
          <a:p>
            <a:pPr marL="742950" lvl="1" indent="-285750">
              <a:lnSpc>
                <a:spcPct val="100000"/>
              </a:lnSpc>
              <a:buFont typeface="+mj-lt"/>
              <a:buAutoNum type="alphaLcPeriod"/>
            </a:pPr>
            <a:r>
              <a:rPr lang="es-MX" sz="1400" dirty="0">
                <a:solidFill>
                  <a:srgbClr val="000000"/>
                </a:solidFill>
                <a:ea typeface="Calibri" panose="020F0502020204030204" pitchFamily="34" charset="0"/>
                <a:cs typeface="Times New Roman" panose="02020603050405020304" pitchFamily="18" charset="0"/>
              </a:rPr>
              <a:t>Cuentan con </a:t>
            </a:r>
            <a:r>
              <a:rPr lang="es-MX" sz="1400" b="1" dirty="0">
                <a:solidFill>
                  <a:srgbClr val="000000"/>
                </a:solidFill>
                <a:ea typeface="Calibri" panose="020F0502020204030204" pitchFamily="34" charset="0"/>
                <a:cs typeface="Times New Roman" panose="02020603050405020304" pitchFamily="18" charset="0"/>
              </a:rPr>
              <a:t>la capacidad financiera</a:t>
            </a:r>
            <a:r>
              <a:rPr lang="es-MX" sz="1400" dirty="0">
                <a:solidFill>
                  <a:srgbClr val="000000"/>
                </a:solidFill>
                <a:ea typeface="Calibri" panose="020F0502020204030204" pitchFamily="34" charset="0"/>
                <a:cs typeface="Times New Roman" panose="02020603050405020304" pitchFamily="18" charset="0"/>
              </a:rPr>
              <a:t> para hacer frente a los riesgos inherentes a las operaciones con valores o instrumentos financieros derivados, así como </a:t>
            </a:r>
            <a:r>
              <a:rPr lang="es-MX" sz="1400" b="1" dirty="0">
                <a:solidFill>
                  <a:srgbClr val="000000"/>
                </a:solidFill>
                <a:ea typeface="Calibri" panose="020F0502020204030204" pitchFamily="34" charset="0"/>
                <a:cs typeface="Times New Roman" panose="02020603050405020304" pitchFamily="18" charset="0"/>
              </a:rPr>
              <a:t>conocimientos y experiencia</a:t>
            </a:r>
            <a:r>
              <a:rPr lang="es-MX" sz="1400" dirty="0">
                <a:solidFill>
                  <a:srgbClr val="000000"/>
                </a:solidFill>
                <a:ea typeface="Calibri" panose="020F0502020204030204" pitchFamily="34" charset="0"/>
                <a:cs typeface="Times New Roman" panose="02020603050405020304" pitchFamily="18" charset="0"/>
              </a:rPr>
              <a:t> necesarios. </a:t>
            </a:r>
            <a:endParaRPr lang="es-MX" sz="1400" dirty="0">
              <a:ea typeface="Calibri" panose="020F0502020204030204" pitchFamily="34" charset="0"/>
              <a:cs typeface="Times New Roman" panose="02020603050405020304" pitchFamily="18" charset="0"/>
            </a:endParaRPr>
          </a:p>
          <a:p>
            <a:pPr marL="742950" lvl="1" indent="-285750">
              <a:lnSpc>
                <a:spcPct val="100000"/>
              </a:lnSpc>
              <a:buFont typeface="+mj-lt"/>
              <a:buAutoNum type="alphaLcPeriod"/>
            </a:pPr>
            <a:r>
              <a:rPr lang="es-MX" sz="1400" b="1" dirty="0">
                <a:solidFill>
                  <a:srgbClr val="000000"/>
                </a:solidFill>
                <a:ea typeface="Calibri" panose="020F0502020204030204" pitchFamily="34" charset="0"/>
                <a:cs typeface="Times New Roman" panose="02020603050405020304" pitchFamily="18" charset="0"/>
              </a:rPr>
              <a:t> No les será aplicable lo descrito en las disposiciones de Práctica de Ventas a las Entidades Financieras</a:t>
            </a:r>
            <a:r>
              <a:rPr lang="es-MX" sz="1400" dirty="0">
                <a:solidFill>
                  <a:srgbClr val="000000"/>
                </a:solidFill>
                <a:ea typeface="Calibri" panose="020F0502020204030204" pitchFamily="34" charset="0"/>
                <a:cs typeface="Times New Roman" panose="02020603050405020304" pitchFamily="18" charset="0"/>
              </a:rPr>
              <a:t>: Instituciones de Crédito, Casas de Bolsa, Sociedades Operadoras de Fondos de Inversión, Sociedades Distribuidoras de Acciones de Fondos de Inversión, Administradoras de Fondos para el Retiro, Instituciones de Seguros e Instituciones de Fianzas.</a:t>
            </a:r>
            <a:endParaRPr lang="es-MX" sz="1400" dirty="0">
              <a:ea typeface="Calibri" panose="020F0502020204030204" pitchFamily="34" charset="0"/>
              <a:cs typeface="Times New Roman" panose="02020603050405020304" pitchFamily="18" charset="0"/>
            </a:endParaRPr>
          </a:p>
          <a:p>
            <a:pPr marL="742950" lvl="1" indent="-285750">
              <a:lnSpc>
                <a:spcPct val="100000"/>
              </a:lnSpc>
              <a:buFont typeface="+mj-lt"/>
              <a:buAutoNum type="alphaLcPeriod"/>
            </a:pPr>
            <a:r>
              <a:rPr lang="es-MX" sz="1400" b="1" dirty="0">
                <a:solidFill>
                  <a:srgbClr val="000000"/>
                </a:solidFill>
                <a:ea typeface="Calibri" panose="020F0502020204030204" pitchFamily="34" charset="0"/>
                <a:cs typeface="Times New Roman" panose="02020603050405020304" pitchFamily="18" charset="0"/>
              </a:rPr>
              <a:t>No les será aplicable lo descrito en las disposiciones de Práctica de Ventas, salvo que soliciten ser tratados como cualquier otro cliente (aplicar disposiciones y perfilar): </a:t>
            </a:r>
            <a:endParaRPr lang="es-MX" sz="1400" dirty="0">
              <a:ea typeface="Calibri" panose="020F0502020204030204" pitchFamily="34" charset="0"/>
              <a:cs typeface="Times New Roman" panose="02020603050405020304" pitchFamily="18" charset="0"/>
            </a:endParaRPr>
          </a:p>
          <a:p>
            <a:pPr marL="1143000" lvl="2" indent="-228600">
              <a:lnSpc>
                <a:spcPct val="100000"/>
              </a:lnSpc>
              <a:buFont typeface="+mj-lt"/>
              <a:buAutoNum type="romanLcPeriod"/>
            </a:pPr>
            <a:r>
              <a:rPr lang="es-MX" sz="1400" dirty="0">
                <a:solidFill>
                  <a:srgbClr val="000000"/>
                </a:solidFill>
                <a:ea typeface="Calibri" panose="020F0502020204030204" pitchFamily="34" charset="0"/>
                <a:cs typeface="Times New Roman" panose="02020603050405020304" pitchFamily="18" charset="0"/>
              </a:rPr>
              <a:t>Instituciones Financieras del Exterior (incluye las que se refiere la LIC).</a:t>
            </a:r>
            <a:endParaRPr lang="es-MX" sz="1400" dirty="0">
              <a:ea typeface="Calibri" panose="020F0502020204030204" pitchFamily="34" charset="0"/>
              <a:cs typeface="Times New Roman" panose="02020603050405020304" pitchFamily="18" charset="0"/>
            </a:endParaRPr>
          </a:p>
          <a:p>
            <a:pPr marL="1143000" lvl="2" indent="-228600">
              <a:lnSpc>
                <a:spcPct val="100000"/>
              </a:lnSpc>
              <a:buFont typeface="+mj-lt"/>
              <a:buAutoNum type="romanLcPeriod"/>
            </a:pPr>
            <a:r>
              <a:rPr lang="es-MX" sz="1400" dirty="0">
                <a:solidFill>
                  <a:srgbClr val="000000"/>
                </a:solidFill>
                <a:ea typeface="Calibri" panose="020F0502020204030204" pitchFamily="34" charset="0"/>
                <a:cs typeface="Times New Roman" panose="02020603050405020304" pitchFamily="18" charset="0"/>
              </a:rPr>
              <a:t>Inversionistas extranjeros que manifiesten tener en su país de origen el carácter de Inversionista Institucional.</a:t>
            </a:r>
            <a:endParaRPr lang="es-MX" sz="1400" dirty="0">
              <a:ea typeface="Calibri" panose="020F0502020204030204" pitchFamily="34" charset="0"/>
              <a:cs typeface="Times New Roman" panose="02020603050405020304" pitchFamily="18" charset="0"/>
            </a:endParaRPr>
          </a:p>
          <a:p>
            <a:pPr marL="1143000" lvl="2" indent="-228600">
              <a:lnSpc>
                <a:spcPct val="100000"/>
              </a:lnSpc>
              <a:buFont typeface="+mj-lt"/>
              <a:buAutoNum type="romanLcPeriod"/>
            </a:pPr>
            <a:r>
              <a:rPr lang="es-MX" sz="1400" dirty="0">
                <a:solidFill>
                  <a:srgbClr val="000000"/>
                </a:solidFill>
                <a:ea typeface="Calibri" panose="020F0502020204030204" pitchFamily="34" charset="0"/>
                <a:cs typeface="Times New Roman" panose="02020603050405020304" pitchFamily="18" charset="0"/>
              </a:rPr>
              <a:t>Emisoras que tengan inscritos valores en el registro, con inscripción preventiva en su modalidad de genérica.</a:t>
            </a:r>
            <a:endParaRPr lang="es-MX" sz="1400" dirty="0">
              <a:ea typeface="Calibri" panose="020F0502020204030204" pitchFamily="34" charset="0"/>
              <a:cs typeface="Times New Roman" panose="02020603050405020304" pitchFamily="18" charset="0"/>
            </a:endParaRPr>
          </a:p>
          <a:p>
            <a:pPr marL="742950" lvl="1" indent="-285750">
              <a:lnSpc>
                <a:spcPct val="100000"/>
              </a:lnSpc>
              <a:buFont typeface="+mj-lt"/>
              <a:buAutoNum type="alphaLcPeriod"/>
            </a:pPr>
            <a:r>
              <a:rPr lang="es-MX" sz="1400" b="1" dirty="0">
                <a:solidFill>
                  <a:srgbClr val="000000"/>
                </a:solidFill>
                <a:ea typeface="Calibri" panose="020F0502020204030204" pitchFamily="34" charset="0"/>
                <a:cs typeface="Times New Roman" panose="02020603050405020304" pitchFamily="18" charset="0"/>
              </a:rPr>
              <a:t>No les será aplicable lo descrito en las disposiciones de Práctica de Ventas, cuando lo soliciten por medio del formato establecido (Anexo 2 de las disposiciones):</a:t>
            </a:r>
            <a:endParaRPr lang="es-MX" sz="1400" dirty="0">
              <a:ea typeface="Calibri" panose="020F0502020204030204" pitchFamily="34" charset="0"/>
              <a:cs typeface="Times New Roman" panose="02020603050405020304" pitchFamily="18" charset="0"/>
            </a:endParaRPr>
          </a:p>
          <a:p>
            <a:pPr marL="1143000" lvl="2" indent="-228600">
              <a:lnSpc>
                <a:spcPct val="100000"/>
              </a:lnSpc>
              <a:buFont typeface="+mj-lt"/>
              <a:buAutoNum type="romanLcPeriod"/>
            </a:pPr>
            <a:r>
              <a:rPr lang="es-MX" sz="1400" dirty="0">
                <a:solidFill>
                  <a:srgbClr val="000000"/>
                </a:solidFill>
                <a:ea typeface="Calibri" panose="020F0502020204030204" pitchFamily="34" charset="0"/>
                <a:cs typeface="Times New Roman" panose="02020603050405020304" pitchFamily="18" charset="0"/>
              </a:rPr>
              <a:t>Emisoras que tengan inscritos Valores en el Registro, así como las personas morales que formen parte del Grupo empresarial al que pertenezcan.</a:t>
            </a:r>
            <a:endParaRPr lang="es-MX" sz="1400" dirty="0">
              <a:ea typeface="Calibri" panose="020F0502020204030204" pitchFamily="34" charset="0"/>
              <a:cs typeface="Times New Roman" panose="02020603050405020304" pitchFamily="18" charset="0"/>
            </a:endParaRPr>
          </a:p>
          <a:p>
            <a:pPr marL="1143000" lvl="2" indent="-228600">
              <a:lnSpc>
                <a:spcPct val="100000"/>
              </a:lnSpc>
              <a:buFont typeface="+mj-lt"/>
              <a:buAutoNum type="romanLcPeriod"/>
            </a:pPr>
            <a:r>
              <a:rPr lang="es-MX" sz="1400" dirty="0">
                <a:solidFill>
                  <a:srgbClr val="000000"/>
                </a:solidFill>
                <a:ea typeface="Calibri" panose="020F0502020204030204" pitchFamily="34" charset="0"/>
                <a:cs typeface="Times New Roman" panose="02020603050405020304" pitchFamily="18" charset="0"/>
              </a:rPr>
              <a:t>Instituciones fiduciarias de fideicomisos. </a:t>
            </a:r>
            <a:endParaRPr lang="es-MX" sz="1400" dirty="0">
              <a:ea typeface="Calibri" panose="020F0502020204030204" pitchFamily="34" charset="0"/>
              <a:cs typeface="Times New Roman" panose="02020603050405020304" pitchFamily="18" charset="0"/>
            </a:endParaRPr>
          </a:p>
          <a:p>
            <a:pPr marL="1143000" lvl="2" indent="-228600">
              <a:lnSpc>
                <a:spcPct val="100000"/>
              </a:lnSpc>
              <a:buFont typeface="+mj-lt"/>
              <a:buAutoNum type="romanLcPeriod"/>
            </a:pPr>
            <a:r>
              <a:rPr lang="es-MX" sz="1400" dirty="0">
                <a:solidFill>
                  <a:srgbClr val="000000"/>
                </a:solidFill>
                <a:ea typeface="Calibri" panose="020F0502020204030204" pitchFamily="34" charset="0"/>
                <a:cs typeface="Times New Roman" panose="02020603050405020304" pitchFamily="18" charset="0"/>
              </a:rPr>
              <a:t>Dependencias y entidades de la Administración Pública Federal. </a:t>
            </a:r>
            <a:endParaRPr lang="es-MX" sz="1400" dirty="0">
              <a:ea typeface="Calibri" panose="020F0502020204030204" pitchFamily="34" charset="0"/>
              <a:cs typeface="Times New Roman" panose="02020603050405020304" pitchFamily="18" charset="0"/>
            </a:endParaRPr>
          </a:p>
          <a:p>
            <a:endParaRPr lang="en-GB" sz="1400" dirty="0"/>
          </a:p>
        </p:txBody>
      </p:sp>
    </p:spTree>
    <p:extLst>
      <p:ext uri="{BB962C8B-B14F-4D97-AF65-F5344CB8AC3E}">
        <p14:creationId xmlns:p14="http://schemas.microsoft.com/office/powerpoint/2010/main" val="1943536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37D55-0C29-4916-4994-2B50FE1404F5}"/>
            </a:ext>
          </a:extLst>
        </p:cNvPr>
        <p:cNvGrpSpPr/>
        <p:nvPr/>
      </p:nvGrpSpPr>
      <p:grpSpPr>
        <a:xfrm>
          <a:off x="0" y="0"/>
          <a:ext cx="0" cy="0"/>
          <a:chOff x="0" y="0"/>
          <a:chExt cx="0" cy="0"/>
        </a:xfrm>
      </p:grpSpPr>
      <p:sp>
        <p:nvSpPr>
          <p:cNvPr id="25" name="object 9">
            <a:extLst>
              <a:ext uri="{FF2B5EF4-FFF2-40B4-BE49-F238E27FC236}">
                <a16:creationId xmlns:a16="http://schemas.microsoft.com/office/drawing/2014/main" id="{22DA65EF-F8DF-371D-DD19-9F8EB17C5B25}"/>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5</a:t>
            </a:fld>
            <a:endParaRPr lang="en-US"/>
          </a:p>
        </p:txBody>
      </p:sp>
      <p:sp>
        <p:nvSpPr>
          <p:cNvPr id="2" name="Title 1">
            <a:extLst>
              <a:ext uri="{FF2B5EF4-FFF2-40B4-BE49-F238E27FC236}">
                <a16:creationId xmlns:a16="http://schemas.microsoft.com/office/drawing/2014/main" id="{93C2A17F-E196-A76B-73CF-343105555E2E}"/>
              </a:ext>
            </a:extLst>
          </p:cNvPr>
          <p:cNvSpPr>
            <a:spLocks noGrp="1"/>
          </p:cNvSpPr>
          <p:nvPr>
            <p:ph type="title"/>
          </p:nvPr>
        </p:nvSpPr>
        <p:spPr>
          <a:xfrm>
            <a:off x="447566" y="1457769"/>
            <a:ext cx="11235350" cy="657916"/>
          </a:xfrm>
        </p:spPr>
        <p:txBody>
          <a:bodyPr/>
          <a:lstStyle/>
          <a:p>
            <a:r>
              <a:rPr lang="en-GB" dirty="0" err="1"/>
              <a:t>Consideraciones</a:t>
            </a:r>
            <a:r>
              <a:rPr lang="en-GB" dirty="0"/>
              <a:t> previas…</a:t>
            </a:r>
          </a:p>
        </p:txBody>
      </p:sp>
      <p:sp>
        <p:nvSpPr>
          <p:cNvPr id="3" name="Marcador de contenido 3">
            <a:extLst>
              <a:ext uri="{FF2B5EF4-FFF2-40B4-BE49-F238E27FC236}">
                <a16:creationId xmlns:a16="http://schemas.microsoft.com/office/drawing/2014/main" id="{AC09276C-2C91-E168-CBBC-35CE33881E2E}"/>
              </a:ext>
            </a:extLst>
          </p:cNvPr>
          <p:cNvSpPr txBox="1">
            <a:spLocks/>
          </p:cNvSpPr>
          <p:nvPr/>
        </p:nvSpPr>
        <p:spPr>
          <a:xfrm>
            <a:off x="509084" y="2002536"/>
            <a:ext cx="11235351" cy="2361058"/>
          </a:xfrm>
          <a:prstGeom prst="rect">
            <a:avLst/>
          </a:prstGeom>
        </p:spPr>
        <p:txBody>
          <a:bodyPr>
            <a:normAutofit/>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s-MX">
                <a:solidFill>
                  <a:srgbClr val="000000"/>
                </a:solidFill>
                <a:ea typeface="Calibri" panose="020F0502020204030204" pitchFamily="34" charset="0"/>
                <a:cs typeface="Times New Roman" panose="02020603050405020304" pitchFamily="18" charset="0"/>
              </a:rPr>
              <a:t>Los Clientes que deseen ser considerados como </a:t>
            </a:r>
            <a:r>
              <a:rPr lang="es-MX" b="1">
                <a:solidFill>
                  <a:srgbClr val="000000"/>
                </a:solidFill>
                <a:ea typeface="Calibri" panose="020F0502020204030204" pitchFamily="34" charset="0"/>
                <a:cs typeface="Times New Roman" panose="02020603050405020304" pitchFamily="18" charset="0"/>
              </a:rPr>
              <a:t>Sofisticados</a:t>
            </a:r>
            <a:r>
              <a:rPr lang="es-MX">
                <a:solidFill>
                  <a:srgbClr val="000000"/>
                </a:solidFill>
                <a:ea typeface="Calibri" panose="020F0502020204030204" pitchFamily="34" charset="0"/>
                <a:cs typeface="Times New Roman" panose="02020603050405020304" pitchFamily="18" charset="0"/>
              </a:rPr>
              <a:t>, deberán declararlo bajo una </a:t>
            </a:r>
            <a:r>
              <a:rPr lang="es-MX" b="1">
                <a:solidFill>
                  <a:srgbClr val="000000"/>
                </a:solidFill>
                <a:ea typeface="Calibri" panose="020F0502020204030204" pitchFamily="34" charset="0"/>
                <a:cs typeface="Times New Roman" panose="02020603050405020304" pitchFamily="18" charset="0"/>
              </a:rPr>
              <a:t>carta responsiva</a:t>
            </a:r>
            <a:r>
              <a:rPr lang="es-MX">
                <a:solidFill>
                  <a:srgbClr val="000000"/>
                </a:solidFill>
                <a:ea typeface="Calibri" panose="020F0502020204030204" pitchFamily="34" charset="0"/>
                <a:cs typeface="Times New Roman" panose="02020603050405020304" pitchFamily="18" charset="0"/>
              </a:rPr>
              <a:t> (formato emitido por la CNBV), que cuentan con la experiencia y conocimientos necesarios acerca de los riesgos inherentes de la inversión, así como con la capacidad económica. </a:t>
            </a:r>
          </a:p>
          <a:p>
            <a:r>
              <a:rPr lang="es-MX">
                <a:solidFill>
                  <a:srgbClr val="000000"/>
                </a:solidFill>
                <a:ea typeface="Calibri" panose="020F0502020204030204" pitchFamily="34" charset="0"/>
                <a:cs typeface="Times New Roman" panose="02020603050405020304" pitchFamily="18" charset="0"/>
              </a:rPr>
              <a:t>La entrega de esa carta no exime al Cliente de realizarle la evaluación de su perfil.</a:t>
            </a:r>
            <a:endParaRPr lang="es-MX">
              <a:ea typeface="Calibri" panose="020F0502020204030204" pitchFamily="34" charset="0"/>
              <a:cs typeface="Times New Roman" panose="02020603050405020304" pitchFamily="18" charset="0"/>
            </a:endParaRPr>
          </a:p>
          <a:p>
            <a:endParaRPr lang="en-GB" dirty="0"/>
          </a:p>
        </p:txBody>
      </p:sp>
    </p:spTree>
    <p:extLst>
      <p:ext uri="{BB962C8B-B14F-4D97-AF65-F5344CB8AC3E}">
        <p14:creationId xmlns:p14="http://schemas.microsoft.com/office/powerpoint/2010/main" val="2692872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EE0B4-E37E-177E-887A-B3BDB2F201B9}"/>
            </a:ext>
          </a:extLst>
        </p:cNvPr>
        <p:cNvGrpSpPr/>
        <p:nvPr/>
      </p:nvGrpSpPr>
      <p:grpSpPr>
        <a:xfrm>
          <a:off x="0" y="0"/>
          <a:ext cx="0" cy="0"/>
          <a:chOff x="0" y="0"/>
          <a:chExt cx="0" cy="0"/>
        </a:xfrm>
      </p:grpSpPr>
      <p:sp>
        <p:nvSpPr>
          <p:cNvPr id="25" name="object 9">
            <a:extLst>
              <a:ext uri="{FF2B5EF4-FFF2-40B4-BE49-F238E27FC236}">
                <a16:creationId xmlns:a16="http://schemas.microsoft.com/office/drawing/2014/main" id="{B006D83D-DE0D-89C3-9C81-4F0EC5890DF8}"/>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6</a:t>
            </a:fld>
            <a:endParaRPr lang="en-US"/>
          </a:p>
        </p:txBody>
      </p:sp>
      <p:sp>
        <p:nvSpPr>
          <p:cNvPr id="2" name="Title 1">
            <a:extLst>
              <a:ext uri="{FF2B5EF4-FFF2-40B4-BE49-F238E27FC236}">
                <a16:creationId xmlns:a16="http://schemas.microsoft.com/office/drawing/2014/main" id="{38CD10E0-CDAA-8162-4084-416155F3F6ED}"/>
              </a:ext>
            </a:extLst>
          </p:cNvPr>
          <p:cNvSpPr>
            <a:spLocks noGrp="1"/>
          </p:cNvSpPr>
          <p:nvPr>
            <p:ph type="title"/>
          </p:nvPr>
        </p:nvSpPr>
        <p:spPr>
          <a:xfrm>
            <a:off x="447566" y="1073721"/>
            <a:ext cx="11235350" cy="657916"/>
          </a:xfrm>
        </p:spPr>
        <p:txBody>
          <a:bodyPr/>
          <a:lstStyle/>
          <a:p>
            <a:r>
              <a:rPr lang="es-MX" dirty="0"/>
              <a:t>Clasificación de Servicios de Inversión</a:t>
            </a:r>
            <a:endParaRPr lang="en-GB" dirty="0"/>
          </a:p>
        </p:txBody>
      </p:sp>
      <p:graphicFrame>
        <p:nvGraphicFramePr>
          <p:cNvPr id="3" name="Diagrama 2">
            <a:extLst>
              <a:ext uri="{FF2B5EF4-FFF2-40B4-BE49-F238E27FC236}">
                <a16:creationId xmlns:a16="http://schemas.microsoft.com/office/drawing/2014/main" id="{2262D7B8-D750-E69F-5AE0-00810416FC1D}"/>
              </a:ext>
            </a:extLst>
          </p:cNvPr>
          <p:cNvGraphicFramePr/>
          <p:nvPr>
            <p:extLst>
              <p:ext uri="{D42A27DB-BD31-4B8C-83A1-F6EECF244321}">
                <p14:modId xmlns:p14="http://schemas.microsoft.com/office/powerpoint/2010/main" val="3876832312"/>
              </p:ext>
            </p:extLst>
          </p:nvPr>
        </p:nvGraphicFramePr>
        <p:xfrm>
          <a:off x="2448560" y="1856762"/>
          <a:ext cx="7000240" cy="45127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14394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1E4EF-3CC4-34AB-0A87-0AA99301FA3C}"/>
            </a:ext>
          </a:extLst>
        </p:cNvPr>
        <p:cNvGrpSpPr/>
        <p:nvPr/>
      </p:nvGrpSpPr>
      <p:grpSpPr>
        <a:xfrm>
          <a:off x="0" y="0"/>
          <a:ext cx="0" cy="0"/>
          <a:chOff x="0" y="0"/>
          <a:chExt cx="0" cy="0"/>
        </a:xfrm>
      </p:grpSpPr>
      <p:sp>
        <p:nvSpPr>
          <p:cNvPr id="25" name="object 9">
            <a:extLst>
              <a:ext uri="{FF2B5EF4-FFF2-40B4-BE49-F238E27FC236}">
                <a16:creationId xmlns:a16="http://schemas.microsoft.com/office/drawing/2014/main" id="{D996942C-B373-ED2A-3D71-77839AA86E36}"/>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7</a:t>
            </a:fld>
            <a:endParaRPr lang="en-US"/>
          </a:p>
        </p:txBody>
      </p:sp>
      <p:sp>
        <p:nvSpPr>
          <p:cNvPr id="2" name="Title 1">
            <a:extLst>
              <a:ext uri="{FF2B5EF4-FFF2-40B4-BE49-F238E27FC236}">
                <a16:creationId xmlns:a16="http://schemas.microsoft.com/office/drawing/2014/main" id="{7156B33D-52EE-DFB9-E574-12142726E0B7}"/>
              </a:ext>
            </a:extLst>
          </p:cNvPr>
          <p:cNvSpPr>
            <a:spLocks noGrp="1"/>
          </p:cNvSpPr>
          <p:nvPr>
            <p:ph type="title"/>
          </p:nvPr>
        </p:nvSpPr>
        <p:spPr>
          <a:xfrm>
            <a:off x="447566" y="1092009"/>
            <a:ext cx="11235350" cy="657916"/>
          </a:xfrm>
        </p:spPr>
        <p:txBody>
          <a:bodyPr/>
          <a:lstStyle/>
          <a:p>
            <a:r>
              <a:rPr lang="es-MX" dirty="0"/>
              <a:t>Servicios de Inversión que ofrece SAM Mx</a:t>
            </a:r>
            <a:endParaRPr lang="en-GB" dirty="0"/>
          </a:p>
        </p:txBody>
      </p:sp>
      <p:graphicFrame>
        <p:nvGraphicFramePr>
          <p:cNvPr id="3" name="Diagrama 2">
            <a:extLst>
              <a:ext uri="{FF2B5EF4-FFF2-40B4-BE49-F238E27FC236}">
                <a16:creationId xmlns:a16="http://schemas.microsoft.com/office/drawing/2014/main" id="{989292D7-C1A6-7250-3993-EAD22AF6336B}"/>
              </a:ext>
            </a:extLst>
          </p:cNvPr>
          <p:cNvGraphicFramePr/>
          <p:nvPr>
            <p:extLst>
              <p:ext uri="{D42A27DB-BD31-4B8C-83A1-F6EECF244321}">
                <p14:modId xmlns:p14="http://schemas.microsoft.com/office/powerpoint/2010/main" val="306878452"/>
              </p:ext>
            </p:extLst>
          </p:nvPr>
        </p:nvGraphicFramePr>
        <p:xfrm>
          <a:off x="2448560" y="1875050"/>
          <a:ext cx="7000240" cy="45127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25090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82930-9A7B-0305-F1DF-871F96EDF5F8}"/>
            </a:ext>
          </a:extLst>
        </p:cNvPr>
        <p:cNvGrpSpPr/>
        <p:nvPr/>
      </p:nvGrpSpPr>
      <p:grpSpPr>
        <a:xfrm>
          <a:off x="0" y="0"/>
          <a:ext cx="0" cy="0"/>
          <a:chOff x="0" y="0"/>
          <a:chExt cx="0" cy="0"/>
        </a:xfrm>
      </p:grpSpPr>
      <p:sp>
        <p:nvSpPr>
          <p:cNvPr id="25" name="object 9">
            <a:extLst>
              <a:ext uri="{FF2B5EF4-FFF2-40B4-BE49-F238E27FC236}">
                <a16:creationId xmlns:a16="http://schemas.microsoft.com/office/drawing/2014/main" id="{39B5A272-D610-8486-58C2-E8F8E5853F4B}"/>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8</a:t>
            </a:fld>
            <a:endParaRPr lang="en-US"/>
          </a:p>
        </p:txBody>
      </p:sp>
      <p:sp>
        <p:nvSpPr>
          <p:cNvPr id="2" name="Título 8">
            <a:extLst>
              <a:ext uri="{FF2B5EF4-FFF2-40B4-BE49-F238E27FC236}">
                <a16:creationId xmlns:a16="http://schemas.microsoft.com/office/drawing/2014/main" id="{7160FBA7-D0ED-D8AD-FAAB-BC830E831AB7}"/>
              </a:ext>
            </a:extLst>
          </p:cNvPr>
          <p:cNvSpPr txBox="1">
            <a:spLocks/>
          </p:cNvSpPr>
          <p:nvPr/>
        </p:nvSpPr>
        <p:spPr>
          <a:xfrm>
            <a:off x="439259" y="1186061"/>
            <a:ext cx="11309829" cy="511802"/>
          </a:xfrm>
          <a:prstGeom prst="rect">
            <a:avLst/>
          </a:prstGeom>
        </p:spPr>
        <p:txBody>
          <a:bodyPr lIns="0" tIns="0" rIns="0" bIns="0"/>
          <a:lstStyle>
            <a:lvl1pPr algn="l" defTabSz="742950" rtl="0" eaLnBrk="1" latinLnBrk="0" hangingPunct="1">
              <a:lnSpc>
                <a:spcPct val="90000"/>
              </a:lnSpc>
              <a:spcBef>
                <a:spcPct val="0"/>
              </a:spcBef>
              <a:buNone/>
              <a:defRPr sz="2800" kern="1200">
                <a:solidFill>
                  <a:schemeClr val="tx1"/>
                </a:solidFill>
                <a:latin typeface="+mj-lt"/>
                <a:ea typeface="+mj-ea"/>
                <a:cs typeface="+mj-cs"/>
              </a:defRPr>
            </a:lvl1pPr>
          </a:lstStyle>
          <a:p>
            <a:r>
              <a:rPr lang="es-ES" sz="2400" dirty="0"/>
              <a:t>Diferencia entre Servicios Asesorados y los No Asesorados</a:t>
            </a:r>
          </a:p>
        </p:txBody>
      </p:sp>
      <p:sp>
        <p:nvSpPr>
          <p:cNvPr id="3" name="Marcador de texto 9">
            <a:extLst>
              <a:ext uri="{FF2B5EF4-FFF2-40B4-BE49-F238E27FC236}">
                <a16:creationId xmlns:a16="http://schemas.microsoft.com/office/drawing/2014/main" id="{4449DFCF-97CD-BBA3-F771-6E5333270CD6}"/>
              </a:ext>
            </a:extLst>
          </p:cNvPr>
          <p:cNvSpPr>
            <a:spLocks noGrp="1"/>
          </p:cNvSpPr>
          <p:nvPr>
            <p:ph type="body" sz="quarter" idx="50"/>
          </p:nvPr>
        </p:nvSpPr>
        <p:spPr>
          <a:xfrm>
            <a:off x="430533" y="2248415"/>
            <a:ext cx="3341369" cy="2870185"/>
          </a:xfrm>
        </p:spPr>
        <p:txBody>
          <a:bodyPr/>
          <a:lstStyle/>
          <a:p>
            <a:pPr marL="285750" indent="-285750">
              <a:buAutoNum type="romanUcPeriod"/>
            </a:pPr>
            <a:r>
              <a:rPr lang="es-MX" sz="1400" dirty="0"/>
              <a:t>Conocimientos y experiencia del cliente</a:t>
            </a:r>
          </a:p>
          <a:p>
            <a:pPr marL="285750" indent="-285750">
              <a:buAutoNum type="romanUcPeriod"/>
            </a:pPr>
            <a:r>
              <a:rPr lang="es-MX" sz="1400" dirty="0"/>
              <a:t>Situación y capacidad financiera del cliente.</a:t>
            </a:r>
          </a:p>
          <a:p>
            <a:pPr marL="285750" indent="-285750">
              <a:buAutoNum type="romanUcPeriod"/>
            </a:pPr>
            <a:r>
              <a:rPr lang="es-MX" sz="1400" dirty="0"/>
              <a:t>Objetivos de inversión del cliente, respecto de los montos invertidos en la cuenta de que se trate:</a:t>
            </a:r>
          </a:p>
          <a:p>
            <a:pPr marL="263525"/>
            <a:r>
              <a:rPr lang="es-MX" sz="1400" dirty="0"/>
              <a:t>a) Propósito de la inversión;</a:t>
            </a:r>
          </a:p>
          <a:p>
            <a:pPr marL="263525"/>
            <a:r>
              <a:rPr lang="es-MX" sz="1400" dirty="0"/>
              <a:t>b) Duración prevista para la inversión;</a:t>
            </a:r>
          </a:p>
          <a:p>
            <a:pPr marL="263525"/>
            <a:r>
              <a:rPr lang="es-MX" sz="1400" dirty="0"/>
              <a:t>c) El nivel de tolerancia al riesgo del cliente por cada objetivo de inversión, y</a:t>
            </a:r>
          </a:p>
          <a:p>
            <a:pPr marL="263525"/>
            <a:r>
              <a:rPr lang="es-MX" sz="1400" dirty="0"/>
              <a:t>d) Limitantes y restricciones para la inversión, por voluntad del cliente.</a:t>
            </a:r>
            <a:endParaRPr lang="es-ES" sz="1400" dirty="0"/>
          </a:p>
        </p:txBody>
      </p:sp>
      <p:sp>
        <p:nvSpPr>
          <p:cNvPr id="4" name="Marcador de texto 10">
            <a:extLst>
              <a:ext uri="{FF2B5EF4-FFF2-40B4-BE49-F238E27FC236}">
                <a16:creationId xmlns:a16="http://schemas.microsoft.com/office/drawing/2014/main" id="{A82E1751-64F7-F2BD-6500-75E72EA053E5}"/>
              </a:ext>
            </a:extLst>
          </p:cNvPr>
          <p:cNvSpPr>
            <a:spLocks noGrp="1"/>
          </p:cNvSpPr>
          <p:nvPr>
            <p:ph type="body" sz="quarter" idx="51"/>
          </p:nvPr>
        </p:nvSpPr>
        <p:spPr>
          <a:xfrm>
            <a:off x="430530" y="1938528"/>
            <a:ext cx="3341369" cy="294648"/>
          </a:xfrm>
        </p:spPr>
        <p:txBody>
          <a:bodyPr/>
          <a:lstStyle/>
          <a:p>
            <a:r>
              <a:rPr lang="es-ES" sz="1400" dirty="0"/>
              <a:t>Perfil del Cliente</a:t>
            </a:r>
          </a:p>
          <a:p>
            <a:endParaRPr lang="es-ES" sz="1400" dirty="0"/>
          </a:p>
        </p:txBody>
      </p:sp>
      <p:sp>
        <p:nvSpPr>
          <p:cNvPr id="5" name="Marcador de texto 11">
            <a:extLst>
              <a:ext uri="{FF2B5EF4-FFF2-40B4-BE49-F238E27FC236}">
                <a16:creationId xmlns:a16="http://schemas.microsoft.com/office/drawing/2014/main" id="{402A2313-F7DA-07A4-F498-DBF51C1ED31A}"/>
              </a:ext>
            </a:extLst>
          </p:cNvPr>
          <p:cNvSpPr>
            <a:spLocks noGrp="1"/>
          </p:cNvSpPr>
          <p:nvPr>
            <p:ph type="body" sz="quarter" idx="52"/>
          </p:nvPr>
        </p:nvSpPr>
        <p:spPr>
          <a:xfrm>
            <a:off x="4423413" y="2248416"/>
            <a:ext cx="3341369" cy="1136242"/>
          </a:xfrm>
        </p:spPr>
        <p:txBody>
          <a:bodyPr/>
          <a:lstStyle/>
          <a:p>
            <a:r>
              <a:rPr lang="es-MX" sz="1400" dirty="0"/>
              <a:t>Se debe efectuar un análisis de cada Producto financiero. El resultado del análisis será el perfil del Producto financiero.</a:t>
            </a:r>
            <a:endParaRPr lang="es-ES" sz="1400" dirty="0"/>
          </a:p>
        </p:txBody>
      </p:sp>
      <p:sp>
        <p:nvSpPr>
          <p:cNvPr id="6" name="Marcador de texto 12">
            <a:extLst>
              <a:ext uri="{FF2B5EF4-FFF2-40B4-BE49-F238E27FC236}">
                <a16:creationId xmlns:a16="http://schemas.microsoft.com/office/drawing/2014/main" id="{7560F3E5-CA9F-24D4-B567-A1D53098B901}"/>
              </a:ext>
            </a:extLst>
          </p:cNvPr>
          <p:cNvSpPr>
            <a:spLocks noGrp="1"/>
          </p:cNvSpPr>
          <p:nvPr>
            <p:ph type="body" sz="quarter" idx="53"/>
          </p:nvPr>
        </p:nvSpPr>
        <p:spPr>
          <a:xfrm>
            <a:off x="4423410" y="1938528"/>
            <a:ext cx="3341369" cy="294648"/>
          </a:xfrm>
        </p:spPr>
        <p:txBody>
          <a:bodyPr/>
          <a:lstStyle/>
          <a:p>
            <a:r>
              <a:rPr lang="es-ES" sz="1400" dirty="0"/>
              <a:t>Perfil del Producto Financiero</a:t>
            </a:r>
          </a:p>
          <a:p>
            <a:endParaRPr lang="es-ES" sz="1400" dirty="0"/>
          </a:p>
        </p:txBody>
      </p:sp>
      <p:sp>
        <p:nvSpPr>
          <p:cNvPr id="7" name="Marcador de texto 13">
            <a:extLst>
              <a:ext uri="{FF2B5EF4-FFF2-40B4-BE49-F238E27FC236}">
                <a16:creationId xmlns:a16="http://schemas.microsoft.com/office/drawing/2014/main" id="{F401C997-8FA5-3A0B-AAA9-24C8B695381E}"/>
              </a:ext>
            </a:extLst>
          </p:cNvPr>
          <p:cNvSpPr txBox="1">
            <a:spLocks/>
          </p:cNvSpPr>
          <p:nvPr/>
        </p:nvSpPr>
        <p:spPr>
          <a:xfrm>
            <a:off x="8416293" y="2248416"/>
            <a:ext cx="3341369" cy="1136242"/>
          </a:xfrm>
          <a:prstGeom prst="rect">
            <a:avLst/>
          </a:prstGeom>
        </p:spPr>
        <p:txBody>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s-MX" sz="1400"/>
              <a:t>Se refiere a la congruencia entre:</a:t>
            </a:r>
          </a:p>
          <a:p>
            <a:r>
              <a:rPr lang="es-MX" sz="1400"/>
              <a:t>I. El perfil del cliente de que se trate, y</a:t>
            </a:r>
          </a:p>
          <a:p>
            <a:r>
              <a:rPr lang="es-MX" sz="1400"/>
              <a:t>II. El perfil del Producto financiero.</a:t>
            </a:r>
            <a:endParaRPr lang="es-ES" sz="1400" dirty="0"/>
          </a:p>
        </p:txBody>
      </p:sp>
      <p:sp>
        <p:nvSpPr>
          <p:cNvPr id="8" name="Marcador de texto 14">
            <a:extLst>
              <a:ext uri="{FF2B5EF4-FFF2-40B4-BE49-F238E27FC236}">
                <a16:creationId xmlns:a16="http://schemas.microsoft.com/office/drawing/2014/main" id="{E05C858A-9B8E-947E-6A25-F98EBC6A27FA}"/>
              </a:ext>
            </a:extLst>
          </p:cNvPr>
          <p:cNvSpPr txBox="1">
            <a:spLocks/>
          </p:cNvSpPr>
          <p:nvPr/>
        </p:nvSpPr>
        <p:spPr>
          <a:xfrm>
            <a:off x="8416290" y="1938528"/>
            <a:ext cx="3341369" cy="294648"/>
          </a:xfrm>
          <a:prstGeom prst="rect">
            <a:avLst/>
          </a:prstGeom>
        </p:spPr>
        <p:txBody>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indent="0">
              <a:buNone/>
            </a:pPr>
            <a:r>
              <a:rPr lang="es-ES" sz="1400" dirty="0"/>
              <a:t>Razonabilidad</a:t>
            </a:r>
          </a:p>
          <a:p>
            <a:endParaRPr lang="es-ES" sz="1400" dirty="0"/>
          </a:p>
        </p:txBody>
      </p:sp>
      <p:sp>
        <p:nvSpPr>
          <p:cNvPr id="9" name="Marcador de texto 15">
            <a:extLst>
              <a:ext uri="{FF2B5EF4-FFF2-40B4-BE49-F238E27FC236}">
                <a16:creationId xmlns:a16="http://schemas.microsoft.com/office/drawing/2014/main" id="{75866504-C75B-5778-029E-AEA6A20933BC}"/>
              </a:ext>
            </a:extLst>
          </p:cNvPr>
          <p:cNvSpPr txBox="1">
            <a:spLocks/>
          </p:cNvSpPr>
          <p:nvPr/>
        </p:nvSpPr>
        <p:spPr>
          <a:xfrm>
            <a:off x="4432137" y="3625323"/>
            <a:ext cx="3341369" cy="1136242"/>
          </a:xfrm>
          <a:prstGeom prst="rect">
            <a:avLst/>
          </a:prstGeom>
        </p:spPr>
        <p:txBody>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s-ES" sz="1400"/>
              <a:t>Se debe establecer un Marco General de Actuación.</a:t>
            </a:r>
            <a:endParaRPr lang="es-ES" sz="1400" dirty="0"/>
          </a:p>
        </p:txBody>
      </p:sp>
      <p:sp>
        <p:nvSpPr>
          <p:cNvPr id="10" name="Marcador de texto 16">
            <a:extLst>
              <a:ext uri="{FF2B5EF4-FFF2-40B4-BE49-F238E27FC236}">
                <a16:creationId xmlns:a16="http://schemas.microsoft.com/office/drawing/2014/main" id="{BD69F6A3-3213-08C3-5B5F-18EB8633A17F}"/>
              </a:ext>
            </a:extLst>
          </p:cNvPr>
          <p:cNvSpPr txBox="1">
            <a:spLocks/>
          </p:cNvSpPr>
          <p:nvPr/>
        </p:nvSpPr>
        <p:spPr>
          <a:xfrm>
            <a:off x="4423408" y="3333245"/>
            <a:ext cx="3341369" cy="294648"/>
          </a:xfrm>
          <a:prstGeom prst="rect">
            <a:avLst/>
          </a:prstGeom>
        </p:spPr>
        <p:txBody>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s-ES" sz="1400"/>
              <a:t>Gestión de Inversiones</a:t>
            </a:r>
            <a:endParaRPr lang="es-ES" sz="1400" dirty="0"/>
          </a:p>
        </p:txBody>
      </p:sp>
      <p:sp>
        <p:nvSpPr>
          <p:cNvPr id="11" name="Marcador de texto 17">
            <a:extLst>
              <a:ext uri="{FF2B5EF4-FFF2-40B4-BE49-F238E27FC236}">
                <a16:creationId xmlns:a16="http://schemas.microsoft.com/office/drawing/2014/main" id="{25342AD0-8BFA-9943-D62B-669D86C79F27}"/>
              </a:ext>
            </a:extLst>
          </p:cNvPr>
          <p:cNvSpPr txBox="1">
            <a:spLocks/>
          </p:cNvSpPr>
          <p:nvPr/>
        </p:nvSpPr>
        <p:spPr>
          <a:xfrm>
            <a:off x="4423408" y="4987232"/>
            <a:ext cx="3341369" cy="1136242"/>
          </a:xfrm>
          <a:prstGeom prst="rect">
            <a:avLst/>
          </a:prstGeom>
        </p:spPr>
        <p:txBody>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s-MX" sz="1400"/>
              <a:t>No toma en consideración las características del cliente por lo que no se realiza perfilamiento del Cliente.</a:t>
            </a:r>
            <a:endParaRPr lang="es-ES" sz="1400" dirty="0"/>
          </a:p>
        </p:txBody>
      </p:sp>
      <p:sp>
        <p:nvSpPr>
          <p:cNvPr id="12" name="Marcador de texto 18">
            <a:extLst>
              <a:ext uri="{FF2B5EF4-FFF2-40B4-BE49-F238E27FC236}">
                <a16:creationId xmlns:a16="http://schemas.microsoft.com/office/drawing/2014/main" id="{156112F3-7262-C10E-E3F9-8A08E4D822CC}"/>
              </a:ext>
            </a:extLst>
          </p:cNvPr>
          <p:cNvSpPr txBox="1">
            <a:spLocks/>
          </p:cNvSpPr>
          <p:nvPr/>
        </p:nvSpPr>
        <p:spPr>
          <a:xfrm>
            <a:off x="4432137" y="4664806"/>
            <a:ext cx="3341369" cy="294648"/>
          </a:xfrm>
          <a:prstGeom prst="rect">
            <a:avLst/>
          </a:prstGeom>
        </p:spPr>
        <p:txBody>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s-ES" sz="1400">
                <a:solidFill>
                  <a:srgbClr val="C00000"/>
                </a:solidFill>
              </a:rPr>
              <a:t>Servicios No Asesorados</a:t>
            </a:r>
          </a:p>
          <a:p>
            <a:endParaRPr lang="es-ES" sz="1400" dirty="0"/>
          </a:p>
        </p:txBody>
      </p:sp>
    </p:spTree>
    <p:extLst>
      <p:ext uri="{BB962C8B-B14F-4D97-AF65-F5344CB8AC3E}">
        <p14:creationId xmlns:p14="http://schemas.microsoft.com/office/powerpoint/2010/main" val="38416712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ED0A7-7E79-2217-5058-BE3CCACF2878}"/>
            </a:ext>
          </a:extLst>
        </p:cNvPr>
        <p:cNvGrpSpPr/>
        <p:nvPr/>
      </p:nvGrpSpPr>
      <p:grpSpPr>
        <a:xfrm>
          <a:off x="0" y="0"/>
          <a:ext cx="0" cy="0"/>
          <a:chOff x="0" y="0"/>
          <a:chExt cx="0" cy="0"/>
        </a:xfrm>
      </p:grpSpPr>
      <p:sp>
        <p:nvSpPr>
          <p:cNvPr id="25" name="object 9">
            <a:extLst>
              <a:ext uri="{FF2B5EF4-FFF2-40B4-BE49-F238E27FC236}">
                <a16:creationId xmlns:a16="http://schemas.microsoft.com/office/drawing/2014/main" id="{9F67A202-5099-7041-5FFD-CB80829EFC5A}"/>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9</a:t>
            </a:fld>
            <a:endParaRPr lang="en-US"/>
          </a:p>
        </p:txBody>
      </p:sp>
      <p:sp>
        <p:nvSpPr>
          <p:cNvPr id="2" name="Title 1">
            <a:extLst>
              <a:ext uri="{FF2B5EF4-FFF2-40B4-BE49-F238E27FC236}">
                <a16:creationId xmlns:a16="http://schemas.microsoft.com/office/drawing/2014/main" id="{D76B029B-DB56-960C-8D4B-888219C1B9BF}"/>
              </a:ext>
            </a:extLst>
          </p:cNvPr>
          <p:cNvSpPr>
            <a:spLocks noGrp="1"/>
          </p:cNvSpPr>
          <p:nvPr>
            <p:ph type="title"/>
          </p:nvPr>
        </p:nvSpPr>
        <p:spPr>
          <a:xfrm>
            <a:off x="447566" y="1073721"/>
            <a:ext cx="11235350" cy="657916"/>
          </a:xfrm>
        </p:spPr>
        <p:txBody>
          <a:bodyPr>
            <a:normAutofit/>
          </a:bodyPr>
          <a:lstStyle/>
          <a:p>
            <a:r>
              <a:rPr lang="es-MX" dirty="0"/>
              <a:t>Productos financieros de acuerdo con el tipo de cliente (inversionista)</a:t>
            </a:r>
            <a:endParaRPr lang="en-GB" dirty="0"/>
          </a:p>
        </p:txBody>
      </p:sp>
      <p:graphicFrame>
        <p:nvGraphicFramePr>
          <p:cNvPr id="3" name="Tabla 2">
            <a:extLst>
              <a:ext uri="{FF2B5EF4-FFF2-40B4-BE49-F238E27FC236}">
                <a16:creationId xmlns:a16="http://schemas.microsoft.com/office/drawing/2014/main" id="{B8E77CF8-5D8F-4ACC-895D-22CFD0B08015}"/>
              </a:ext>
            </a:extLst>
          </p:cNvPr>
          <p:cNvGraphicFramePr>
            <a:graphicFrameLocks noGrp="1"/>
          </p:cNvGraphicFramePr>
          <p:nvPr>
            <p:extLst>
              <p:ext uri="{D42A27DB-BD31-4B8C-83A1-F6EECF244321}">
                <p14:modId xmlns:p14="http://schemas.microsoft.com/office/powerpoint/2010/main" val="3400714565"/>
              </p:ext>
            </p:extLst>
          </p:nvPr>
        </p:nvGraphicFramePr>
        <p:xfrm>
          <a:off x="2692400" y="1731637"/>
          <a:ext cx="7942864" cy="4610917"/>
        </p:xfrm>
        <a:graphic>
          <a:graphicData uri="http://schemas.openxmlformats.org/drawingml/2006/table">
            <a:tbl>
              <a:tblPr firstRow="1" firstCol="1" bandRow="1">
                <a:tableStyleId>{5C22544A-7EE6-4342-B048-85BDC9FD1C3A}</a:tableStyleId>
              </a:tblPr>
              <a:tblGrid>
                <a:gridCol w="2124634">
                  <a:extLst>
                    <a:ext uri="{9D8B030D-6E8A-4147-A177-3AD203B41FA5}">
                      <a16:colId xmlns:a16="http://schemas.microsoft.com/office/drawing/2014/main" val="283671197"/>
                    </a:ext>
                  </a:extLst>
                </a:gridCol>
                <a:gridCol w="2909115">
                  <a:extLst>
                    <a:ext uri="{9D8B030D-6E8A-4147-A177-3AD203B41FA5}">
                      <a16:colId xmlns:a16="http://schemas.microsoft.com/office/drawing/2014/main" val="1256199122"/>
                    </a:ext>
                  </a:extLst>
                </a:gridCol>
                <a:gridCol w="2909115">
                  <a:extLst>
                    <a:ext uri="{9D8B030D-6E8A-4147-A177-3AD203B41FA5}">
                      <a16:colId xmlns:a16="http://schemas.microsoft.com/office/drawing/2014/main" val="1368777594"/>
                    </a:ext>
                  </a:extLst>
                </a:gridCol>
              </a:tblGrid>
              <a:tr h="541414">
                <a:tc>
                  <a:txBody>
                    <a:bodyPr/>
                    <a:lstStyle/>
                    <a:p>
                      <a:pPr algn="ctr">
                        <a:lnSpc>
                          <a:spcPct val="115000"/>
                        </a:lnSpc>
                        <a:spcAft>
                          <a:spcPts val="1000"/>
                        </a:spcAft>
                      </a:pPr>
                      <a:r>
                        <a:rPr lang="es-MX" sz="1400" dirty="0">
                          <a:effectLst/>
                          <a:latin typeface="Santander Text Light" panose="020B0304020201020104" pitchFamily="34" charset="0"/>
                        </a:rPr>
                        <a:t>Tipo de Cliente (Inversionista)</a:t>
                      </a:r>
                      <a:endParaRPr lang="es-MX" sz="1400" dirty="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44450" marR="44450" marT="0" marB="0" anchor="ctr">
                    <a:solidFill>
                      <a:schemeClr val="tx1">
                        <a:lumMod val="90000"/>
                        <a:lumOff val="10000"/>
                      </a:schemeClr>
                    </a:solidFill>
                  </a:tcPr>
                </a:tc>
                <a:tc>
                  <a:txBody>
                    <a:bodyPr/>
                    <a:lstStyle/>
                    <a:p>
                      <a:pPr algn="ctr">
                        <a:lnSpc>
                          <a:spcPct val="115000"/>
                        </a:lnSpc>
                        <a:spcAft>
                          <a:spcPts val="1000"/>
                        </a:spcAft>
                      </a:pPr>
                      <a:r>
                        <a:rPr lang="es-MX" sz="1400" dirty="0">
                          <a:effectLst/>
                          <a:latin typeface="Santander Text Light" panose="020B0304020201020104" pitchFamily="34" charset="0"/>
                        </a:rPr>
                        <a:t>Tipo de Servicio</a:t>
                      </a:r>
                      <a:endParaRPr lang="es-MX" sz="1400" dirty="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44450" marR="44450" marT="0" marB="0" anchor="ctr">
                    <a:solidFill>
                      <a:schemeClr val="tx1">
                        <a:lumMod val="90000"/>
                        <a:lumOff val="10000"/>
                      </a:schemeClr>
                    </a:solidFill>
                  </a:tcPr>
                </a:tc>
                <a:tc>
                  <a:txBody>
                    <a:bodyPr/>
                    <a:lstStyle/>
                    <a:p>
                      <a:pPr algn="ctr">
                        <a:lnSpc>
                          <a:spcPct val="115000"/>
                        </a:lnSpc>
                        <a:spcAft>
                          <a:spcPts val="1000"/>
                        </a:spcAft>
                      </a:pPr>
                      <a:r>
                        <a:rPr lang="es-MX" sz="1400" dirty="0">
                          <a:effectLst/>
                          <a:latin typeface="Santander Text Light" panose="020B0304020201020104" pitchFamily="34" charset="0"/>
                        </a:rPr>
                        <a:t>Producto</a:t>
                      </a:r>
                      <a:endParaRPr lang="es-MX" sz="1400" dirty="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44450" marR="44450" marT="0" marB="0" anchor="ctr">
                    <a:solidFill>
                      <a:schemeClr val="tx1">
                        <a:lumMod val="90000"/>
                        <a:lumOff val="10000"/>
                      </a:schemeClr>
                    </a:solidFill>
                  </a:tcPr>
                </a:tc>
                <a:extLst>
                  <a:ext uri="{0D108BD9-81ED-4DB2-BD59-A6C34878D82A}">
                    <a16:rowId xmlns:a16="http://schemas.microsoft.com/office/drawing/2014/main" val="2563442857"/>
                  </a:ext>
                </a:extLst>
              </a:tr>
              <a:tr h="1939919">
                <a:tc rowSpan="3">
                  <a:txBody>
                    <a:bodyPr/>
                    <a:lstStyle/>
                    <a:p>
                      <a:pPr algn="ctr">
                        <a:lnSpc>
                          <a:spcPct val="115000"/>
                        </a:lnSpc>
                        <a:spcAft>
                          <a:spcPts val="1000"/>
                        </a:spcAft>
                      </a:pPr>
                      <a:r>
                        <a:rPr lang="es-MX" sz="1400" dirty="0">
                          <a:effectLst/>
                          <a:latin typeface="Santander Text Light" panose="020B0304020201020104" pitchFamily="34" charset="0"/>
                        </a:rPr>
                        <a:t>No Sofisticado</a:t>
                      </a:r>
                      <a:endParaRPr lang="es-MX" sz="1400" dirty="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44450" marR="44450" marT="0" marB="0" anchor="ctr">
                    <a:solidFill>
                      <a:schemeClr val="accent1">
                        <a:lumMod val="90000"/>
                        <a:lumOff val="10000"/>
                      </a:schemeClr>
                    </a:solidFill>
                  </a:tcPr>
                </a:tc>
                <a:tc>
                  <a:txBody>
                    <a:bodyPr/>
                    <a:lstStyle/>
                    <a:p>
                      <a:pPr>
                        <a:lnSpc>
                          <a:spcPct val="115000"/>
                        </a:lnSpc>
                        <a:spcAft>
                          <a:spcPts val="1000"/>
                        </a:spcAft>
                      </a:pPr>
                      <a:r>
                        <a:rPr lang="es-MX" sz="1400" dirty="0">
                          <a:effectLst/>
                          <a:latin typeface="Santander Text Light" panose="020B0304020201020104" pitchFamily="34" charset="0"/>
                        </a:rPr>
                        <a:t>Comercialización</a:t>
                      </a:r>
                      <a:endParaRPr lang="es-MX" sz="1400" dirty="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44450" marR="44450" marT="0" marB="0" anchor="ctr">
                    <a:solidFill>
                      <a:schemeClr val="accent1">
                        <a:tint val="40000"/>
                      </a:schemeClr>
                    </a:solidFill>
                  </a:tcPr>
                </a:tc>
                <a:tc>
                  <a:txBody>
                    <a:bodyPr/>
                    <a:lstStyle/>
                    <a:p>
                      <a:pPr marL="342900" lvl="0" indent="-342900">
                        <a:lnSpc>
                          <a:spcPct val="115000"/>
                        </a:lnSpc>
                        <a:buFont typeface="Symbol" panose="05050102010706020507" pitchFamily="18" charset="2"/>
                        <a:buChar char=""/>
                      </a:pPr>
                      <a:r>
                        <a:rPr lang="es-MX" sz="1400" dirty="0">
                          <a:effectLst/>
                          <a:latin typeface="Santander Text Light" panose="020B0304020201020104" pitchFamily="34" charset="0"/>
                        </a:rPr>
                        <a:t>Guber =&lt; 3 años.</a:t>
                      </a:r>
                    </a:p>
                    <a:p>
                      <a:pPr marL="342900" lvl="0" indent="-342900">
                        <a:lnSpc>
                          <a:spcPct val="115000"/>
                        </a:lnSpc>
                        <a:buFont typeface="Symbol" panose="05050102010706020507" pitchFamily="18" charset="2"/>
                        <a:buChar char=""/>
                      </a:pPr>
                      <a:r>
                        <a:rPr lang="es-MX" sz="1400" dirty="0">
                          <a:effectLst/>
                          <a:latin typeface="Santander Text Light" panose="020B0304020201020104" pitchFamily="34" charset="0"/>
                        </a:rPr>
                        <a:t>Fondo corto y mediano plazo.</a:t>
                      </a:r>
                    </a:p>
                    <a:p>
                      <a:pPr marL="342900" lvl="0" indent="-342900">
                        <a:lnSpc>
                          <a:spcPct val="115000"/>
                        </a:lnSpc>
                        <a:buFont typeface="Symbol" panose="05050102010706020507" pitchFamily="18" charset="2"/>
                        <a:buChar char=""/>
                      </a:pPr>
                      <a:r>
                        <a:rPr lang="es-MX" sz="1400" dirty="0">
                          <a:effectLst/>
                          <a:latin typeface="Santander Text Light" panose="020B0304020201020104" pitchFamily="34" charset="0"/>
                        </a:rPr>
                        <a:t>Ciertas notas.</a:t>
                      </a:r>
                    </a:p>
                    <a:p>
                      <a:pPr marL="342900" lvl="0" indent="-342900">
                        <a:lnSpc>
                          <a:spcPct val="115000"/>
                        </a:lnSpc>
                        <a:buFont typeface="Symbol" panose="05050102010706020507" pitchFamily="18" charset="2"/>
                        <a:buChar char=""/>
                      </a:pPr>
                      <a:r>
                        <a:rPr lang="es-MX" sz="1400" dirty="0">
                          <a:effectLst/>
                          <a:latin typeface="Santander Text Light" panose="020B0304020201020104" pitchFamily="34" charset="0"/>
                        </a:rPr>
                        <a:t>Valores AAA y plazo &lt; 1 año.</a:t>
                      </a:r>
                    </a:p>
                    <a:p>
                      <a:pPr marL="342900" lvl="0" indent="-342900">
                        <a:lnSpc>
                          <a:spcPct val="115000"/>
                        </a:lnSpc>
                        <a:spcAft>
                          <a:spcPts val="1000"/>
                        </a:spcAft>
                        <a:buFont typeface="Symbol" panose="05050102010706020507" pitchFamily="18" charset="2"/>
                        <a:buChar char=""/>
                      </a:pPr>
                      <a:r>
                        <a:rPr lang="es-MX" sz="1400" dirty="0">
                          <a:effectLst/>
                          <a:latin typeface="Santander Text Light" panose="020B0304020201020104" pitchFamily="34" charset="0"/>
                        </a:rPr>
                        <a:t>Ciertos títulos opcionales.</a:t>
                      </a:r>
                      <a:endParaRPr lang="es-MX" sz="1400" dirty="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44450" marR="44450" marT="0" marB="0" anchor="ctr">
                    <a:solidFill>
                      <a:schemeClr val="accent1">
                        <a:tint val="40000"/>
                      </a:schemeClr>
                    </a:solidFill>
                  </a:tcPr>
                </a:tc>
                <a:extLst>
                  <a:ext uri="{0D108BD9-81ED-4DB2-BD59-A6C34878D82A}">
                    <a16:rowId xmlns:a16="http://schemas.microsoft.com/office/drawing/2014/main" val="1177122198"/>
                  </a:ext>
                </a:extLst>
              </a:tr>
              <a:tr h="638944">
                <a:tc vMerge="1">
                  <a:txBody>
                    <a:bodyPr/>
                    <a:lstStyle/>
                    <a:p>
                      <a:endParaRPr lang="es-MX"/>
                    </a:p>
                  </a:txBody>
                  <a:tcPr/>
                </a:tc>
                <a:tc>
                  <a:txBody>
                    <a:bodyPr/>
                    <a:lstStyle/>
                    <a:p>
                      <a:pPr>
                        <a:lnSpc>
                          <a:spcPct val="115000"/>
                        </a:lnSpc>
                        <a:spcAft>
                          <a:spcPts val="1000"/>
                        </a:spcAft>
                      </a:pPr>
                      <a:r>
                        <a:rPr lang="es-MX" sz="1400" dirty="0">
                          <a:effectLst/>
                          <a:latin typeface="Santander Text Light" panose="020B0304020201020104" pitchFamily="34" charset="0"/>
                        </a:rPr>
                        <a:t>Ejecución</a:t>
                      </a:r>
                      <a:endParaRPr lang="es-MX" sz="1400" dirty="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44450" marR="44450" marT="0" marB="0" anchor="ctr">
                    <a:solidFill>
                      <a:schemeClr val="accent1">
                        <a:tint val="20000"/>
                      </a:schemeClr>
                    </a:solidFill>
                  </a:tcPr>
                </a:tc>
                <a:tc>
                  <a:txBody>
                    <a:bodyPr/>
                    <a:lstStyle/>
                    <a:p>
                      <a:pPr marL="342900" lvl="0" indent="-342900">
                        <a:lnSpc>
                          <a:spcPct val="115000"/>
                        </a:lnSpc>
                        <a:spcAft>
                          <a:spcPts val="1000"/>
                        </a:spcAft>
                        <a:buFont typeface="Symbol" panose="05050102010706020507" pitchFamily="18" charset="2"/>
                        <a:buChar char=""/>
                      </a:pPr>
                      <a:r>
                        <a:rPr lang="es-MX" sz="1400">
                          <a:effectLst/>
                          <a:latin typeface="Santander Text Light" panose="020B0304020201020104" pitchFamily="34" charset="0"/>
                        </a:rPr>
                        <a:t>Cualquier valor</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44450" marR="44450" marT="0" marB="0" anchor="ctr">
                    <a:solidFill>
                      <a:schemeClr val="accent1">
                        <a:tint val="20000"/>
                      </a:schemeClr>
                    </a:solidFill>
                  </a:tcPr>
                </a:tc>
                <a:extLst>
                  <a:ext uri="{0D108BD9-81ED-4DB2-BD59-A6C34878D82A}">
                    <a16:rowId xmlns:a16="http://schemas.microsoft.com/office/drawing/2014/main" val="4107516681"/>
                  </a:ext>
                </a:extLst>
              </a:tr>
              <a:tr h="705501">
                <a:tc vMerge="1">
                  <a:txBody>
                    <a:bodyPr/>
                    <a:lstStyle/>
                    <a:p>
                      <a:endParaRPr lang="es-MX"/>
                    </a:p>
                  </a:txBody>
                  <a:tcPr/>
                </a:tc>
                <a:tc>
                  <a:txBody>
                    <a:bodyPr/>
                    <a:lstStyle/>
                    <a:p>
                      <a:pPr>
                        <a:lnSpc>
                          <a:spcPct val="115000"/>
                        </a:lnSpc>
                        <a:spcAft>
                          <a:spcPts val="1000"/>
                        </a:spcAft>
                      </a:pPr>
                      <a:r>
                        <a:rPr lang="es-MX" sz="1400" dirty="0">
                          <a:effectLst/>
                          <a:latin typeface="Santander Text Light" panose="020B0304020201020104" pitchFamily="34" charset="0"/>
                        </a:rPr>
                        <a:t>Asesoría y Gestión</a:t>
                      </a:r>
                      <a:endParaRPr lang="es-MX" sz="1400" dirty="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44450" marR="44450" marT="0" marB="0" anchor="ctr">
                    <a:solidFill>
                      <a:schemeClr val="accent1">
                        <a:tint val="40000"/>
                      </a:schemeClr>
                    </a:solidFill>
                  </a:tcPr>
                </a:tc>
                <a:tc>
                  <a:txBody>
                    <a:bodyPr/>
                    <a:lstStyle/>
                    <a:p>
                      <a:pPr marL="342900" lvl="0" indent="-342900">
                        <a:lnSpc>
                          <a:spcPct val="115000"/>
                        </a:lnSpc>
                        <a:spcAft>
                          <a:spcPts val="1000"/>
                        </a:spcAft>
                        <a:buFont typeface="Symbol" panose="05050102010706020507" pitchFamily="18" charset="2"/>
                        <a:buChar char=""/>
                      </a:pPr>
                      <a:r>
                        <a:rPr lang="es-MX" sz="1400">
                          <a:effectLst/>
                          <a:latin typeface="Santander Text Light" panose="020B0304020201020104" pitchFamily="34" charset="0"/>
                        </a:rPr>
                        <a:t>Productos razonables a su perfil</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44450" marR="44450" marT="0" marB="0" anchor="ctr">
                    <a:solidFill>
                      <a:schemeClr val="accent1">
                        <a:tint val="40000"/>
                      </a:schemeClr>
                    </a:solidFill>
                  </a:tcPr>
                </a:tc>
                <a:extLst>
                  <a:ext uri="{0D108BD9-81ED-4DB2-BD59-A6C34878D82A}">
                    <a16:rowId xmlns:a16="http://schemas.microsoft.com/office/drawing/2014/main" val="1185322603"/>
                  </a:ext>
                </a:extLst>
              </a:tr>
              <a:tr h="261713">
                <a:tc rowSpan="3">
                  <a:txBody>
                    <a:bodyPr/>
                    <a:lstStyle/>
                    <a:p>
                      <a:pPr algn="ctr">
                        <a:lnSpc>
                          <a:spcPct val="115000"/>
                        </a:lnSpc>
                        <a:spcAft>
                          <a:spcPts val="1000"/>
                        </a:spcAft>
                      </a:pPr>
                      <a:r>
                        <a:rPr lang="es-MX" sz="1400" dirty="0">
                          <a:effectLst/>
                          <a:latin typeface="Santander Text Light" panose="020B0304020201020104" pitchFamily="34" charset="0"/>
                        </a:rPr>
                        <a:t>Sofisticado</a:t>
                      </a:r>
                      <a:endParaRPr lang="es-MX" sz="1400" dirty="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44450" marR="44450" marT="0" marB="0" anchor="ctr">
                    <a:solidFill>
                      <a:schemeClr val="accent1">
                        <a:lumMod val="90000"/>
                        <a:lumOff val="10000"/>
                      </a:schemeClr>
                    </a:solidFill>
                  </a:tcPr>
                </a:tc>
                <a:tc>
                  <a:txBody>
                    <a:bodyPr/>
                    <a:lstStyle/>
                    <a:p>
                      <a:pPr>
                        <a:lnSpc>
                          <a:spcPct val="115000"/>
                        </a:lnSpc>
                        <a:spcAft>
                          <a:spcPts val="1000"/>
                        </a:spcAft>
                      </a:pPr>
                      <a:r>
                        <a:rPr lang="es-MX" sz="1400" dirty="0">
                          <a:effectLst/>
                          <a:latin typeface="Santander Text Light" panose="020B0304020201020104" pitchFamily="34" charset="0"/>
                        </a:rPr>
                        <a:t>Comercialización</a:t>
                      </a:r>
                      <a:endParaRPr lang="es-MX" sz="1400" dirty="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44450" marR="44450" marT="0" marB="0" anchor="ctr">
                    <a:solidFill>
                      <a:schemeClr val="tx2">
                        <a:lumMod val="40000"/>
                        <a:lumOff val="60000"/>
                      </a:schemeClr>
                    </a:solidFill>
                  </a:tcPr>
                </a:tc>
                <a:tc rowSpan="3">
                  <a:txBody>
                    <a:bodyPr/>
                    <a:lstStyle/>
                    <a:p>
                      <a:pPr marL="342900" lvl="0" indent="-342900">
                        <a:lnSpc>
                          <a:spcPct val="115000"/>
                        </a:lnSpc>
                        <a:spcAft>
                          <a:spcPts val="1000"/>
                        </a:spcAft>
                        <a:buFont typeface="Symbol" panose="05050102010706020507" pitchFamily="18" charset="2"/>
                        <a:buChar char=""/>
                      </a:pPr>
                      <a:r>
                        <a:rPr lang="es-MX" sz="1400" dirty="0">
                          <a:effectLst/>
                          <a:latin typeface="Santander Text Light" panose="020B0304020201020104" pitchFamily="34" charset="0"/>
                        </a:rPr>
                        <a:t>Cualquier producto</a:t>
                      </a:r>
                      <a:endParaRPr lang="es-MX" sz="1400" dirty="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44450" marR="44450" marT="0" marB="0" anchor="ctr">
                    <a:solidFill>
                      <a:schemeClr val="tx2">
                        <a:lumMod val="40000"/>
                        <a:lumOff val="60000"/>
                      </a:schemeClr>
                    </a:solidFill>
                  </a:tcPr>
                </a:tc>
                <a:extLst>
                  <a:ext uri="{0D108BD9-81ED-4DB2-BD59-A6C34878D82A}">
                    <a16:rowId xmlns:a16="http://schemas.microsoft.com/office/drawing/2014/main" val="3719818064"/>
                  </a:ext>
                </a:extLst>
              </a:tr>
              <a:tr h="261713">
                <a:tc vMerge="1">
                  <a:txBody>
                    <a:bodyPr/>
                    <a:lstStyle/>
                    <a:p>
                      <a:endParaRPr lang="es-MX"/>
                    </a:p>
                  </a:txBody>
                  <a:tcPr/>
                </a:tc>
                <a:tc>
                  <a:txBody>
                    <a:bodyPr/>
                    <a:lstStyle/>
                    <a:p>
                      <a:pPr>
                        <a:lnSpc>
                          <a:spcPct val="115000"/>
                        </a:lnSpc>
                        <a:spcAft>
                          <a:spcPts val="1000"/>
                        </a:spcAft>
                      </a:pPr>
                      <a:r>
                        <a:rPr lang="es-MX" sz="1400" dirty="0">
                          <a:effectLst/>
                          <a:latin typeface="Santander Text Light" panose="020B0304020201020104" pitchFamily="34" charset="0"/>
                        </a:rPr>
                        <a:t>Ejecución</a:t>
                      </a:r>
                      <a:endParaRPr lang="es-MX" sz="1400" dirty="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44450" marR="44450" marT="0" marB="0" anchor="ctr">
                    <a:noFill/>
                  </a:tcPr>
                </a:tc>
                <a:tc vMerge="1">
                  <a:txBody>
                    <a:bodyPr/>
                    <a:lstStyle/>
                    <a:p>
                      <a:endParaRPr lang="es-MX"/>
                    </a:p>
                  </a:txBody>
                  <a:tcPr/>
                </a:tc>
                <a:extLst>
                  <a:ext uri="{0D108BD9-81ED-4DB2-BD59-A6C34878D82A}">
                    <a16:rowId xmlns:a16="http://schemas.microsoft.com/office/drawing/2014/main" val="472506368"/>
                  </a:ext>
                </a:extLst>
              </a:tr>
              <a:tr h="261713">
                <a:tc vMerge="1">
                  <a:txBody>
                    <a:bodyPr/>
                    <a:lstStyle/>
                    <a:p>
                      <a:endParaRPr lang="es-MX"/>
                    </a:p>
                  </a:txBody>
                  <a:tcPr/>
                </a:tc>
                <a:tc>
                  <a:txBody>
                    <a:bodyPr/>
                    <a:lstStyle/>
                    <a:p>
                      <a:pPr>
                        <a:lnSpc>
                          <a:spcPct val="115000"/>
                        </a:lnSpc>
                        <a:spcAft>
                          <a:spcPts val="1000"/>
                        </a:spcAft>
                      </a:pPr>
                      <a:r>
                        <a:rPr lang="es-MX" sz="1400" dirty="0">
                          <a:effectLst/>
                          <a:latin typeface="Santander Text Light" panose="020B0304020201020104" pitchFamily="34" charset="0"/>
                        </a:rPr>
                        <a:t>Asesoría y Gestión</a:t>
                      </a:r>
                      <a:endParaRPr lang="es-MX" sz="1400" dirty="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44450" marR="44450" marT="0" marB="0" anchor="ctr">
                    <a:solidFill>
                      <a:schemeClr val="tx2">
                        <a:lumMod val="40000"/>
                        <a:lumOff val="60000"/>
                      </a:schemeClr>
                    </a:solidFill>
                  </a:tcPr>
                </a:tc>
                <a:tc vMerge="1">
                  <a:txBody>
                    <a:bodyPr/>
                    <a:lstStyle/>
                    <a:p>
                      <a:endParaRPr lang="es-MX"/>
                    </a:p>
                  </a:txBody>
                  <a:tcPr/>
                </a:tc>
                <a:extLst>
                  <a:ext uri="{0D108BD9-81ED-4DB2-BD59-A6C34878D82A}">
                    <a16:rowId xmlns:a16="http://schemas.microsoft.com/office/drawing/2014/main" val="2973719232"/>
                  </a:ext>
                </a:extLst>
              </a:tr>
            </a:tbl>
          </a:graphicData>
        </a:graphic>
      </p:graphicFrame>
    </p:spTree>
    <p:extLst>
      <p:ext uri="{BB962C8B-B14F-4D97-AF65-F5344CB8AC3E}">
        <p14:creationId xmlns:p14="http://schemas.microsoft.com/office/powerpoint/2010/main" val="3324859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97453-80CB-37F6-2E25-358012DF5093}"/>
            </a:ext>
          </a:extLst>
        </p:cNvPr>
        <p:cNvGrpSpPr/>
        <p:nvPr/>
      </p:nvGrpSpPr>
      <p:grpSpPr>
        <a:xfrm>
          <a:off x="0" y="0"/>
          <a:ext cx="0" cy="0"/>
          <a:chOff x="0" y="0"/>
          <a:chExt cx="0" cy="0"/>
        </a:xfrm>
      </p:grpSpPr>
      <p:sp>
        <p:nvSpPr>
          <p:cNvPr id="25" name="object 9">
            <a:extLst>
              <a:ext uri="{FF2B5EF4-FFF2-40B4-BE49-F238E27FC236}">
                <a16:creationId xmlns:a16="http://schemas.microsoft.com/office/drawing/2014/main" id="{202E7F4A-1AAA-4B81-824F-4B3506802D4E}"/>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10</a:t>
            </a:fld>
            <a:endParaRPr lang="en-US"/>
          </a:p>
        </p:txBody>
      </p:sp>
      <p:sp>
        <p:nvSpPr>
          <p:cNvPr id="2" name="Título 1">
            <a:extLst>
              <a:ext uri="{FF2B5EF4-FFF2-40B4-BE49-F238E27FC236}">
                <a16:creationId xmlns:a16="http://schemas.microsoft.com/office/drawing/2014/main" id="{A6E04BB4-F0E4-2E8A-E051-B32B7AB5AA17}"/>
              </a:ext>
            </a:extLst>
          </p:cNvPr>
          <p:cNvSpPr txBox="1">
            <a:spLocks/>
          </p:cNvSpPr>
          <p:nvPr/>
        </p:nvSpPr>
        <p:spPr>
          <a:xfrm>
            <a:off x="439259" y="1186061"/>
            <a:ext cx="11309829" cy="511802"/>
          </a:xfrm>
          <a:prstGeom prst="rect">
            <a:avLst/>
          </a:prstGeom>
        </p:spPr>
        <p:txBody>
          <a:bodyPr lIns="0" tIns="0" rIns="0" bIns="0"/>
          <a:lstStyle>
            <a:lvl1pPr algn="l" defTabSz="742950" rtl="0" eaLnBrk="1" latinLnBrk="0" hangingPunct="1">
              <a:lnSpc>
                <a:spcPct val="90000"/>
              </a:lnSpc>
              <a:spcBef>
                <a:spcPct val="0"/>
              </a:spcBef>
              <a:buNone/>
              <a:defRPr sz="2800" kern="1200">
                <a:solidFill>
                  <a:schemeClr val="tx1"/>
                </a:solidFill>
                <a:latin typeface="+mj-lt"/>
                <a:ea typeface="+mj-ea"/>
                <a:cs typeface="+mj-cs"/>
              </a:defRPr>
            </a:lvl1pPr>
          </a:lstStyle>
          <a:p>
            <a:r>
              <a:rPr lang="es-ES"/>
              <a:t>Cumplimiento y conducta del promotor institucional</a:t>
            </a:r>
            <a:endParaRPr lang="es-ES" dirty="0"/>
          </a:p>
        </p:txBody>
      </p:sp>
      <p:grpSp>
        <p:nvGrpSpPr>
          <p:cNvPr id="3" name="Grupo 2">
            <a:extLst>
              <a:ext uri="{FF2B5EF4-FFF2-40B4-BE49-F238E27FC236}">
                <a16:creationId xmlns:a16="http://schemas.microsoft.com/office/drawing/2014/main" id="{523DE54B-1263-FA74-32FC-1DE8CB3432EB}"/>
              </a:ext>
            </a:extLst>
          </p:cNvPr>
          <p:cNvGrpSpPr/>
          <p:nvPr/>
        </p:nvGrpSpPr>
        <p:grpSpPr>
          <a:xfrm>
            <a:off x="246226" y="2000827"/>
            <a:ext cx="11350463" cy="3011102"/>
            <a:chOff x="1503366" y="2443362"/>
            <a:chExt cx="9038773" cy="2397846"/>
          </a:xfrm>
        </p:grpSpPr>
        <p:sp>
          <p:nvSpPr>
            <p:cNvPr id="4" name="Marcador de texto 4">
              <a:extLst>
                <a:ext uri="{FF2B5EF4-FFF2-40B4-BE49-F238E27FC236}">
                  <a16:creationId xmlns:a16="http://schemas.microsoft.com/office/drawing/2014/main" id="{388CEB25-0D00-4A2B-AB87-4F358ABDF6A4}"/>
                </a:ext>
              </a:extLst>
            </p:cNvPr>
            <p:cNvSpPr txBox="1">
              <a:spLocks/>
            </p:cNvSpPr>
            <p:nvPr/>
          </p:nvSpPr>
          <p:spPr>
            <a:xfrm>
              <a:off x="2113822" y="3368822"/>
              <a:ext cx="1406410" cy="881625"/>
            </a:xfrm>
            <a:prstGeom prst="rect">
              <a:avLst/>
            </a:prstGeom>
          </p:spPr>
          <p:txBody>
            <a:bodyPr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Santander Text" panose="020B05040202010201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Previo a la contratación</a:t>
              </a:r>
            </a:p>
            <a:p>
              <a:pPr>
                <a:spcBef>
                  <a:spcPts val="600"/>
                </a:spcBef>
              </a:pPr>
              <a:r>
                <a:rPr lang="es-MX" sz="1000" dirty="0">
                  <a:latin typeface="Santander Text Light" panose="020B0304020201020104" pitchFamily="34" charset="0"/>
                </a:rPr>
                <a:t>El Promotor Institucional asumirá que cada uno de sus Prospectos es un </a:t>
              </a:r>
              <a:r>
                <a:rPr lang="es-MX" sz="1000" b="1" dirty="0">
                  <a:latin typeface="Santander Text Light" panose="020B0304020201020104" pitchFamily="34" charset="0"/>
                </a:rPr>
                <a:t>Cliente No Sofisticado</a:t>
              </a:r>
              <a:r>
                <a:rPr lang="es-MX" sz="1000" dirty="0">
                  <a:latin typeface="Santander Text Light" panose="020B0304020201020104" pitchFamily="34" charset="0"/>
                </a:rPr>
                <a:t>, y presentará una </a:t>
              </a:r>
              <a:r>
                <a:rPr lang="es-MX" sz="1000" b="1" dirty="0">
                  <a:latin typeface="Santander Text Light" panose="020B0304020201020104" pitchFamily="34" charset="0"/>
                </a:rPr>
                <a:t>Guía de Servicios</a:t>
              </a:r>
              <a:r>
                <a:rPr lang="es-MX" sz="1000" dirty="0">
                  <a:latin typeface="Santander Text Light" panose="020B0304020201020104" pitchFamily="34" charset="0"/>
                </a:rPr>
                <a:t> de Inversión la cuál contiene la información acerca de los diferentes </a:t>
              </a:r>
              <a:r>
                <a:rPr lang="es-MX" sz="1000" b="1" dirty="0">
                  <a:latin typeface="Santander Text Light" panose="020B0304020201020104" pitchFamily="34" charset="0"/>
                </a:rPr>
                <a:t>productos y servicios</a:t>
              </a:r>
              <a:r>
                <a:rPr lang="es-MX" sz="1000" dirty="0">
                  <a:latin typeface="Santander Text Light" panose="020B0304020201020104" pitchFamily="34" charset="0"/>
                </a:rPr>
                <a:t> que ofrece la Sociedad, incluyendo </a:t>
              </a:r>
              <a:r>
                <a:rPr lang="es-MX" sz="1000" b="1" dirty="0">
                  <a:latin typeface="Santander Text Light" panose="020B0304020201020104" pitchFamily="34" charset="0"/>
                </a:rPr>
                <a:t>comisiones</a:t>
              </a:r>
              <a:r>
                <a:rPr lang="es-MX" sz="1000" dirty="0">
                  <a:latin typeface="Santander Text Light" panose="020B0304020201020104" pitchFamily="34" charset="0"/>
                </a:rPr>
                <a:t>.</a:t>
              </a:r>
              <a:endParaRPr lang="es-ES" dirty="0"/>
            </a:p>
          </p:txBody>
        </p:sp>
        <p:grpSp>
          <p:nvGrpSpPr>
            <p:cNvPr id="5" name="Grupo 4">
              <a:extLst>
                <a:ext uri="{FF2B5EF4-FFF2-40B4-BE49-F238E27FC236}">
                  <a16:creationId xmlns:a16="http://schemas.microsoft.com/office/drawing/2014/main" id="{D9B15367-8B2C-46CA-754B-871984A7A4A3}"/>
                </a:ext>
              </a:extLst>
            </p:cNvPr>
            <p:cNvGrpSpPr/>
            <p:nvPr/>
          </p:nvGrpSpPr>
          <p:grpSpPr>
            <a:xfrm>
              <a:off x="1503366" y="2443362"/>
              <a:ext cx="2233497" cy="1114862"/>
              <a:chOff x="-870735" y="-889388"/>
              <a:chExt cx="1875512" cy="936172"/>
            </a:xfrm>
          </p:grpSpPr>
          <p:sp>
            <p:nvSpPr>
              <p:cNvPr id="24" name="Elipse 35">
                <a:extLst>
                  <a:ext uri="{FF2B5EF4-FFF2-40B4-BE49-F238E27FC236}">
                    <a16:creationId xmlns:a16="http://schemas.microsoft.com/office/drawing/2014/main" id="{89AC9196-4ED7-BB61-D143-BD866474AC18}"/>
                  </a:ext>
                </a:extLst>
              </p:cNvPr>
              <p:cNvSpPr/>
              <p:nvPr/>
            </p:nvSpPr>
            <p:spPr>
              <a:xfrm>
                <a:off x="-870735" y="-889388"/>
                <a:ext cx="936172" cy="936172"/>
              </a:xfrm>
              <a:custGeom>
                <a:avLst/>
                <a:gdLst>
                  <a:gd name="connsiteX0" fmla="*/ 0 w 1872343"/>
                  <a:gd name="connsiteY0" fmla="*/ 936172 h 1872343"/>
                  <a:gd name="connsiteX1" fmla="*/ 936172 w 1872343"/>
                  <a:gd name="connsiteY1" fmla="*/ 0 h 1872343"/>
                  <a:gd name="connsiteX2" fmla="*/ 1872344 w 1872343"/>
                  <a:gd name="connsiteY2" fmla="*/ 936172 h 1872343"/>
                  <a:gd name="connsiteX3" fmla="*/ 936172 w 1872343"/>
                  <a:gd name="connsiteY3" fmla="*/ 1872344 h 1872343"/>
                  <a:gd name="connsiteX4" fmla="*/ 0 w 1872343"/>
                  <a:gd name="connsiteY4" fmla="*/ 936172 h 1872343"/>
                  <a:gd name="connsiteX0" fmla="*/ 936172 w 1872344"/>
                  <a:gd name="connsiteY0" fmla="*/ 1872344 h 1963784"/>
                  <a:gd name="connsiteX1" fmla="*/ 0 w 1872344"/>
                  <a:gd name="connsiteY1" fmla="*/ 936172 h 1963784"/>
                  <a:gd name="connsiteX2" fmla="*/ 936172 w 1872344"/>
                  <a:gd name="connsiteY2" fmla="*/ 0 h 1963784"/>
                  <a:gd name="connsiteX3" fmla="*/ 1872344 w 1872344"/>
                  <a:gd name="connsiteY3" fmla="*/ 936172 h 1963784"/>
                  <a:gd name="connsiteX4" fmla="*/ 1027612 w 1872344"/>
                  <a:gd name="connsiteY4" fmla="*/ 1963784 h 1963784"/>
                  <a:gd name="connsiteX0" fmla="*/ 936172 w 1872344"/>
                  <a:gd name="connsiteY0" fmla="*/ 1872344 h 1872344"/>
                  <a:gd name="connsiteX1" fmla="*/ 0 w 1872344"/>
                  <a:gd name="connsiteY1" fmla="*/ 936172 h 1872344"/>
                  <a:gd name="connsiteX2" fmla="*/ 936172 w 1872344"/>
                  <a:gd name="connsiteY2" fmla="*/ 0 h 1872344"/>
                  <a:gd name="connsiteX3" fmla="*/ 1872344 w 1872344"/>
                  <a:gd name="connsiteY3" fmla="*/ 936172 h 1872344"/>
                  <a:gd name="connsiteX0" fmla="*/ 0 w 1872344"/>
                  <a:gd name="connsiteY0" fmla="*/ 936172 h 936172"/>
                  <a:gd name="connsiteX1" fmla="*/ 936172 w 1872344"/>
                  <a:gd name="connsiteY1" fmla="*/ 0 h 936172"/>
                  <a:gd name="connsiteX2" fmla="*/ 1872344 w 1872344"/>
                  <a:gd name="connsiteY2" fmla="*/ 936172 h 936172"/>
                  <a:gd name="connsiteX0" fmla="*/ 0 w 936172"/>
                  <a:gd name="connsiteY0" fmla="*/ 936172 h 936172"/>
                  <a:gd name="connsiteX1" fmla="*/ 936172 w 936172"/>
                  <a:gd name="connsiteY1" fmla="*/ 0 h 936172"/>
                </a:gdLst>
                <a:ahLst/>
                <a:cxnLst>
                  <a:cxn ang="0">
                    <a:pos x="connsiteX0" y="connsiteY0"/>
                  </a:cxn>
                  <a:cxn ang="0">
                    <a:pos x="connsiteX1" y="connsiteY1"/>
                  </a:cxn>
                </a:cxnLst>
                <a:rect l="l" t="t" r="r" b="b"/>
                <a:pathLst>
                  <a:path w="936172" h="936172">
                    <a:moveTo>
                      <a:pt x="0" y="936172"/>
                    </a:moveTo>
                    <a:cubicBezTo>
                      <a:pt x="0" y="419138"/>
                      <a:pt x="419138" y="0"/>
                      <a:pt x="936172" y="0"/>
                    </a:cubicBezTo>
                  </a:path>
                </a:pathLst>
              </a:custGeom>
              <a:noFill/>
              <a:ln w="3175">
                <a:solidFill>
                  <a:schemeClr val="accent4">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6" name="Elipse 35">
                <a:extLst>
                  <a:ext uri="{FF2B5EF4-FFF2-40B4-BE49-F238E27FC236}">
                    <a16:creationId xmlns:a16="http://schemas.microsoft.com/office/drawing/2014/main" id="{F566DB58-F9BD-31F1-F22C-0E7B78502193}"/>
                  </a:ext>
                </a:extLst>
              </p:cNvPr>
              <p:cNvSpPr/>
              <p:nvPr/>
            </p:nvSpPr>
            <p:spPr>
              <a:xfrm>
                <a:off x="68605" y="-889388"/>
                <a:ext cx="936172" cy="936172"/>
              </a:xfrm>
              <a:custGeom>
                <a:avLst/>
                <a:gdLst>
                  <a:gd name="connsiteX0" fmla="*/ 0 w 1872343"/>
                  <a:gd name="connsiteY0" fmla="*/ 936172 h 1872343"/>
                  <a:gd name="connsiteX1" fmla="*/ 936172 w 1872343"/>
                  <a:gd name="connsiteY1" fmla="*/ 0 h 1872343"/>
                  <a:gd name="connsiteX2" fmla="*/ 1872344 w 1872343"/>
                  <a:gd name="connsiteY2" fmla="*/ 936172 h 1872343"/>
                  <a:gd name="connsiteX3" fmla="*/ 936172 w 1872343"/>
                  <a:gd name="connsiteY3" fmla="*/ 1872344 h 1872343"/>
                  <a:gd name="connsiteX4" fmla="*/ 0 w 1872343"/>
                  <a:gd name="connsiteY4" fmla="*/ 936172 h 1872343"/>
                  <a:gd name="connsiteX0" fmla="*/ 936172 w 1872344"/>
                  <a:gd name="connsiteY0" fmla="*/ 1872344 h 1963784"/>
                  <a:gd name="connsiteX1" fmla="*/ 0 w 1872344"/>
                  <a:gd name="connsiteY1" fmla="*/ 936172 h 1963784"/>
                  <a:gd name="connsiteX2" fmla="*/ 936172 w 1872344"/>
                  <a:gd name="connsiteY2" fmla="*/ 0 h 1963784"/>
                  <a:gd name="connsiteX3" fmla="*/ 1872344 w 1872344"/>
                  <a:gd name="connsiteY3" fmla="*/ 936172 h 1963784"/>
                  <a:gd name="connsiteX4" fmla="*/ 1027612 w 1872344"/>
                  <a:gd name="connsiteY4" fmla="*/ 1963784 h 1963784"/>
                  <a:gd name="connsiteX0" fmla="*/ 936172 w 1872344"/>
                  <a:gd name="connsiteY0" fmla="*/ 1872344 h 1872344"/>
                  <a:gd name="connsiteX1" fmla="*/ 0 w 1872344"/>
                  <a:gd name="connsiteY1" fmla="*/ 936172 h 1872344"/>
                  <a:gd name="connsiteX2" fmla="*/ 936172 w 1872344"/>
                  <a:gd name="connsiteY2" fmla="*/ 0 h 1872344"/>
                  <a:gd name="connsiteX3" fmla="*/ 1872344 w 1872344"/>
                  <a:gd name="connsiteY3" fmla="*/ 936172 h 1872344"/>
                  <a:gd name="connsiteX0" fmla="*/ 0 w 1872344"/>
                  <a:gd name="connsiteY0" fmla="*/ 936172 h 936172"/>
                  <a:gd name="connsiteX1" fmla="*/ 936172 w 1872344"/>
                  <a:gd name="connsiteY1" fmla="*/ 0 h 936172"/>
                  <a:gd name="connsiteX2" fmla="*/ 1872344 w 1872344"/>
                  <a:gd name="connsiteY2" fmla="*/ 936172 h 936172"/>
                  <a:gd name="connsiteX0" fmla="*/ 0 w 936172"/>
                  <a:gd name="connsiteY0" fmla="*/ 0 h 936172"/>
                  <a:gd name="connsiteX1" fmla="*/ 936172 w 936172"/>
                  <a:gd name="connsiteY1" fmla="*/ 936172 h 936172"/>
                </a:gdLst>
                <a:ahLst/>
                <a:cxnLst>
                  <a:cxn ang="0">
                    <a:pos x="connsiteX0" y="connsiteY0"/>
                  </a:cxn>
                  <a:cxn ang="0">
                    <a:pos x="connsiteX1" y="connsiteY1"/>
                  </a:cxn>
                </a:cxnLst>
                <a:rect l="l" t="t" r="r" b="b"/>
                <a:pathLst>
                  <a:path w="936172" h="936172">
                    <a:moveTo>
                      <a:pt x="0" y="0"/>
                    </a:moveTo>
                    <a:cubicBezTo>
                      <a:pt x="517034" y="0"/>
                      <a:pt x="936172" y="419138"/>
                      <a:pt x="936172" y="936172"/>
                    </a:cubicBezTo>
                  </a:path>
                </a:pathLst>
              </a:custGeom>
              <a:noFill/>
              <a:ln w="3175">
                <a:solidFill>
                  <a:schemeClr val="accent4">
                    <a:lumMod val="90000"/>
                  </a:schemeClr>
                </a:solidFill>
                <a:headEnd type="none" w="med" len="med"/>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grpSp>
          <p:nvGrpSpPr>
            <p:cNvPr id="6" name="Grupo 5">
              <a:extLst>
                <a:ext uri="{FF2B5EF4-FFF2-40B4-BE49-F238E27FC236}">
                  <a16:creationId xmlns:a16="http://schemas.microsoft.com/office/drawing/2014/main" id="{5BF8B513-4D4D-FD4F-88A7-848C4BB1A4FF}"/>
                </a:ext>
              </a:extLst>
            </p:cNvPr>
            <p:cNvGrpSpPr/>
            <p:nvPr/>
          </p:nvGrpSpPr>
          <p:grpSpPr>
            <a:xfrm rot="10800000" flipH="1">
              <a:off x="3747814" y="3575804"/>
              <a:ext cx="2225222" cy="1114862"/>
              <a:chOff x="-880821" y="-904150"/>
              <a:chExt cx="1868563" cy="936172"/>
            </a:xfrm>
          </p:grpSpPr>
          <p:sp>
            <p:nvSpPr>
              <p:cNvPr id="22" name="Elipse 35">
                <a:extLst>
                  <a:ext uri="{FF2B5EF4-FFF2-40B4-BE49-F238E27FC236}">
                    <a16:creationId xmlns:a16="http://schemas.microsoft.com/office/drawing/2014/main" id="{FCDC1A47-8025-A9C2-ECFC-24446CDCBEDA}"/>
                  </a:ext>
                </a:extLst>
              </p:cNvPr>
              <p:cNvSpPr/>
              <p:nvPr/>
            </p:nvSpPr>
            <p:spPr>
              <a:xfrm>
                <a:off x="51570" y="-904150"/>
                <a:ext cx="936172" cy="936172"/>
              </a:xfrm>
              <a:custGeom>
                <a:avLst/>
                <a:gdLst>
                  <a:gd name="connsiteX0" fmla="*/ 0 w 1872343"/>
                  <a:gd name="connsiteY0" fmla="*/ 936172 h 1872343"/>
                  <a:gd name="connsiteX1" fmla="*/ 936172 w 1872343"/>
                  <a:gd name="connsiteY1" fmla="*/ 0 h 1872343"/>
                  <a:gd name="connsiteX2" fmla="*/ 1872344 w 1872343"/>
                  <a:gd name="connsiteY2" fmla="*/ 936172 h 1872343"/>
                  <a:gd name="connsiteX3" fmla="*/ 936172 w 1872343"/>
                  <a:gd name="connsiteY3" fmla="*/ 1872344 h 1872343"/>
                  <a:gd name="connsiteX4" fmla="*/ 0 w 1872343"/>
                  <a:gd name="connsiteY4" fmla="*/ 936172 h 1872343"/>
                  <a:gd name="connsiteX0" fmla="*/ 936172 w 1872344"/>
                  <a:gd name="connsiteY0" fmla="*/ 1872344 h 1963784"/>
                  <a:gd name="connsiteX1" fmla="*/ 0 w 1872344"/>
                  <a:gd name="connsiteY1" fmla="*/ 936172 h 1963784"/>
                  <a:gd name="connsiteX2" fmla="*/ 936172 w 1872344"/>
                  <a:gd name="connsiteY2" fmla="*/ 0 h 1963784"/>
                  <a:gd name="connsiteX3" fmla="*/ 1872344 w 1872344"/>
                  <a:gd name="connsiteY3" fmla="*/ 936172 h 1963784"/>
                  <a:gd name="connsiteX4" fmla="*/ 1027612 w 1872344"/>
                  <a:gd name="connsiteY4" fmla="*/ 1963784 h 1963784"/>
                  <a:gd name="connsiteX0" fmla="*/ 936172 w 1872344"/>
                  <a:gd name="connsiteY0" fmla="*/ 1872344 h 1872344"/>
                  <a:gd name="connsiteX1" fmla="*/ 0 w 1872344"/>
                  <a:gd name="connsiteY1" fmla="*/ 936172 h 1872344"/>
                  <a:gd name="connsiteX2" fmla="*/ 936172 w 1872344"/>
                  <a:gd name="connsiteY2" fmla="*/ 0 h 1872344"/>
                  <a:gd name="connsiteX3" fmla="*/ 1872344 w 1872344"/>
                  <a:gd name="connsiteY3" fmla="*/ 936172 h 1872344"/>
                  <a:gd name="connsiteX0" fmla="*/ 0 w 1872344"/>
                  <a:gd name="connsiteY0" fmla="*/ 936172 h 936172"/>
                  <a:gd name="connsiteX1" fmla="*/ 936172 w 1872344"/>
                  <a:gd name="connsiteY1" fmla="*/ 0 h 936172"/>
                  <a:gd name="connsiteX2" fmla="*/ 1872344 w 1872344"/>
                  <a:gd name="connsiteY2" fmla="*/ 936172 h 936172"/>
                  <a:gd name="connsiteX0" fmla="*/ 0 w 936172"/>
                  <a:gd name="connsiteY0" fmla="*/ 0 h 936172"/>
                  <a:gd name="connsiteX1" fmla="*/ 936172 w 936172"/>
                  <a:gd name="connsiteY1" fmla="*/ 936172 h 936172"/>
                </a:gdLst>
                <a:ahLst/>
                <a:cxnLst>
                  <a:cxn ang="0">
                    <a:pos x="connsiteX0" y="connsiteY0"/>
                  </a:cxn>
                  <a:cxn ang="0">
                    <a:pos x="connsiteX1" y="connsiteY1"/>
                  </a:cxn>
                </a:cxnLst>
                <a:rect l="l" t="t" r="r" b="b"/>
                <a:pathLst>
                  <a:path w="936172" h="936172">
                    <a:moveTo>
                      <a:pt x="0" y="0"/>
                    </a:moveTo>
                    <a:cubicBezTo>
                      <a:pt x="517034" y="0"/>
                      <a:pt x="936172" y="419138"/>
                      <a:pt x="936172" y="936172"/>
                    </a:cubicBezTo>
                  </a:path>
                </a:pathLst>
              </a:custGeom>
              <a:noFill/>
              <a:ln w="3175">
                <a:solidFill>
                  <a:schemeClr val="accent4">
                    <a:lumMod val="90000"/>
                  </a:schemeClr>
                </a:solidFill>
                <a:headEnd type="none" w="med" len="med"/>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Elipse 35">
                <a:extLst>
                  <a:ext uri="{FF2B5EF4-FFF2-40B4-BE49-F238E27FC236}">
                    <a16:creationId xmlns:a16="http://schemas.microsoft.com/office/drawing/2014/main" id="{8F10FE66-AEA8-24AE-34E1-FE000CDEE58B}"/>
                  </a:ext>
                </a:extLst>
              </p:cNvPr>
              <p:cNvSpPr/>
              <p:nvPr/>
            </p:nvSpPr>
            <p:spPr>
              <a:xfrm>
                <a:off x="-880821" y="-904150"/>
                <a:ext cx="936172" cy="936172"/>
              </a:xfrm>
              <a:custGeom>
                <a:avLst/>
                <a:gdLst>
                  <a:gd name="connsiteX0" fmla="*/ 0 w 1872343"/>
                  <a:gd name="connsiteY0" fmla="*/ 936172 h 1872343"/>
                  <a:gd name="connsiteX1" fmla="*/ 936172 w 1872343"/>
                  <a:gd name="connsiteY1" fmla="*/ 0 h 1872343"/>
                  <a:gd name="connsiteX2" fmla="*/ 1872344 w 1872343"/>
                  <a:gd name="connsiteY2" fmla="*/ 936172 h 1872343"/>
                  <a:gd name="connsiteX3" fmla="*/ 936172 w 1872343"/>
                  <a:gd name="connsiteY3" fmla="*/ 1872344 h 1872343"/>
                  <a:gd name="connsiteX4" fmla="*/ 0 w 1872343"/>
                  <a:gd name="connsiteY4" fmla="*/ 936172 h 1872343"/>
                  <a:gd name="connsiteX0" fmla="*/ 936172 w 1872344"/>
                  <a:gd name="connsiteY0" fmla="*/ 1872344 h 1963784"/>
                  <a:gd name="connsiteX1" fmla="*/ 0 w 1872344"/>
                  <a:gd name="connsiteY1" fmla="*/ 936172 h 1963784"/>
                  <a:gd name="connsiteX2" fmla="*/ 936172 w 1872344"/>
                  <a:gd name="connsiteY2" fmla="*/ 0 h 1963784"/>
                  <a:gd name="connsiteX3" fmla="*/ 1872344 w 1872344"/>
                  <a:gd name="connsiteY3" fmla="*/ 936172 h 1963784"/>
                  <a:gd name="connsiteX4" fmla="*/ 1027612 w 1872344"/>
                  <a:gd name="connsiteY4" fmla="*/ 1963784 h 1963784"/>
                  <a:gd name="connsiteX0" fmla="*/ 936172 w 1872344"/>
                  <a:gd name="connsiteY0" fmla="*/ 1872344 h 1872344"/>
                  <a:gd name="connsiteX1" fmla="*/ 0 w 1872344"/>
                  <a:gd name="connsiteY1" fmla="*/ 936172 h 1872344"/>
                  <a:gd name="connsiteX2" fmla="*/ 936172 w 1872344"/>
                  <a:gd name="connsiteY2" fmla="*/ 0 h 1872344"/>
                  <a:gd name="connsiteX3" fmla="*/ 1872344 w 1872344"/>
                  <a:gd name="connsiteY3" fmla="*/ 936172 h 1872344"/>
                  <a:gd name="connsiteX0" fmla="*/ 0 w 1872344"/>
                  <a:gd name="connsiteY0" fmla="*/ 936172 h 936172"/>
                  <a:gd name="connsiteX1" fmla="*/ 936172 w 1872344"/>
                  <a:gd name="connsiteY1" fmla="*/ 0 h 936172"/>
                  <a:gd name="connsiteX2" fmla="*/ 1872344 w 1872344"/>
                  <a:gd name="connsiteY2" fmla="*/ 936172 h 936172"/>
                  <a:gd name="connsiteX0" fmla="*/ 0 w 936172"/>
                  <a:gd name="connsiteY0" fmla="*/ 936172 h 936172"/>
                  <a:gd name="connsiteX1" fmla="*/ 936172 w 936172"/>
                  <a:gd name="connsiteY1" fmla="*/ 0 h 936172"/>
                </a:gdLst>
                <a:ahLst/>
                <a:cxnLst>
                  <a:cxn ang="0">
                    <a:pos x="connsiteX0" y="connsiteY0"/>
                  </a:cxn>
                  <a:cxn ang="0">
                    <a:pos x="connsiteX1" y="connsiteY1"/>
                  </a:cxn>
                </a:cxnLst>
                <a:rect l="l" t="t" r="r" b="b"/>
                <a:pathLst>
                  <a:path w="936172" h="936172">
                    <a:moveTo>
                      <a:pt x="0" y="936172"/>
                    </a:moveTo>
                    <a:cubicBezTo>
                      <a:pt x="0" y="419138"/>
                      <a:pt x="419138" y="0"/>
                      <a:pt x="936172" y="0"/>
                    </a:cubicBezTo>
                  </a:path>
                </a:pathLst>
              </a:custGeom>
              <a:noFill/>
              <a:ln w="3175">
                <a:solidFill>
                  <a:schemeClr val="accent4">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grpSp>
          <p:nvGrpSpPr>
            <p:cNvPr id="7" name="Grupo 6">
              <a:extLst>
                <a:ext uri="{FF2B5EF4-FFF2-40B4-BE49-F238E27FC236}">
                  <a16:creationId xmlns:a16="http://schemas.microsoft.com/office/drawing/2014/main" id="{84746E48-C94A-30AE-666B-CD5EF66D6E2B}"/>
                </a:ext>
              </a:extLst>
            </p:cNvPr>
            <p:cNvGrpSpPr/>
            <p:nvPr/>
          </p:nvGrpSpPr>
          <p:grpSpPr>
            <a:xfrm>
              <a:off x="5983840" y="2443362"/>
              <a:ext cx="2228766" cy="1114862"/>
              <a:chOff x="-896617" y="-889388"/>
              <a:chExt cx="1871539" cy="936172"/>
            </a:xfrm>
          </p:grpSpPr>
          <p:sp>
            <p:nvSpPr>
              <p:cNvPr id="20" name="Elipse 35">
                <a:extLst>
                  <a:ext uri="{FF2B5EF4-FFF2-40B4-BE49-F238E27FC236}">
                    <a16:creationId xmlns:a16="http://schemas.microsoft.com/office/drawing/2014/main" id="{94107C96-7F17-9B92-092E-6B117B12A97C}"/>
                  </a:ext>
                </a:extLst>
              </p:cNvPr>
              <p:cNvSpPr/>
              <p:nvPr/>
            </p:nvSpPr>
            <p:spPr>
              <a:xfrm>
                <a:off x="38750" y="-889388"/>
                <a:ext cx="936172" cy="936172"/>
              </a:xfrm>
              <a:custGeom>
                <a:avLst/>
                <a:gdLst>
                  <a:gd name="connsiteX0" fmla="*/ 0 w 1872343"/>
                  <a:gd name="connsiteY0" fmla="*/ 936172 h 1872343"/>
                  <a:gd name="connsiteX1" fmla="*/ 936172 w 1872343"/>
                  <a:gd name="connsiteY1" fmla="*/ 0 h 1872343"/>
                  <a:gd name="connsiteX2" fmla="*/ 1872344 w 1872343"/>
                  <a:gd name="connsiteY2" fmla="*/ 936172 h 1872343"/>
                  <a:gd name="connsiteX3" fmla="*/ 936172 w 1872343"/>
                  <a:gd name="connsiteY3" fmla="*/ 1872344 h 1872343"/>
                  <a:gd name="connsiteX4" fmla="*/ 0 w 1872343"/>
                  <a:gd name="connsiteY4" fmla="*/ 936172 h 1872343"/>
                  <a:gd name="connsiteX0" fmla="*/ 936172 w 1872344"/>
                  <a:gd name="connsiteY0" fmla="*/ 1872344 h 1963784"/>
                  <a:gd name="connsiteX1" fmla="*/ 0 w 1872344"/>
                  <a:gd name="connsiteY1" fmla="*/ 936172 h 1963784"/>
                  <a:gd name="connsiteX2" fmla="*/ 936172 w 1872344"/>
                  <a:gd name="connsiteY2" fmla="*/ 0 h 1963784"/>
                  <a:gd name="connsiteX3" fmla="*/ 1872344 w 1872344"/>
                  <a:gd name="connsiteY3" fmla="*/ 936172 h 1963784"/>
                  <a:gd name="connsiteX4" fmla="*/ 1027612 w 1872344"/>
                  <a:gd name="connsiteY4" fmla="*/ 1963784 h 1963784"/>
                  <a:gd name="connsiteX0" fmla="*/ 936172 w 1872344"/>
                  <a:gd name="connsiteY0" fmla="*/ 1872344 h 1872344"/>
                  <a:gd name="connsiteX1" fmla="*/ 0 w 1872344"/>
                  <a:gd name="connsiteY1" fmla="*/ 936172 h 1872344"/>
                  <a:gd name="connsiteX2" fmla="*/ 936172 w 1872344"/>
                  <a:gd name="connsiteY2" fmla="*/ 0 h 1872344"/>
                  <a:gd name="connsiteX3" fmla="*/ 1872344 w 1872344"/>
                  <a:gd name="connsiteY3" fmla="*/ 936172 h 1872344"/>
                  <a:gd name="connsiteX0" fmla="*/ 0 w 1872344"/>
                  <a:gd name="connsiteY0" fmla="*/ 936172 h 936172"/>
                  <a:gd name="connsiteX1" fmla="*/ 936172 w 1872344"/>
                  <a:gd name="connsiteY1" fmla="*/ 0 h 936172"/>
                  <a:gd name="connsiteX2" fmla="*/ 1872344 w 1872344"/>
                  <a:gd name="connsiteY2" fmla="*/ 936172 h 936172"/>
                  <a:gd name="connsiteX0" fmla="*/ 0 w 936172"/>
                  <a:gd name="connsiteY0" fmla="*/ 0 h 936172"/>
                  <a:gd name="connsiteX1" fmla="*/ 936172 w 936172"/>
                  <a:gd name="connsiteY1" fmla="*/ 936172 h 936172"/>
                </a:gdLst>
                <a:ahLst/>
                <a:cxnLst>
                  <a:cxn ang="0">
                    <a:pos x="connsiteX0" y="connsiteY0"/>
                  </a:cxn>
                  <a:cxn ang="0">
                    <a:pos x="connsiteX1" y="connsiteY1"/>
                  </a:cxn>
                </a:cxnLst>
                <a:rect l="l" t="t" r="r" b="b"/>
                <a:pathLst>
                  <a:path w="936172" h="936172">
                    <a:moveTo>
                      <a:pt x="0" y="0"/>
                    </a:moveTo>
                    <a:cubicBezTo>
                      <a:pt x="517034" y="0"/>
                      <a:pt x="936172" y="419138"/>
                      <a:pt x="936172" y="936172"/>
                    </a:cubicBezTo>
                  </a:path>
                </a:pathLst>
              </a:custGeom>
              <a:noFill/>
              <a:ln w="3175">
                <a:solidFill>
                  <a:schemeClr val="accent4">
                    <a:lumMod val="90000"/>
                  </a:schemeClr>
                </a:solidFill>
                <a:headEnd type="none" w="med" len="med"/>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Elipse 35">
                <a:extLst>
                  <a:ext uri="{FF2B5EF4-FFF2-40B4-BE49-F238E27FC236}">
                    <a16:creationId xmlns:a16="http://schemas.microsoft.com/office/drawing/2014/main" id="{21BC172C-BAD3-B555-6E3C-1F07D8F7B7C9}"/>
                  </a:ext>
                </a:extLst>
              </p:cNvPr>
              <p:cNvSpPr/>
              <p:nvPr/>
            </p:nvSpPr>
            <p:spPr>
              <a:xfrm>
                <a:off x="-896617" y="-889388"/>
                <a:ext cx="936172" cy="936172"/>
              </a:xfrm>
              <a:custGeom>
                <a:avLst/>
                <a:gdLst>
                  <a:gd name="connsiteX0" fmla="*/ 0 w 1872343"/>
                  <a:gd name="connsiteY0" fmla="*/ 936172 h 1872343"/>
                  <a:gd name="connsiteX1" fmla="*/ 936172 w 1872343"/>
                  <a:gd name="connsiteY1" fmla="*/ 0 h 1872343"/>
                  <a:gd name="connsiteX2" fmla="*/ 1872344 w 1872343"/>
                  <a:gd name="connsiteY2" fmla="*/ 936172 h 1872343"/>
                  <a:gd name="connsiteX3" fmla="*/ 936172 w 1872343"/>
                  <a:gd name="connsiteY3" fmla="*/ 1872344 h 1872343"/>
                  <a:gd name="connsiteX4" fmla="*/ 0 w 1872343"/>
                  <a:gd name="connsiteY4" fmla="*/ 936172 h 1872343"/>
                  <a:gd name="connsiteX0" fmla="*/ 936172 w 1872344"/>
                  <a:gd name="connsiteY0" fmla="*/ 1872344 h 1963784"/>
                  <a:gd name="connsiteX1" fmla="*/ 0 w 1872344"/>
                  <a:gd name="connsiteY1" fmla="*/ 936172 h 1963784"/>
                  <a:gd name="connsiteX2" fmla="*/ 936172 w 1872344"/>
                  <a:gd name="connsiteY2" fmla="*/ 0 h 1963784"/>
                  <a:gd name="connsiteX3" fmla="*/ 1872344 w 1872344"/>
                  <a:gd name="connsiteY3" fmla="*/ 936172 h 1963784"/>
                  <a:gd name="connsiteX4" fmla="*/ 1027612 w 1872344"/>
                  <a:gd name="connsiteY4" fmla="*/ 1963784 h 1963784"/>
                  <a:gd name="connsiteX0" fmla="*/ 936172 w 1872344"/>
                  <a:gd name="connsiteY0" fmla="*/ 1872344 h 1872344"/>
                  <a:gd name="connsiteX1" fmla="*/ 0 w 1872344"/>
                  <a:gd name="connsiteY1" fmla="*/ 936172 h 1872344"/>
                  <a:gd name="connsiteX2" fmla="*/ 936172 w 1872344"/>
                  <a:gd name="connsiteY2" fmla="*/ 0 h 1872344"/>
                  <a:gd name="connsiteX3" fmla="*/ 1872344 w 1872344"/>
                  <a:gd name="connsiteY3" fmla="*/ 936172 h 1872344"/>
                  <a:gd name="connsiteX0" fmla="*/ 0 w 1872344"/>
                  <a:gd name="connsiteY0" fmla="*/ 936172 h 936172"/>
                  <a:gd name="connsiteX1" fmla="*/ 936172 w 1872344"/>
                  <a:gd name="connsiteY1" fmla="*/ 0 h 936172"/>
                  <a:gd name="connsiteX2" fmla="*/ 1872344 w 1872344"/>
                  <a:gd name="connsiteY2" fmla="*/ 936172 h 936172"/>
                  <a:gd name="connsiteX0" fmla="*/ 0 w 936172"/>
                  <a:gd name="connsiteY0" fmla="*/ 936172 h 936172"/>
                  <a:gd name="connsiteX1" fmla="*/ 936172 w 936172"/>
                  <a:gd name="connsiteY1" fmla="*/ 0 h 936172"/>
                </a:gdLst>
                <a:ahLst/>
                <a:cxnLst>
                  <a:cxn ang="0">
                    <a:pos x="connsiteX0" y="connsiteY0"/>
                  </a:cxn>
                  <a:cxn ang="0">
                    <a:pos x="connsiteX1" y="connsiteY1"/>
                  </a:cxn>
                </a:cxnLst>
                <a:rect l="l" t="t" r="r" b="b"/>
                <a:pathLst>
                  <a:path w="936172" h="936172">
                    <a:moveTo>
                      <a:pt x="0" y="936172"/>
                    </a:moveTo>
                    <a:cubicBezTo>
                      <a:pt x="0" y="419138"/>
                      <a:pt x="419138" y="0"/>
                      <a:pt x="936172" y="0"/>
                    </a:cubicBezTo>
                  </a:path>
                </a:pathLst>
              </a:custGeom>
              <a:noFill/>
              <a:ln w="3175">
                <a:solidFill>
                  <a:schemeClr val="accent4">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grpSp>
          <p:nvGrpSpPr>
            <p:cNvPr id="8" name="Grupo 7">
              <a:extLst>
                <a:ext uri="{FF2B5EF4-FFF2-40B4-BE49-F238E27FC236}">
                  <a16:creationId xmlns:a16="http://schemas.microsoft.com/office/drawing/2014/main" id="{C1BD9D10-CA0E-93AF-BAA0-69C5CDBD9598}"/>
                </a:ext>
              </a:extLst>
            </p:cNvPr>
            <p:cNvGrpSpPr/>
            <p:nvPr/>
          </p:nvGrpSpPr>
          <p:grpSpPr>
            <a:xfrm rot="10800000" flipH="1">
              <a:off x="8230632" y="3558224"/>
              <a:ext cx="2232964" cy="1114862"/>
              <a:chOff x="-904737" y="-889388"/>
              <a:chExt cx="1875064" cy="936172"/>
            </a:xfrm>
          </p:grpSpPr>
          <p:sp>
            <p:nvSpPr>
              <p:cNvPr id="18" name="Elipse 35">
                <a:extLst>
                  <a:ext uri="{FF2B5EF4-FFF2-40B4-BE49-F238E27FC236}">
                    <a16:creationId xmlns:a16="http://schemas.microsoft.com/office/drawing/2014/main" id="{75766104-1770-C208-3874-EDC48B4F1175}"/>
                  </a:ext>
                </a:extLst>
              </p:cNvPr>
              <p:cNvSpPr/>
              <p:nvPr/>
            </p:nvSpPr>
            <p:spPr>
              <a:xfrm>
                <a:off x="34155" y="-889388"/>
                <a:ext cx="936172" cy="936172"/>
              </a:xfrm>
              <a:custGeom>
                <a:avLst/>
                <a:gdLst>
                  <a:gd name="connsiteX0" fmla="*/ 0 w 1872343"/>
                  <a:gd name="connsiteY0" fmla="*/ 936172 h 1872343"/>
                  <a:gd name="connsiteX1" fmla="*/ 936172 w 1872343"/>
                  <a:gd name="connsiteY1" fmla="*/ 0 h 1872343"/>
                  <a:gd name="connsiteX2" fmla="*/ 1872344 w 1872343"/>
                  <a:gd name="connsiteY2" fmla="*/ 936172 h 1872343"/>
                  <a:gd name="connsiteX3" fmla="*/ 936172 w 1872343"/>
                  <a:gd name="connsiteY3" fmla="*/ 1872344 h 1872343"/>
                  <a:gd name="connsiteX4" fmla="*/ 0 w 1872343"/>
                  <a:gd name="connsiteY4" fmla="*/ 936172 h 1872343"/>
                  <a:gd name="connsiteX0" fmla="*/ 936172 w 1872344"/>
                  <a:gd name="connsiteY0" fmla="*/ 1872344 h 1963784"/>
                  <a:gd name="connsiteX1" fmla="*/ 0 w 1872344"/>
                  <a:gd name="connsiteY1" fmla="*/ 936172 h 1963784"/>
                  <a:gd name="connsiteX2" fmla="*/ 936172 w 1872344"/>
                  <a:gd name="connsiteY2" fmla="*/ 0 h 1963784"/>
                  <a:gd name="connsiteX3" fmla="*/ 1872344 w 1872344"/>
                  <a:gd name="connsiteY3" fmla="*/ 936172 h 1963784"/>
                  <a:gd name="connsiteX4" fmla="*/ 1027612 w 1872344"/>
                  <a:gd name="connsiteY4" fmla="*/ 1963784 h 1963784"/>
                  <a:gd name="connsiteX0" fmla="*/ 936172 w 1872344"/>
                  <a:gd name="connsiteY0" fmla="*/ 1872344 h 1872344"/>
                  <a:gd name="connsiteX1" fmla="*/ 0 w 1872344"/>
                  <a:gd name="connsiteY1" fmla="*/ 936172 h 1872344"/>
                  <a:gd name="connsiteX2" fmla="*/ 936172 w 1872344"/>
                  <a:gd name="connsiteY2" fmla="*/ 0 h 1872344"/>
                  <a:gd name="connsiteX3" fmla="*/ 1872344 w 1872344"/>
                  <a:gd name="connsiteY3" fmla="*/ 936172 h 1872344"/>
                  <a:gd name="connsiteX0" fmla="*/ 0 w 1872344"/>
                  <a:gd name="connsiteY0" fmla="*/ 936172 h 936172"/>
                  <a:gd name="connsiteX1" fmla="*/ 936172 w 1872344"/>
                  <a:gd name="connsiteY1" fmla="*/ 0 h 936172"/>
                  <a:gd name="connsiteX2" fmla="*/ 1872344 w 1872344"/>
                  <a:gd name="connsiteY2" fmla="*/ 936172 h 936172"/>
                  <a:gd name="connsiteX0" fmla="*/ 0 w 936172"/>
                  <a:gd name="connsiteY0" fmla="*/ 0 h 936172"/>
                  <a:gd name="connsiteX1" fmla="*/ 936172 w 936172"/>
                  <a:gd name="connsiteY1" fmla="*/ 936172 h 936172"/>
                </a:gdLst>
                <a:ahLst/>
                <a:cxnLst>
                  <a:cxn ang="0">
                    <a:pos x="connsiteX0" y="connsiteY0"/>
                  </a:cxn>
                  <a:cxn ang="0">
                    <a:pos x="connsiteX1" y="connsiteY1"/>
                  </a:cxn>
                </a:cxnLst>
                <a:rect l="l" t="t" r="r" b="b"/>
                <a:pathLst>
                  <a:path w="936172" h="936172">
                    <a:moveTo>
                      <a:pt x="0" y="0"/>
                    </a:moveTo>
                    <a:cubicBezTo>
                      <a:pt x="517034" y="0"/>
                      <a:pt x="936172" y="419138"/>
                      <a:pt x="936172" y="936172"/>
                    </a:cubicBezTo>
                  </a:path>
                </a:pathLst>
              </a:custGeom>
              <a:noFill/>
              <a:ln w="3175">
                <a:solidFill>
                  <a:schemeClr val="accent4">
                    <a:lumMod val="90000"/>
                  </a:schemeClr>
                </a:solidFill>
                <a:headEnd type="none" w="med" len="med"/>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9" name="Elipse 35">
                <a:extLst>
                  <a:ext uri="{FF2B5EF4-FFF2-40B4-BE49-F238E27FC236}">
                    <a16:creationId xmlns:a16="http://schemas.microsoft.com/office/drawing/2014/main" id="{67659A6D-88A3-0CF0-378F-D24685211F43}"/>
                  </a:ext>
                </a:extLst>
              </p:cNvPr>
              <p:cNvSpPr/>
              <p:nvPr/>
            </p:nvSpPr>
            <p:spPr>
              <a:xfrm>
                <a:off x="-904737" y="-889388"/>
                <a:ext cx="936172" cy="936172"/>
              </a:xfrm>
              <a:custGeom>
                <a:avLst/>
                <a:gdLst>
                  <a:gd name="connsiteX0" fmla="*/ 0 w 1872343"/>
                  <a:gd name="connsiteY0" fmla="*/ 936172 h 1872343"/>
                  <a:gd name="connsiteX1" fmla="*/ 936172 w 1872343"/>
                  <a:gd name="connsiteY1" fmla="*/ 0 h 1872343"/>
                  <a:gd name="connsiteX2" fmla="*/ 1872344 w 1872343"/>
                  <a:gd name="connsiteY2" fmla="*/ 936172 h 1872343"/>
                  <a:gd name="connsiteX3" fmla="*/ 936172 w 1872343"/>
                  <a:gd name="connsiteY3" fmla="*/ 1872344 h 1872343"/>
                  <a:gd name="connsiteX4" fmla="*/ 0 w 1872343"/>
                  <a:gd name="connsiteY4" fmla="*/ 936172 h 1872343"/>
                  <a:gd name="connsiteX0" fmla="*/ 936172 w 1872344"/>
                  <a:gd name="connsiteY0" fmla="*/ 1872344 h 1963784"/>
                  <a:gd name="connsiteX1" fmla="*/ 0 w 1872344"/>
                  <a:gd name="connsiteY1" fmla="*/ 936172 h 1963784"/>
                  <a:gd name="connsiteX2" fmla="*/ 936172 w 1872344"/>
                  <a:gd name="connsiteY2" fmla="*/ 0 h 1963784"/>
                  <a:gd name="connsiteX3" fmla="*/ 1872344 w 1872344"/>
                  <a:gd name="connsiteY3" fmla="*/ 936172 h 1963784"/>
                  <a:gd name="connsiteX4" fmla="*/ 1027612 w 1872344"/>
                  <a:gd name="connsiteY4" fmla="*/ 1963784 h 1963784"/>
                  <a:gd name="connsiteX0" fmla="*/ 936172 w 1872344"/>
                  <a:gd name="connsiteY0" fmla="*/ 1872344 h 1872344"/>
                  <a:gd name="connsiteX1" fmla="*/ 0 w 1872344"/>
                  <a:gd name="connsiteY1" fmla="*/ 936172 h 1872344"/>
                  <a:gd name="connsiteX2" fmla="*/ 936172 w 1872344"/>
                  <a:gd name="connsiteY2" fmla="*/ 0 h 1872344"/>
                  <a:gd name="connsiteX3" fmla="*/ 1872344 w 1872344"/>
                  <a:gd name="connsiteY3" fmla="*/ 936172 h 1872344"/>
                  <a:gd name="connsiteX0" fmla="*/ 0 w 1872344"/>
                  <a:gd name="connsiteY0" fmla="*/ 936172 h 936172"/>
                  <a:gd name="connsiteX1" fmla="*/ 936172 w 1872344"/>
                  <a:gd name="connsiteY1" fmla="*/ 0 h 936172"/>
                  <a:gd name="connsiteX2" fmla="*/ 1872344 w 1872344"/>
                  <a:gd name="connsiteY2" fmla="*/ 936172 h 936172"/>
                  <a:gd name="connsiteX0" fmla="*/ 0 w 936172"/>
                  <a:gd name="connsiteY0" fmla="*/ 936172 h 936172"/>
                  <a:gd name="connsiteX1" fmla="*/ 936172 w 936172"/>
                  <a:gd name="connsiteY1" fmla="*/ 0 h 936172"/>
                </a:gdLst>
                <a:ahLst/>
                <a:cxnLst>
                  <a:cxn ang="0">
                    <a:pos x="connsiteX0" y="connsiteY0"/>
                  </a:cxn>
                  <a:cxn ang="0">
                    <a:pos x="connsiteX1" y="connsiteY1"/>
                  </a:cxn>
                </a:cxnLst>
                <a:rect l="l" t="t" r="r" b="b"/>
                <a:pathLst>
                  <a:path w="936172" h="936172">
                    <a:moveTo>
                      <a:pt x="0" y="936172"/>
                    </a:moveTo>
                    <a:cubicBezTo>
                      <a:pt x="0" y="419138"/>
                      <a:pt x="419138" y="0"/>
                      <a:pt x="936172" y="0"/>
                    </a:cubicBezTo>
                  </a:path>
                </a:pathLst>
              </a:custGeom>
              <a:noFill/>
              <a:ln w="3175">
                <a:solidFill>
                  <a:schemeClr val="accent4">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9" name="Elipse 8">
              <a:extLst>
                <a:ext uri="{FF2B5EF4-FFF2-40B4-BE49-F238E27FC236}">
                  <a16:creationId xmlns:a16="http://schemas.microsoft.com/office/drawing/2014/main" id="{293E5B9E-0316-61F4-F0C8-64171D883A12}"/>
                </a:ext>
              </a:extLst>
            </p:cNvPr>
            <p:cNvSpPr/>
            <p:nvPr/>
          </p:nvSpPr>
          <p:spPr>
            <a:xfrm>
              <a:off x="3677089" y="3582949"/>
              <a:ext cx="141450" cy="141450"/>
            </a:xfrm>
            <a:prstGeom prst="ellipse">
              <a:avLst/>
            </a:prstGeom>
            <a:solidFill>
              <a:schemeClr val="accent3"/>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0" name="Elipse 9">
              <a:extLst>
                <a:ext uri="{FF2B5EF4-FFF2-40B4-BE49-F238E27FC236}">
                  <a16:creationId xmlns:a16="http://schemas.microsoft.com/office/drawing/2014/main" id="{A55E3009-73B8-A9C9-208E-7C152A8AFB94}"/>
                </a:ext>
              </a:extLst>
            </p:cNvPr>
            <p:cNvSpPr/>
            <p:nvPr/>
          </p:nvSpPr>
          <p:spPr>
            <a:xfrm>
              <a:off x="5922583" y="3408906"/>
              <a:ext cx="141450" cy="141450"/>
            </a:xfrm>
            <a:prstGeom prst="ellipse">
              <a:avLst/>
            </a:prstGeom>
            <a:solidFill>
              <a:schemeClr val="accent3"/>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1" name="Elipse 10">
              <a:extLst>
                <a:ext uri="{FF2B5EF4-FFF2-40B4-BE49-F238E27FC236}">
                  <a16:creationId xmlns:a16="http://schemas.microsoft.com/office/drawing/2014/main" id="{16818EF2-CB73-9D7E-F025-487B2197DA54}"/>
                </a:ext>
              </a:extLst>
            </p:cNvPr>
            <p:cNvSpPr/>
            <p:nvPr/>
          </p:nvSpPr>
          <p:spPr>
            <a:xfrm>
              <a:off x="8166057" y="3582949"/>
              <a:ext cx="141450" cy="141450"/>
            </a:xfrm>
            <a:prstGeom prst="ellipse">
              <a:avLst/>
            </a:prstGeom>
            <a:solidFill>
              <a:schemeClr val="accent3"/>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2" name="Elipse 11">
              <a:extLst>
                <a:ext uri="{FF2B5EF4-FFF2-40B4-BE49-F238E27FC236}">
                  <a16:creationId xmlns:a16="http://schemas.microsoft.com/office/drawing/2014/main" id="{99F00E63-114C-6B80-7A38-C4B24EF84656}"/>
                </a:ext>
              </a:extLst>
            </p:cNvPr>
            <p:cNvSpPr/>
            <p:nvPr/>
          </p:nvSpPr>
          <p:spPr>
            <a:xfrm>
              <a:off x="10400689" y="3408907"/>
              <a:ext cx="141450" cy="141450"/>
            </a:xfrm>
            <a:prstGeom prst="ellipse">
              <a:avLst/>
            </a:prstGeom>
            <a:solidFill>
              <a:schemeClr val="accent3"/>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pic>
          <p:nvPicPr>
            <p:cNvPr id="13" name="Gráfico 12">
              <a:extLst>
                <a:ext uri="{FF2B5EF4-FFF2-40B4-BE49-F238E27FC236}">
                  <a16:creationId xmlns:a16="http://schemas.microsoft.com/office/drawing/2014/main" id="{8AC11DFD-C664-1935-21EB-FC1F14B900F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92709" y="2929887"/>
              <a:ext cx="292500" cy="292500"/>
            </a:xfrm>
            <a:prstGeom prst="rect">
              <a:avLst/>
            </a:prstGeom>
          </p:spPr>
        </p:pic>
        <p:sp>
          <p:nvSpPr>
            <p:cNvPr id="14" name="Marcador de texto 4">
              <a:extLst>
                <a:ext uri="{FF2B5EF4-FFF2-40B4-BE49-F238E27FC236}">
                  <a16:creationId xmlns:a16="http://schemas.microsoft.com/office/drawing/2014/main" id="{EB6E128B-20B6-7FB5-3B9F-D095820EA12E}"/>
                </a:ext>
              </a:extLst>
            </p:cNvPr>
            <p:cNvSpPr txBox="1">
              <a:spLocks/>
            </p:cNvSpPr>
            <p:nvPr/>
          </p:nvSpPr>
          <p:spPr>
            <a:xfrm>
              <a:off x="4158393" y="3323415"/>
              <a:ext cx="1406410" cy="1517793"/>
            </a:xfrm>
            <a:prstGeom prst="rect">
              <a:avLst/>
            </a:prstGeom>
          </p:spPr>
          <p:txBody>
            <a:bodyPr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Santander Text" panose="020B05040202010201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Capacitación Promotor Institucional</a:t>
              </a:r>
            </a:p>
            <a:p>
              <a:r>
                <a:rPr lang="es-MX" sz="1000" dirty="0">
                  <a:latin typeface="Santander Text Light" panose="020B0304020201020104" pitchFamily="34" charset="0"/>
                </a:rPr>
                <a:t>- Comprender cada uno de los servicios </a:t>
              </a:r>
            </a:p>
            <a:p>
              <a:r>
                <a:rPr lang="es-MX" sz="1000" dirty="0">
                  <a:latin typeface="Santander Text Light" panose="020B0304020201020104" pitchFamily="34" charset="0"/>
                </a:rPr>
                <a:t>- Explicarlo al prospecto.</a:t>
              </a:r>
            </a:p>
            <a:p>
              <a:r>
                <a:rPr lang="es-MX" sz="1000" dirty="0">
                  <a:latin typeface="Santander Text Light" panose="020B0304020201020104" pitchFamily="34" charset="0"/>
                </a:rPr>
                <a:t>- Identificar sus necesidades de inversión,</a:t>
              </a:r>
            </a:p>
            <a:p>
              <a:endParaRPr lang="es-ES" sz="1000" dirty="0">
                <a:latin typeface="Santander Text Light" panose="020B0304020201020104" pitchFamily="34" charset="0"/>
              </a:endParaRPr>
            </a:p>
          </p:txBody>
        </p:sp>
        <p:sp>
          <p:nvSpPr>
            <p:cNvPr id="15" name="Marcador de texto 4">
              <a:extLst>
                <a:ext uri="{FF2B5EF4-FFF2-40B4-BE49-F238E27FC236}">
                  <a16:creationId xmlns:a16="http://schemas.microsoft.com/office/drawing/2014/main" id="{4DA1B2B4-9A54-3E05-5D76-061AAA21203A}"/>
                </a:ext>
              </a:extLst>
            </p:cNvPr>
            <p:cNvSpPr txBox="1">
              <a:spLocks/>
            </p:cNvSpPr>
            <p:nvPr/>
          </p:nvSpPr>
          <p:spPr>
            <a:xfrm>
              <a:off x="6486504" y="3323415"/>
              <a:ext cx="1406410" cy="881625"/>
            </a:xfrm>
            <a:prstGeom prst="rect">
              <a:avLst/>
            </a:prstGeom>
          </p:spPr>
          <p:txBody>
            <a:bodyPr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chemeClr val="tx1"/>
                  </a:solidFill>
                  <a:latin typeface="Santander Text" panose="020B05040202010201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2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dirty="0"/>
                <a:t>Perfilamiento del Cliente</a:t>
              </a:r>
            </a:p>
            <a:p>
              <a:r>
                <a:rPr lang="en-US" sz="1000" dirty="0">
                  <a:latin typeface="Santander Text Light" panose="020B0304020201020104" pitchFamily="34" charset="0"/>
                </a:rPr>
                <a:t>- </a:t>
              </a:r>
              <a:r>
                <a:rPr lang="en-US" sz="1000" dirty="0" err="1">
                  <a:latin typeface="Santander Text Light" panose="020B0304020201020104" pitchFamily="34" charset="0"/>
                </a:rPr>
                <a:t>Asumir</a:t>
              </a:r>
              <a:r>
                <a:rPr lang="en-US" sz="1000" dirty="0">
                  <a:latin typeface="Santander Text Light" panose="020B0304020201020104" pitchFamily="34" charset="0"/>
                </a:rPr>
                <a:t> que es No </a:t>
              </a:r>
              <a:r>
                <a:rPr lang="en-US" sz="1000" dirty="0" err="1">
                  <a:latin typeface="Santander Text Light" panose="020B0304020201020104" pitchFamily="34" charset="0"/>
                </a:rPr>
                <a:t>Sofisticado</a:t>
              </a:r>
              <a:r>
                <a:rPr lang="en-US" sz="1000" dirty="0">
                  <a:latin typeface="Santander Text Light" panose="020B0304020201020104" pitchFamily="34" charset="0"/>
                </a:rPr>
                <a:t>.</a:t>
              </a:r>
            </a:p>
            <a:p>
              <a:r>
                <a:rPr lang="en-US" sz="1000" dirty="0">
                  <a:latin typeface="Santander Text Light" panose="020B0304020201020104" pitchFamily="34" charset="0"/>
                </a:rPr>
                <a:t>- </a:t>
              </a:r>
              <a:r>
                <a:rPr lang="en-US" sz="1000" dirty="0" err="1">
                  <a:latin typeface="Santander Text Light" panose="020B0304020201020104" pitchFamily="34" charset="0"/>
                </a:rPr>
                <a:t>Preguntar</a:t>
              </a:r>
              <a:r>
                <a:rPr lang="en-US" sz="1000" dirty="0">
                  <a:latin typeface="Santander Text Light" panose="020B0304020201020104" pitchFamily="34" charset="0"/>
                </a:rPr>
                <a:t> </a:t>
              </a:r>
              <a:r>
                <a:rPr lang="en-US" sz="1000" dirty="0" err="1">
                  <a:latin typeface="Santander Text Light" panose="020B0304020201020104" pitchFamily="34" charset="0"/>
                </a:rPr>
                <a:t>si</a:t>
              </a:r>
              <a:r>
                <a:rPr lang="en-US" sz="1000" dirty="0">
                  <a:latin typeface="Santander Text Light" panose="020B0304020201020104" pitchFamily="34" charset="0"/>
                </a:rPr>
                <a:t> </a:t>
              </a:r>
              <a:r>
                <a:rPr lang="en-US" sz="1000" dirty="0" err="1">
                  <a:latin typeface="Santander Text Light" panose="020B0304020201020104" pitchFamily="34" charset="0"/>
                </a:rPr>
                <a:t>desea</a:t>
              </a:r>
              <a:r>
                <a:rPr lang="en-US" sz="1000" dirty="0">
                  <a:latin typeface="Santander Text Light" panose="020B0304020201020104" pitchFamily="34" charset="0"/>
                </a:rPr>
                <a:t> ser </a:t>
              </a:r>
              <a:r>
                <a:rPr lang="en-US" sz="1000" dirty="0" err="1">
                  <a:latin typeface="Santander Text Light" panose="020B0304020201020104" pitchFamily="34" charset="0"/>
                </a:rPr>
                <a:t>tratado</a:t>
              </a:r>
              <a:r>
                <a:rPr lang="en-US" sz="1000" dirty="0">
                  <a:latin typeface="Santander Text Light" panose="020B0304020201020104" pitchFamily="34" charset="0"/>
                </a:rPr>
                <a:t> </a:t>
              </a:r>
              <a:r>
                <a:rPr lang="en-US" sz="1000" dirty="0" err="1">
                  <a:latin typeface="Santander Text Light" panose="020B0304020201020104" pitchFamily="34" charset="0"/>
                </a:rPr>
                <a:t>como</a:t>
              </a:r>
              <a:r>
                <a:rPr lang="en-US" sz="1000" dirty="0">
                  <a:latin typeface="Santander Text Light" panose="020B0304020201020104" pitchFamily="34" charset="0"/>
                </a:rPr>
                <a:t> </a:t>
              </a:r>
              <a:r>
                <a:rPr lang="en-US" sz="1000" dirty="0" err="1">
                  <a:latin typeface="Santander Text Light" panose="020B0304020201020104" pitchFamily="34" charset="0"/>
                </a:rPr>
                <a:t>Sofisticado</a:t>
              </a:r>
              <a:r>
                <a:rPr lang="en-US" sz="1000" dirty="0">
                  <a:latin typeface="Santander Text Light" panose="020B0304020201020104" pitchFamily="34" charset="0"/>
                </a:rPr>
                <a:t> o </a:t>
              </a:r>
              <a:r>
                <a:rPr lang="en-US" sz="1000" dirty="0" err="1">
                  <a:latin typeface="Santander Text Light" panose="020B0304020201020104" pitchFamily="34" charset="0"/>
                </a:rPr>
                <a:t>Institucinal</a:t>
              </a:r>
              <a:r>
                <a:rPr lang="en-US" sz="1000" dirty="0">
                  <a:latin typeface="Santander Text Light" panose="020B0304020201020104" pitchFamily="34" charset="0"/>
                </a:rPr>
                <a:t>.</a:t>
              </a:r>
            </a:p>
            <a:p>
              <a:r>
                <a:rPr lang="en-US" sz="1000" dirty="0">
                  <a:latin typeface="Santander Text Light" panose="020B0304020201020104" pitchFamily="34" charset="0"/>
                </a:rPr>
                <a:t>- No  </a:t>
              </a:r>
              <a:r>
                <a:rPr lang="en-US" sz="1000" dirty="0" err="1">
                  <a:latin typeface="Santander Text Light" panose="020B0304020201020104" pitchFamily="34" charset="0"/>
                </a:rPr>
                <a:t>inducir</a:t>
              </a:r>
              <a:r>
                <a:rPr lang="en-US" sz="1000" dirty="0">
                  <a:latin typeface="Santander Text Light" panose="020B0304020201020104" pitchFamily="34" charset="0"/>
                </a:rPr>
                <a:t> </a:t>
              </a:r>
              <a:r>
                <a:rPr lang="en-US" sz="1000" dirty="0" err="1">
                  <a:latin typeface="Santander Text Light" panose="020B0304020201020104" pitchFamily="34" charset="0"/>
                </a:rPr>
                <a:t>su</a:t>
              </a:r>
              <a:r>
                <a:rPr lang="en-US" sz="1000" dirty="0">
                  <a:latin typeface="Santander Text Light" panose="020B0304020201020104" pitchFamily="34" charset="0"/>
                </a:rPr>
                <a:t> </a:t>
              </a:r>
              <a:r>
                <a:rPr lang="en-US" sz="1000" dirty="0" err="1">
                  <a:latin typeface="Santander Text Light" panose="020B0304020201020104" pitchFamily="34" charset="0"/>
                </a:rPr>
                <a:t>respuesta</a:t>
              </a:r>
              <a:r>
                <a:rPr lang="en-US" sz="1000" dirty="0">
                  <a:latin typeface="Santander Text Light" panose="020B0304020201020104" pitchFamily="34" charset="0"/>
                </a:rPr>
                <a:t>.</a:t>
              </a:r>
            </a:p>
            <a:p>
              <a:endParaRPr lang="en-US" sz="1000" dirty="0">
                <a:latin typeface="Santander Text Light" panose="020B0304020201020104" pitchFamily="34" charset="0"/>
              </a:endParaRPr>
            </a:p>
          </p:txBody>
        </p:sp>
        <p:pic>
          <p:nvPicPr>
            <p:cNvPr id="16" name="Gráfico 15">
              <a:extLst>
                <a:ext uri="{FF2B5EF4-FFF2-40B4-BE49-F238E27FC236}">
                  <a16:creationId xmlns:a16="http://schemas.microsoft.com/office/drawing/2014/main" id="{8F9D8B6B-1BCD-C43F-D02B-25BA7879C5F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41813" y="2929887"/>
              <a:ext cx="292500" cy="292500"/>
            </a:xfrm>
            <a:prstGeom prst="rect">
              <a:avLst/>
            </a:prstGeom>
          </p:spPr>
        </p:pic>
        <p:pic>
          <p:nvPicPr>
            <p:cNvPr id="17" name="Gráfico 16">
              <a:extLst>
                <a:ext uri="{FF2B5EF4-FFF2-40B4-BE49-F238E27FC236}">
                  <a16:creationId xmlns:a16="http://schemas.microsoft.com/office/drawing/2014/main" id="{904E50BA-0550-5F13-DDB7-D161A66258D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96334" y="2929887"/>
              <a:ext cx="292500" cy="292500"/>
            </a:xfrm>
            <a:prstGeom prst="rect">
              <a:avLst/>
            </a:prstGeom>
          </p:spPr>
        </p:pic>
      </p:grpSp>
    </p:spTree>
    <p:extLst>
      <p:ext uri="{BB962C8B-B14F-4D97-AF65-F5344CB8AC3E}">
        <p14:creationId xmlns:p14="http://schemas.microsoft.com/office/powerpoint/2010/main" val="12333125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4F5A6-EA30-E45B-EC95-FA01394BE26D}"/>
            </a:ext>
          </a:extLst>
        </p:cNvPr>
        <p:cNvGrpSpPr/>
        <p:nvPr/>
      </p:nvGrpSpPr>
      <p:grpSpPr>
        <a:xfrm>
          <a:off x="0" y="0"/>
          <a:ext cx="0" cy="0"/>
          <a:chOff x="0" y="0"/>
          <a:chExt cx="0" cy="0"/>
        </a:xfrm>
      </p:grpSpPr>
      <p:sp>
        <p:nvSpPr>
          <p:cNvPr id="25" name="object 9">
            <a:extLst>
              <a:ext uri="{FF2B5EF4-FFF2-40B4-BE49-F238E27FC236}">
                <a16:creationId xmlns:a16="http://schemas.microsoft.com/office/drawing/2014/main" id="{14E3D222-9A82-1A6C-739B-2D5FD0DEBB12}"/>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11</a:t>
            </a:fld>
            <a:endParaRPr lang="en-US"/>
          </a:p>
        </p:txBody>
      </p:sp>
      <p:sp>
        <p:nvSpPr>
          <p:cNvPr id="2" name="Título 1">
            <a:extLst>
              <a:ext uri="{FF2B5EF4-FFF2-40B4-BE49-F238E27FC236}">
                <a16:creationId xmlns:a16="http://schemas.microsoft.com/office/drawing/2014/main" id="{91D6D09A-BE6D-EB65-CDCF-0F6B8ADF12D1}"/>
              </a:ext>
            </a:extLst>
          </p:cNvPr>
          <p:cNvSpPr txBox="1">
            <a:spLocks/>
          </p:cNvSpPr>
          <p:nvPr/>
        </p:nvSpPr>
        <p:spPr>
          <a:xfrm>
            <a:off x="439259" y="948317"/>
            <a:ext cx="11309829" cy="511802"/>
          </a:xfrm>
          <a:prstGeom prst="rect">
            <a:avLst/>
          </a:prstGeom>
        </p:spPr>
        <p:txBody>
          <a:bodyPr lIns="0" tIns="0" rIns="0" bIns="0"/>
          <a:lstStyle>
            <a:lvl1pPr algn="l" defTabSz="742950" rtl="0" eaLnBrk="1" latinLnBrk="0" hangingPunct="1">
              <a:lnSpc>
                <a:spcPct val="90000"/>
              </a:lnSpc>
              <a:spcBef>
                <a:spcPct val="0"/>
              </a:spcBef>
              <a:buNone/>
              <a:defRPr sz="2800" kern="1200">
                <a:solidFill>
                  <a:schemeClr val="tx1"/>
                </a:solidFill>
                <a:latin typeface="+mj-lt"/>
                <a:ea typeface="+mj-ea"/>
                <a:cs typeface="+mj-cs"/>
              </a:defRPr>
            </a:lvl1pPr>
          </a:lstStyle>
          <a:p>
            <a:r>
              <a:rPr lang="es-MX"/>
              <a:t>¿Cómo se determina el perfil del cliente?</a:t>
            </a:r>
            <a:endParaRPr lang="es-ES" dirty="0"/>
          </a:p>
        </p:txBody>
      </p:sp>
      <p:sp>
        <p:nvSpPr>
          <p:cNvPr id="3" name="Marcador de contenido 3">
            <a:extLst>
              <a:ext uri="{FF2B5EF4-FFF2-40B4-BE49-F238E27FC236}">
                <a16:creationId xmlns:a16="http://schemas.microsoft.com/office/drawing/2014/main" id="{44EF138F-A358-AE28-4F9A-09826E4602BE}"/>
              </a:ext>
            </a:extLst>
          </p:cNvPr>
          <p:cNvSpPr txBox="1">
            <a:spLocks/>
          </p:cNvSpPr>
          <p:nvPr/>
        </p:nvSpPr>
        <p:spPr>
          <a:xfrm>
            <a:off x="476497" y="1529148"/>
            <a:ext cx="11235351" cy="1908996"/>
          </a:xfrm>
          <a:prstGeom prst="rect">
            <a:avLst/>
          </a:prstGeom>
        </p:spPr>
        <p:txBody>
          <a:bodyPr>
            <a:normAutofit/>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342900" indent="-342900">
              <a:buFont typeface="+mj-lt"/>
              <a:buAutoNum type="arabicPeriod"/>
            </a:pPr>
            <a:r>
              <a:rPr lang="es-MX" sz="1600" dirty="0">
                <a:latin typeface="Santander Text Light" panose="020B0304020201020104" pitchFamily="34" charset="0"/>
              </a:rPr>
              <a:t>Se realiza una evaluación sobre la situación financiera, conocimientos y experiencia en materia financiara, así como los objetivos de inversión del cliente. El resultado de dicha evaluación será el Perfil del Cliente. La evaluación únicamente será aplicable cuando se traten de Servicios Asesorados.</a:t>
            </a:r>
          </a:p>
          <a:p>
            <a:pPr marL="342900" indent="-342900">
              <a:buFont typeface="+mj-lt"/>
              <a:buAutoNum type="arabicPeriod"/>
            </a:pPr>
            <a:r>
              <a:rPr lang="es-MX" sz="1600" dirty="0">
                <a:latin typeface="Santander Text Light" panose="020B0304020201020104" pitchFamily="34" charset="0"/>
              </a:rPr>
              <a:t>Cuándo el Cliente sea Sofisticado, dicha evaluación únicamente tomara en cuenta los objetivos de inversión.</a:t>
            </a:r>
          </a:p>
          <a:p>
            <a:pPr marL="0" indent="0">
              <a:buFont typeface="Arial" panose="020B0604020202020204" pitchFamily="34" charset="0"/>
              <a:buNone/>
            </a:pPr>
            <a:r>
              <a:rPr lang="es-MX" sz="1600" dirty="0">
                <a:latin typeface="Santander Text Light" panose="020B0304020201020104" pitchFamily="34" charset="0"/>
              </a:rPr>
              <a:t>Una vez realizada la evaluación, se deberá obtener como resultado alguno de los 4 perfiles que SAM </a:t>
            </a:r>
            <a:r>
              <a:rPr lang="es-MX" sz="1600" dirty="0" err="1">
                <a:latin typeface="Santander Text Light" panose="020B0304020201020104" pitchFamily="34" charset="0"/>
              </a:rPr>
              <a:t>Asset</a:t>
            </a:r>
            <a:r>
              <a:rPr lang="es-MX" sz="1600" dirty="0">
                <a:latin typeface="Santander Text Light" panose="020B0304020201020104" pitchFamily="34" charset="0"/>
              </a:rPr>
              <a:t> Management ha decidido establecer:</a:t>
            </a:r>
          </a:p>
          <a:p>
            <a:endParaRPr lang="es-MX" sz="1800" dirty="0"/>
          </a:p>
        </p:txBody>
      </p:sp>
      <p:graphicFrame>
        <p:nvGraphicFramePr>
          <p:cNvPr id="4" name="Diagrama 3">
            <a:extLst>
              <a:ext uri="{FF2B5EF4-FFF2-40B4-BE49-F238E27FC236}">
                <a16:creationId xmlns:a16="http://schemas.microsoft.com/office/drawing/2014/main" id="{C8921E8E-5C2E-1DCC-EFBC-DB46AC1C8BA5}"/>
              </a:ext>
            </a:extLst>
          </p:cNvPr>
          <p:cNvGraphicFramePr/>
          <p:nvPr>
            <p:extLst>
              <p:ext uri="{D42A27DB-BD31-4B8C-83A1-F6EECF244321}">
                <p14:modId xmlns:p14="http://schemas.microsoft.com/office/powerpoint/2010/main" val="1975094901"/>
              </p:ext>
            </p:extLst>
          </p:nvPr>
        </p:nvGraphicFramePr>
        <p:xfrm>
          <a:off x="2296161" y="3068902"/>
          <a:ext cx="6565669" cy="3200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08274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9DF99-6AF4-68C4-3D1C-F516CEB2C8AE}"/>
            </a:ext>
          </a:extLst>
        </p:cNvPr>
        <p:cNvGrpSpPr/>
        <p:nvPr/>
      </p:nvGrpSpPr>
      <p:grpSpPr>
        <a:xfrm>
          <a:off x="0" y="0"/>
          <a:ext cx="0" cy="0"/>
          <a:chOff x="0" y="0"/>
          <a:chExt cx="0" cy="0"/>
        </a:xfrm>
      </p:grpSpPr>
      <p:sp>
        <p:nvSpPr>
          <p:cNvPr id="25" name="object 9">
            <a:extLst>
              <a:ext uri="{FF2B5EF4-FFF2-40B4-BE49-F238E27FC236}">
                <a16:creationId xmlns:a16="http://schemas.microsoft.com/office/drawing/2014/main" id="{088EF24A-84EC-1D1D-206A-2A66081729B1}"/>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12</a:t>
            </a:fld>
            <a:endParaRPr lang="en-US"/>
          </a:p>
        </p:txBody>
      </p:sp>
      <p:sp>
        <p:nvSpPr>
          <p:cNvPr id="2" name="Título 1">
            <a:extLst>
              <a:ext uri="{FF2B5EF4-FFF2-40B4-BE49-F238E27FC236}">
                <a16:creationId xmlns:a16="http://schemas.microsoft.com/office/drawing/2014/main" id="{2835EA16-4B79-79C1-40A2-6D90B35AE4C1}"/>
              </a:ext>
            </a:extLst>
          </p:cNvPr>
          <p:cNvSpPr txBox="1">
            <a:spLocks/>
          </p:cNvSpPr>
          <p:nvPr/>
        </p:nvSpPr>
        <p:spPr>
          <a:xfrm>
            <a:off x="439259" y="948317"/>
            <a:ext cx="11309829" cy="511802"/>
          </a:xfrm>
          <a:prstGeom prst="rect">
            <a:avLst/>
          </a:prstGeom>
        </p:spPr>
        <p:txBody>
          <a:bodyPr lIns="0" tIns="0" rIns="0" bIns="0"/>
          <a:lstStyle>
            <a:lvl1pPr algn="l" defTabSz="742950" rtl="0" eaLnBrk="1" latinLnBrk="0" hangingPunct="1">
              <a:lnSpc>
                <a:spcPct val="90000"/>
              </a:lnSpc>
              <a:spcBef>
                <a:spcPct val="0"/>
              </a:spcBef>
              <a:buNone/>
              <a:defRPr sz="2800" kern="1200">
                <a:solidFill>
                  <a:schemeClr val="tx1"/>
                </a:solidFill>
                <a:latin typeface="+mj-lt"/>
                <a:ea typeface="+mj-ea"/>
                <a:cs typeface="+mj-cs"/>
              </a:defRPr>
            </a:lvl1pPr>
          </a:lstStyle>
          <a:p>
            <a:r>
              <a:rPr lang="es-ES"/>
              <a:t>Perfil del Producto: Gestión de Inversiones y Comercialización</a:t>
            </a:r>
            <a:endParaRPr lang="es-ES" dirty="0"/>
          </a:p>
        </p:txBody>
      </p:sp>
      <p:grpSp>
        <p:nvGrpSpPr>
          <p:cNvPr id="3" name="Grupo 2">
            <a:extLst>
              <a:ext uri="{FF2B5EF4-FFF2-40B4-BE49-F238E27FC236}">
                <a16:creationId xmlns:a16="http://schemas.microsoft.com/office/drawing/2014/main" id="{BBCA0CE8-603E-4F07-0822-C5D15B566B77}"/>
              </a:ext>
            </a:extLst>
          </p:cNvPr>
          <p:cNvGrpSpPr/>
          <p:nvPr/>
        </p:nvGrpSpPr>
        <p:grpSpPr>
          <a:xfrm>
            <a:off x="2981538" y="1707083"/>
            <a:ext cx="5713137" cy="4555592"/>
            <a:chOff x="5135458" y="1060708"/>
            <a:chExt cx="5713137" cy="4555592"/>
          </a:xfrm>
        </p:grpSpPr>
        <p:grpSp>
          <p:nvGrpSpPr>
            <p:cNvPr id="4" name="Grupo 3">
              <a:extLst>
                <a:ext uri="{FF2B5EF4-FFF2-40B4-BE49-F238E27FC236}">
                  <a16:creationId xmlns:a16="http://schemas.microsoft.com/office/drawing/2014/main" id="{314D8F59-E749-412F-AA73-D697F9CF1422}"/>
                </a:ext>
              </a:extLst>
            </p:cNvPr>
            <p:cNvGrpSpPr/>
            <p:nvPr/>
          </p:nvGrpSpPr>
          <p:grpSpPr>
            <a:xfrm>
              <a:off x="5135458" y="1060708"/>
              <a:ext cx="4838742" cy="4555592"/>
              <a:chOff x="729730" y="1304730"/>
              <a:chExt cx="5433580" cy="5115622"/>
            </a:xfrm>
          </p:grpSpPr>
          <p:sp>
            <p:nvSpPr>
              <p:cNvPr id="19" name="Forma libre: forma 18">
                <a:extLst>
                  <a:ext uri="{FF2B5EF4-FFF2-40B4-BE49-F238E27FC236}">
                    <a16:creationId xmlns:a16="http://schemas.microsoft.com/office/drawing/2014/main" id="{203DF70E-B845-842C-A91E-8906D410A8D0}"/>
                  </a:ext>
                </a:extLst>
              </p:cNvPr>
              <p:cNvSpPr/>
              <p:nvPr/>
            </p:nvSpPr>
            <p:spPr>
              <a:xfrm>
                <a:off x="3832885" y="1683911"/>
                <a:ext cx="1546568" cy="2318855"/>
              </a:xfrm>
              <a:custGeom>
                <a:avLst/>
                <a:gdLst>
                  <a:gd name="connsiteX0" fmla="*/ 1546569 w 1546568"/>
                  <a:gd name="connsiteY0" fmla="*/ 1115141 h 2318855"/>
                  <a:gd name="connsiteX1" fmla="*/ 0 w 1546568"/>
                  <a:gd name="connsiteY1" fmla="*/ 2318855 h 2318855"/>
                  <a:gd name="connsiteX2" fmla="*/ 0 w 1546568"/>
                  <a:gd name="connsiteY2" fmla="*/ 0 h 2318855"/>
                  <a:gd name="connsiteX3" fmla="*/ 0 w 1546568"/>
                  <a:gd name="connsiteY3" fmla="*/ 700870 h 2318855"/>
                </a:gdLst>
                <a:ahLst/>
                <a:cxnLst>
                  <a:cxn ang="0">
                    <a:pos x="connsiteX0" y="connsiteY0"/>
                  </a:cxn>
                  <a:cxn ang="0">
                    <a:pos x="connsiteX1" y="connsiteY1"/>
                  </a:cxn>
                  <a:cxn ang="0">
                    <a:pos x="connsiteX2" y="connsiteY2"/>
                  </a:cxn>
                  <a:cxn ang="0">
                    <a:pos x="connsiteX3" y="connsiteY3"/>
                  </a:cxn>
                </a:cxnLst>
                <a:rect l="l" t="t" r="r" b="b"/>
                <a:pathLst>
                  <a:path w="1546568" h="2318855">
                    <a:moveTo>
                      <a:pt x="1546569" y="1115141"/>
                    </a:moveTo>
                    <a:lnTo>
                      <a:pt x="0" y="2318855"/>
                    </a:lnTo>
                    <a:lnTo>
                      <a:pt x="0" y="0"/>
                    </a:lnTo>
                    <a:lnTo>
                      <a:pt x="0" y="700870"/>
                    </a:lnTo>
                  </a:path>
                </a:pathLst>
              </a:custGeom>
              <a:noFill/>
              <a:ln w="6649" cap="flat">
                <a:solidFill>
                  <a:schemeClr val="accent3"/>
                </a:solidFill>
                <a:prstDash val="solid"/>
                <a:miter/>
              </a:ln>
            </p:spPr>
            <p:txBody>
              <a:bodyPr rtlCol="0" anchor="ctr"/>
              <a:lstStyle/>
              <a:p>
                <a:endParaRPr lang="es-ES" sz="1200" dirty="0">
                  <a:latin typeface="Santander Text Light" panose="020B0304020201020104" pitchFamily="34" charset="0"/>
                </a:endParaRPr>
              </a:p>
            </p:txBody>
          </p:sp>
          <p:sp>
            <p:nvSpPr>
              <p:cNvPr id="20" name="Forma libre: forma 19">
                <a:extLst>
                  <a:ext uri="{FF2B5EF4-FFF2-40B4-BE49-F238E27FC236}">
                    <a16:creationId xmlns:a16="http://schemas.microsoft.com/office/drawing/2014/main" id="{976C0B95-D693-5698-7637-FFDD3FE3B797}"/>
                  </a:ext>
                </a:extLst>
              </p:cNvPr>
              <p:cNvSpPr/>
              <p:nvPr/>
            </p:nvSpPr>
            <p:spPr>
              <a:xfrm>
                <a:off x="3757611" y="1765966"/>
                <a:ext cx="155335" cy="155335"/>
              </a:xfrm>
              <a:custGeom>
                <a:avLst/>
                <a:gdLst>
                  <a:gd name="connsiteX0" fmla="*/ 76579 w 155335"/>
                  <a:gd name="connsiteY0" fmla="*/ 155287 h 155335"/>
                  <a:gd name="connsiteX1" fmla="*/ 154248 w 155335"/>
                  <a:gd name="connsiteY1" fmla="*/ 77619 h 155335"/>
                  <a:gd name="connsiteX2" fmla="*/ 76579 w 155335"/>
                  <a:gd name="connsiteY2" fmla="*/ -48 h 155335"/>
                  <a:gd name="connsiteX3" fmla="*/ -1088 w 155335"/>
                  <a:gd name="connsiteY3" fmla="*/ 77619 h 155335"/>
                  <a:gd name="connsiteX4" fmla="*/ -1088 w 155335"/>
                  <a:gd name="connsiteY4" fmla="*/ 77752 h 155335"/>
                  <a:gd name="connsiteX5" fmla="*/ 76447 w 155335"/>
                  <a:gd name="connsiteY5" fmla="*/ 155287 h 155335"/>
                  <a:gd name="connsiteX6" fmla="*/ 76579 w 155335"/>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5" h="155335">
                    <a:moveTo>
                      <a:pt x="76579" y="155287"/>
                    </a:moveTo>
                    <a:cubicBezTo>
                      <a:pt x="119537" y="155287"/>
                      <a:pt x="154248" y="120513"/>
                      <a:pt x="154248" y="77619"/>
                    </a:cubicBezTo>
                    <a:cubicBezTo>
                      <a:pt x="154248" y="34725"/>
                      <a:pt x="119537" y="-48"/>
                      <a:pt x="76579" y="-48"/>
                    </a:cubicBezTo>
                    <a:cubicBezTo>
                      <a:pt x="33623" y="-48"/>
                      <a:pt x="-1088" y="34725"/>
                      <a:pt x="-1088" y="77619"/>
                    </a:cubicBezTo>
                    <a:cubicBezTo>
                      <a:pt x="-1088" y="77663"/>
                      <a:pt x="-1088" y="77708"/>
                      <a:pt x="-1088" y="77752"/>
                    </a:cubicBezTo>
                    <a:cubicBezTo>
                      <a:pt x="-1088" y="120573"/>
                      <a:pt x="33623" y="155287"/>
                      <a:pt x="76447" y="155287"/>
                    </a:cubicBezTo>
                    <a:cubicBezTo>
                      <a:pt x="76447" y="155287"/>
                      <a:pt x="76579" y="155287"/>
                      <a:pt x="76579" y="155287"/>
                    </a:cubicBezTo>
                    <a:close/>
                  </a:path>
                </a:pathLst>
              </a:custGeom>
              <a:noFill/>
              <a:ln w="6649" cap="flat">
                <a:solidFill>
                  <a:srgbClr val="FFFFFF"/>
                </a:solidFill>
                <a:prstDash val="solid"/>
                <a:miter/>
              </a:ln>
            </p:spPr>
            <p:txBody>
              <a:bodyPr rtlCol="0" anchor="ctr"/>
              <a:lstStyle/>
              <a:p>
                <a:endParaRPr lang="es-ES" sz="1200">
                  <a:latin typeface="Santander Text Light" panose="020B0304020201020104" pitchFamily="34" charset="0"/>
                </a:endParaRPr>
              </a:p>
            </p:txBody>
          </p:sp>
          <p:sp>
            <p:nvSpPr>
              <p:cNvPr id="21" name="Forma libre: forma 20">
                <a:extLst>
                  <a:ext uri="{FF2B5EF4-FFF2-40B4-BE49-F238E27FC236}">
                    <a16:creationId xmlns:a16="http://schemas.microsoft.com/office/drawing/2014/main" id="{C08B5462-65BC-9D43-64CA-0DEE1F7B30DA}"/>
                  </a:ext>
                </a:extLst>
              </p:cNvPr>
              <p:cNvSpPr/>
              <p:nvPr/>
            </p:nvSpPr>
            <p:spPr>
              <a:xfrm>
                <a:off x="3819453" y="1667684"/>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6" y="26550"/>
                      <a:pt x="25510" y="20596"/>
                      <a:pt x="25510" y="13251"/>
                    </a:cubicBezTo>
                    <a:cubicBezTo>
                      <a:pt x="25510" y="5906"/>
                      <a:pt x="19526" y="-48"/>
                      <a:pt x="12211" y="-48"/>
                    </a:cubicBezTo>
                    <a:cubicBezTo>
                      <a:pt x="4896" y="-48"/>
                      <a:pt x="-1088" y="5906"/>
                      <a:pt x="-1088" y="13251"/>
                    </a:cubicBezTo>
                    <a:cubicBezTo>
                      <a:pt x="-1088" y="20596"/>
                      <a:pt x="4896" y="26550"/>
                      <a:pt x="12211" y="26550"/>
                    </a:cubicBezTo>
                  </a:path>
                </a:pathLst>
              </a:custGeom>
              <a:solidFill>
                <a:srgbClr val="E30613"/>
              </a:solidFill>
              <a:ln w="13297" cap="flat">
                <a:noFill/>
                <a:prstDash val="solid"/>
                <a:miter/>
              </a:ln>
            </p:spPr>
            <p:txBody>
              <a:bodyPr rtlCol="0" anchor="ctr"/>
              <a:lstStyle/>
              <a:p>
                <a:endParaRPr lang="es-ES" sz="1200">
                  <a:latin typeface="Santander Text Light" panose="020B0304020201020104" pitchFamily="34" charset="0"/>
                </a:endParaRPr>
              </a:p>
            </p:txBody>
          </p:sp>
          <p:sp>
            <p:nvSpPr>
              <p:cNvPr id="22" name="Forma libre: forma 21">
                <a:extLst>
                  <a:ext uri="{FF2B5EF4-FFF2-40B4-BE49-F238E27FC236}">
                    <a16:creationId xmlns:a16="http://schemas.microsoft.com/office/drawing/2014/main" id="{E6043CCA-6FC0-42A3-05F7-7BC932B8C034}"/>
                  </a:ext>
                </a:extLst>
              </p:cNvPr>
              <p:cNvSpPr/>
              <p:nvPr/>
            </p:nvSpPr>
            <p:spPr>
              <a:xfrm>
                <a:off x="1959821" y="2541577"/>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5" y="26550"/>
                      <a:pt x="25510" y="20592"/>
                      <a:pt x="25510" y="13251"/>
                    </a:cubicBezTo>
                    <a:cubicBezTo>
                      <a:pt x="25510" y="5910"/>
                      <a:pt x="19525"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endParaRPr lang="es-ES" sz="1200">
                  <a:latin typeface="Santander Text Light" panose="020B0304020201020104" pitchFamily="34" charset="0"/>
                </a:endParaRPr>
              </a:p>
            </p:txBody>
          </p:sp>
          <p:sp>
            <p:nvSpPr>
              <p:cNvPr id="23" name="Forma libre: forma 22">
                <a:extLst>
                  <a:ext uri="{FF2B5EF4-FFF2-40B4-BE49-F238E27FC236}">
                    <a16:creationId xmlns:a16="http://schemas.microsoft.com/office/drawing/2014/main" id="{B205FF12-AD13-23C9-9FE1-45A282D14E2F}"/>
                  </a:ext>
                </a:extLst>
              </p:cNvPr>
              <p:cNvSpPr/>
              <p:nvPr/>
            </p:nvSpPr>
            <p:spPr>
              <a:xfrm>
                <a:off x="1501809" y="4506673"/>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5" y="26550"/>
                      <a:pt x="25510" y="20592"/>
                      <a:pt x="25510" y="13251"/>
                    </a:cubicBezTo>
                    <a:cubicBezTo>
                      <a:pt x="25510" y="5910"/>
                      <a:pt x="19525"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endParaRPr lang="es-ES" sz="1200">
                  <a:latin typeface="Santander Text Light" panose="020B0304020201020104" pitchFamily="34" charset="0"/>
                </a:endParaRPr>
              </a:p>
            </p:txBody>
          </p:sp>
          <p:sp>
            <p:nvSpPr>
              <p:cNvPr id="24" name="Forma libre: forma 23">
                <a:extLst>
                  <a:ext uri="{FF2B5EF4-FFF2-40B4-BE49-F238E27FC236}">
                    <a16:creationId xmlns:a16="http://schemas.microsoft.com/office/drawing/2014/main" id="{4100A3FE-93B0-1A5E-85FE-CBC2DF71EA9C}"/>
                  </a:ext>
                </a:extLst>
              </p:cNvPr>
              <p:cNvSpPr/>
              <p:nvPr/>
            </p:nvSpPr>
            <p:spPr>
              <a:xfrm>
                <a:off x="2788243" y="6082234"/>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5" y="26550"/>
                      <a:pt x="25510" y="20592"/>
                      <a:pt x="25510" y="13251"/>
                    </a:cubicBezTo>
                    <a:cubicBezTo>
                      <a:pt x="25510" y="5910"/>
                      <a:pt x="19525"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endParaRPr lang="es-ES" sz="1200">
                  <a:latin typeface="Santander Text Light" panose="020B0304020201020104" pitchFamily="34" charset="0"/>
                </a:endParaRPr>
              </a:p>
            </p:txBody>
          </p:sp>
          <p:sp>
            <p:nvSpPr>
              <p:cNvPr id="26" name="Forma libre: forma 25">
                <a:extLst>
                  <a:ext uri="{FF2B5EF4-FFF2-40B4-BE49-F238E27FC236}">
                    <a16:creationId xmlns:a16="http://schemas.microsoft.com/office/drawing/2014/main" id="{7A9C5959-439E-955F-B15D-D7E5F031DE90}"/>
                  </a:ext>
                </a:extLst>
              </p:cNvPr>
              <p:cNvSpPr/>
              <p:nvPr/>
            </p:nvSpPr>
            <p:spPr>
              <a:xfrm>
                <a:off x="4853469" y="6085426"/>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6" y="26550"/>
                      <a:pt x="25510" y="20592"/>
                      <a:pt x="25510" y="13251"/>
                    </a:cubicBezTo>
                    <a:cubicBezTo>
                      <a:pt x="25510" y="5910"/>
                      <a:pt x="19526"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endParaRPr lang="es-ES" sz="1200">
                  <a:latin typeface="Santander Text Light" panose="020B0304020201020104" pitchFamily="34" charset="0"/>
                </a:endParaRPr>
              </a:p>
            </p:txBody>
          </p:sp>
          <p:sp>
            <p:nvSpPr>
              <p:cNvPr id="27" name="Forma libre: forma 26">
                <a:extLst>
                  <a:ext uri="{FF2B5EF4-FFF2-40B4-BE49-F238E27FC236}">
                    <a16:creationId xmlns:a16="http://schemas.microsoft.com/office/drawing/2014/main" id="{D9CA2A45-BA22-9995-1F0B-091B8792BBBE}"/>
                  </a:ext>
                </a:extLst>
              </p:cNvPr>
              <p:cNvSpPr/>
              <p:nvPr/>
            </p:nvSpPr>
            <p:spPr>
              <a:xfrm>
                <a:off x="6136712" y="4509865"/>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6" y="26550"/>
                      <a:pt x="25510" y="20592"/>
                      <a:pt x="25510" y="13251"/>
                    </a:cubicBezTo>
                    <a:cubicBezTo>
                      <a:pt x="25510" y="5910"/>
                      <a:pt x="19526"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endParaRPr lang="es-ES" sz="1200">
                  <a:latin typeface="Santander Text Light" panose="020B0304020201020104" pitchFamily="34" charset="0"/>
                </a:endParaRPr>
              </a:p>
            </p:txBody>
          </p:sp>
          <p:sp>
            <p:nvSpPr>
              <p:cNvPr id="28" name="Forma libre: forma 27">
                <a:extLst>
                  <a:ext uri="{FF2B5EF4-FFF2-40B4-BE49-F238E27FC236}">
                    <a16:creationId xmlns:a16="http://schemas.microsoft.com/office/drawing/2014/main" id="{47AB1637-C0F8-E889-51F0-AD34150D51B5}"/>
                  </a:ext>
                </a:extLst>
              </p:cNvPr>
              <p:cNvSpPr/>
              <p:nvPr/>
            </p:nvSpPr>
            <p:spPr>
              <a:xfrm>
                <a:off x="5678554" y="2541577"/>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5" y="26550"/>
                      <a:pt x="25510" y="20592"/>
                      <a:pt x="25510" y="13251"/>
                    </a:cubicBezTo>
                    <a:cubicBezTo>
                      <a:pt x="25510" y="5910"/>
                      <a:pt x="19525"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endParaRPr lang="es-ES" sz="1200">
                  <a:latin typeface="Santander Text Light" panose="020B0304020201020104" pitchFamily="34" charset="0"/>
                </a:endParaRPr>
              </a:p>
            </p:txBody>
          </p:sp>
          <p:sp>
            <p:nvSpPr>
              <p:cNvPr id="29" name="Forma libre: forma 28">
                <a:extLst>
                  <a:ext uri="{FF2B5EF4-FFF2-40B4-BE49-F238E27FC236}">
                    <a16:creationId xmlns:a16="http://schemas.microsoft.com/office/drawing/2014/main" id="{65CFB959-D049-5116-B13E-8CAE32FE4EB1}"/>
                  </a:ext>
                </a:extLst>
              </p:cNvPr>
              <p:cNvSpPr/>
              <p:nvPr/>
            </p:nvSpPr>
            <p:spPr>
              <a:xfrm>
                <a:off x="3692494" y="2314027"/>
                <a:ext cx="314657" cy="306289"/>
              </a:xfrm>
              <a:custGeom>
                <a:avLst/>
                <a:gdLst>
                  <a:gd name="connsiteX0" fmla="*/ 29185 w 314657"/>
                  <a:gd name="connsiteY0" fmla="*/ 56075 h 306289"/>
                  <a:gd name="connsiteX1" fmla="*/ 63365 w 314657"/>
                  <a:gd name="connsiteY1" fmla="*/ 275924 h 306289"/>
                  <a:gd name="connsiteX2" fmla="*/ 283200 w 314657"/>
                  <a:gd name="connsiteY2" fmla="*/ 241732 h 306289"/>
                  <a:gd name="connsiteX3" fmla="*/ 249022 w 314657"/>
                  <a:gd name="connsiteY3" fmla="*/ 21880 h 306289"/>
                  <a:gd name="connsiteX4" fmla="*/ 206863 w 314657"/>
                  <a:gd name="connsiteY4" fmla="*/ -48 h 306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657" h="306289">
                    <a:moveTo>
                      <a:pt x="29185" y="56075"/>
                    </a:moveTo>
                    <a:cubicBezTo>
                      <a:pt x="-22017" y="126228"/>
                      <a:pt x="-6722" y="224656"/>
                      <a:pt x="63365" y="275924"/>
                    </a:cubicBezTo>
                    <a:cubicBezTo>
                      <a:pt x="133584" y="327193"/>
                      <a:pt x="231998" y="311885"/>
                      <a:pt x="283200" y="241732"/>
                    </a:cubicBezTo>
                    <a:cubicBezTo>
                      <a:pt x="334535" y="171578"/>
                      <a:pt x="319242" y="73151"/>
                      <a:pt x="249022" y="21880"/>
                    </a:cubicBezTo>
                    <a:cubicBezTo>
                      <a:pt x="236122" y="12477"/>
                      <a:pt x="221891" y="5083"/>
                      <a:pt x="206863" y="-48"/>
                    </a:cubicBezTo>
                  </a:path>
                </a:pathLst>
              </a:custGeom>
              <a:noFill/>
              <a:ln w="10638" cap="flat">
                <a:solidFill>
                  <a:srgbClr val="FFFFFF"/>
                </a:solidFill>
                <a:prstDash val="solid"/>
                <a:miter/>
              </a:ln>
            </p:spPr>
            <p:txBody>
              <a:bodyPr rtlCol="0" anchor="ctr"/>
              <a:lstStyle/>
              <a:p>
                <a:endParaRPr lang="es-ES" sz="1200">
                  <a:latin typeface="Santander Text Light" panose="020B0304020201020104" pitchFamily="34" charset="0"/>
                </a:endParaRPr>
              </a:p>
            </p:txBody>
          </p:sp>
          <p:sp>
            <p:nvSpPr>
              <p:cNvPr id="30" name="Forma libre: forma 29">
                <a:extLst>
                  <a:ext uri="{FF2B5EF4-FFF2-40B4-BE49-F238E27FC236}">
                    <a16:creationId xmlns:a16="http://schemas.microsoft.com/office/drawing/2014/main" id="{A177515F-B908-C487-D1EB-3A9D80DA230C}"/>
                  </a:ext>
                </a:extLst>
              </p:cNvPr>
              <p:cNvSpPr/>
              <p:nvPr/>
            </p:nvSpPr>
            <p:spPr>
              <a:xfrm>
                <a:off x="3655074" y="2277854"/>
                <a:ext cx="389401" cy="370383"/>
              </a:xfrm>
              <a:custGeom>
                <a:avLst/>
                <a:gdLst>
                  <a:gd name="connsiteX0" fmla="*/ 254946 w 389401"/>
                  <a:gd name="connsiteY0" fmla="*/ 0 h 370383"/>
                  <a:gd name="connsiteX1" fmla="*/ 194701 w 389401"/>
                  <a:gd name="connsiteY1" fmla="*/ 185258 h 370383"/>
                  <a:gd name="connsiteX2" fmla="*/ 134588 w 389401"/>
                  <a:gd name="connsiteY2" fmla="*/ 0 h 370383"/>
                  <a:gd name="connsiteX3" fmla="*/ 194701 w 389401"/>
                  <a:gd name="connsiteY3" fmla="*/ 185258 h 370383"/>
                  <a:gd name="connsiteX4" fmla="*/ 37238 w 389401"/>
                  <a:gd name="connsiteY4" fmla="*/ 70752 h 370383"/>
                  <a:gd name="connsiteX5" fmla="*/ 194701 w 389401"/>
                  <a:gd name="connsiteY5" fmla="*/ 185258 h 370383"/>
                  <a:gd name="connsiteX6" fmla="*/ 0 w 389401"/>
                  <a:gd name="connsiteY6" fmla="*/ 185258 h 370383"/>
                  <a:gd name="connsiteX7" fmla="*/ 194701 w 389401"/>
                  <a:gd name="connsiteY7" fmla="*/ 185258 h 370383"/>
                  <a:gd name="connsiteX8" fmla="*/ 37238 w 389401"/>
                  <a:gd name="connsiteY8" fmla="*/ 299632 h 370383"/>
                  <a:gd name="connsiteX9" fmla="*/ 194701 w 389401"/>
                  <a:gd name="connsiteY9" fmla="*/ 185258 h 370383"/>
                  <a:gd name="connsiteX10" fmla="*/ 134588 w 389401"/>
                  <a:gd name="connsiteY10" fmla="*/ 370384 h 370383"/>
                  <a:gd name="connsiteX11" fmla="*/ 194701 w 389401"/>
                  <a:gd name="connsiteY11" fmla="*/ 185258 h 370383"/>
                  <a:gd name="connsiteX12" fmla="*/ 254946 w 389401"/>
                  <a:gd name="connsiteY12" fmla="*/ 370384 h 370383"/>
                  <a:gd name="connsiteX13" fmla="*/ 194701 w 389401"/>
                  <a:gd name="connsiteY13" fmla="*/ 185258 h 370383"/>
                  <a:gd name="connsiteX14" fmla="*/ 352297 w 389401"/>
                  <a:gd name="connsiteY14" fmla="*/ 299632 h 370383"/>
                  <a:gd name="connsiteX15" fmla="*/ 194701 w 389401"/>
                  <a:gd name="connsiteY15" fmla="*/ 185258 h 370383"/>
                  <a:gd name="connsiteX16" fmla="*/ 389402 w 389401"/>
                  <a:gd name="connsiteY16" fmla="*/ 185258 h 370383"/>
                  <a:gd name="connsiteX17" fmla="*/ 194701 w 389401"/>
                  <a:gd name="connsiteY17" fmla="*/ 185258 h 370383"/>
                  <a:gd name="connsiteX18" fmla="*/ 352297 w 389401"/>
                  <a:gd name="connsiteY18" fmla="*/ 70752 h 370383"/>
                  <a:gd name="connsiteX19" fmla="*/ 194701 w 389401"/>
                  <a:gd name="connsiteY19" fmla="*/ 185258 h 370383"/>
                  <a:gd name="connsiteX20" fmla="*/ 254946 w 389401"/>
                  <a:gd name="connsiteY20" fmla="*/ 0 h 370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9401" h="370383">
                    <a:moveTo>
                      <a:pt x="254946" y="0"/>
                    </a:moveTo>
                    <a:lnTo>
                      <a:pt x="194701" y="185258"/>
                    </a:lnTo>
                    <a:lnTo>
                      <a:pt x="134588" y="0"/>
                    </a:lnTo>
                    <a:lnTo>
                      <a:pt x="194701" y="185258"/>
                    </a:lnTo>
                    <a:lnTo>
                      <a:pt x="37238" y="70752"/>
                    </a:lnTo>
                    <a:lnTo>
                      <a:pt x="194701" y="185258"/>
                    </a:lnTo>
                    <a:lnTo>
                      <a:pt x="0" y="185258"/>
                    </a:lnTo>
                    <a:lnTo>
                      <a:pt x="194701" y="185258"/>
                    </a:lnTo>
                    <a:lnTo>
                      <a:pt x="37238" y="299632"/>
                    </a:lnTo>
                    <a:lnTo>
                      <a:pt x="194701" y="185258"/>
                    </a:lnTo>
                    <a:lnTo>
                      <a:pt x="134588" y="370384"/>
                    </a:lnTo>
                    <a:lnTo>
                      <a:pt x="194701" y="185258"/>
                    </a:lnTo>
                    <a:lnTo>
                      <a:pt x="254946" y="370384"/>
                    </a:lnTo>
                    <a:lnTo>
                      <a:pt x="194701" y="185258"/>
                    </a:lnTo>
                    <a:lnTo>
                      <a:pt x="352297" y="299632"/>
                    </a:lnTo>
                    <a:lnTo>
                      <a:pt x="194701" y="185258"/>
                    </a:lnTo>
                    <a:lnTo>
                      <a:pt x="389402" y="185258"/>
                    </a:lnTo>
                    <a:lnTo>
                      <a:pt x="194701" y="185258"/>
                    </a:lnTo>
                    <a:lnTo>
                      <a:pt x="352297" y="70752"/>
                    </a:lnTo>
                    <a:lnTo>
                      <a:pt x="194701" y="185258"/>
                    </a:lnTo>
                    <a:lnTo>
                      <a:pt x="254946" y="0"/>
                    </a:lnTo>
                    <a:close/>
                  </a:path>
                </a:pathLst>
              </a:custGeom>
              <a:noFill/>
              <a:ln w="3989" cap="flat">
                <a:solidFill>
                  <a:srgbClr val="00AFAA"/>
                </a:solidFill>
                <a:prstDash val="solid"/>
                <a:miter/>
              </a:ln>
            </p:spPr>
            <p:txBody>
              <a:bodyPr rtlCol="0" anchor="ctr"/>
              <a:lstStyle/>
              <a:p>
                <a:endParaRPr lang="es-ES" sz="1200">
                  <a:latin typeface="Santander Text Light" panose="020B0304020201020104" pitchFamily="34" charset="0"/>
                </a:endParaRPr>
              </a:p>
            </p:txBody>
          </p:sp>
          <p:sp>
            <p:nvSpPr>
              <p:cNvPr id="31" name="Forma libre: forma 30">
                <a:extLst>
                  <a:ext uri="{FF2B5EF4-FFF2-40B4-BE49-F238E27FC236}">
                    <a16:creationId xmlns:a16="http://schemas.microsoft.com/office/drawing/2014/main" id="{333B77F0-AC17-2150-62E5-E1B230B1A7B3}"/>
                  </a:ext>
                </a:extLst>
              </p:cNvPr>
              <p:cNvSpPr/>
              <p:nvPr/>
            </p:nvSpPr>
            <p:spPr>
              <a:xfrm>
                <a:off x="3645897" y="2254314"/>
                <a:ext cx="407755" cy="407754"/>
              </a:xfrm>
              <a:custGeom>
                <a:avLst/>
                <a:gdLst>
                  <a:gd name="connsiteX0" fmla="*/ 202790 w 407755"/>
                  <a:gd name="connsiteY0" fmla="*/ 407706 h 407754"/>
                  <a:gd name="connsiteX1" fmla="*/ 406667 w 407755"/>
                  <a:gd name="connsiteY1" fmla="*/ 203829 h 407754"/>
                  <a:gd name="connsiteX2" fmla="*/ 202790 w 407755"/>
                  <a:gd name="connsiteY2" fmla="*/ -48 h 407754"/>
                  <a:gd name="connsiteX3" fmla="*/ -1088 w 407755"/>
                  <a:gd name="connsiteY3" fmla="*/ 203829 h 407754"/>
                  <a:gd name="connsiteX4" fmla="*/ 202790 w 407755"/>
                  <a:gd name="connsiteY4" fmla="*/ 407706 h 4077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55" h="407754">
                    <a:moveTo>
                      <a:pt x="202790" y="407706"/>
                    </a:moveTo>
                    <a:cubicBezTo>
                      <a:pt x="315434" y="407706"/>
                      <a:pt x="406667" y="316434"/>
                      <a:pt x="406667" y="203829"/>
                    </a:cubicBezTo>
                    <a:cubicBezTo>
                      <a:pt x="406667" y="91231"/>
                      <a:pt x="315434" y="-48"/>
                      <a:pt x="202790" y="-48"/>
                    </a:cubicBezTo>
                    <a:cubicBezTo>
                      <a:pt x="90144" y="-48"/>
                      <a:pt x="-1088" y="91231"/>
                      <a:pt x="-1088" y="203829"/>
                    </a:cubicBezTo>
                    <a:cubicBezTo>
                      <a:pt x="-1088" y="316434"/>
                      <a:pt x="90144" y="407706"/>
                      <a:pt x="202790" y="407706"/>
                    </a:cubicBezTo>
                  </a:path>
                </a:pathLst>
              </a:custGeom>
              <a:solidFill>
                <a:srgbClr val="FFFFFF"/>
              </a:solidFill>
              <a:ln w="13297" cap="flat">
                <a:noFill/>
                <a:prstDash val="solid"/>
                <a:miter/>
              </a:ln>
            </p:spPr>
            <p:txBody>
              <a:bodyPr rtlCol="0" anchor="ctr"/>
              <a:lstStyle/>
              <a:p>
                <a:endParaRPr lang="es-ES" sz="1200">
                  <a:latin typeface="Santander Text Light" panose="020B0304020201020104" pitchFamily="34" charset="0"/>
                </a:endParaRPr>
              </a:p>
            </p:txBody>
          </p:sp>
          <p:sp>
            <p:nvSpPr>
              <p:cNvPr id="32" name="Forma libre: forma 31">
                <a:extLst>
                  <a:ext uri="{FF2B5EF4-FFF2-40B4-BE49-F238E27FC236}">
                    <a16:creationId xmlns:a16="http://schemas.microsoft.com/office/drawing/2014/main" id="{A0349B15-FFEA-521B-98C7-C813C941528E}"/>
                  </a:ext>
                </a:extLst>
              </p:cNvPr>
              <p:cNvSpPr/>
              <p:nvPr/>
            </p:nvSpPr>
            <p:spPr>
              <a:xfrm>
                <a:off x="3832885" y="2797322"/>
                <a:ext cx="1819868" cy="1610803"/>
              </a:xfrm>
              <a:custGeom>
                <a:avLst/>
                <a:gdLst>
                  <a:gd name="connsiteX0" fmla="*/ 1819868 w 1819868"/>
                  <a:gd name="connsiteY0" fmla="*/ 1610804 h 1610803"/>
                  <a:gd name="connsiteX1" fmla="*/ 0 w 1819868"/>
                  <a:gd name="connsiteY1" fmla="*/ 1205443 h 1610803"/>
                  <a:gd name="connsiteX2" fmla="*/ 1548696 w 1819868"/>
                  <a:gd name="connsiteY2" fmla="*/ 0 h 1610803"/>
                </a:gdLst>
                <a:ahLst/>
                <a:cxnLst>
                  <a:cxn ang="0">
                    <a:pos x="connsiteX0" y="connsiteY0"/>
                  </a:cxn>
                  <a:cxn ang="0">
                    <a:pos x="connsiteX1" y="connsiteY1"/>
                  </a:cxn>
                  <a:cxn ang="0">
                    <a:pos x="connsiteX2" y="connsiteY2"/>
                  </a:cxn>
                </a:cxnLst>
                <a:rect l="l" t="t" r="r" b="b"/>
                <a:pathLst>
                  <a:path w="1819868" h="1610803">
                    <a:moveTo>
                      <a:pt x="1819868" y="1610804"/>
                    </a:moveTo>
                    <a:lnTo>
                      <a:pt x="0" y="1205443"/>
                    </a:lnTo>
                    <a:lnTo>
                      <a:pt x="1548696" y="0"/>
                    </a:lnTo>
                  </a:path>
                </a:pathLst>
              </a:custGeom>
              <a:noFill/>
              <a:ln w="6649" cap="flat">
                <a:solidFill>
                  <a:schemeClr val="accent3"/>
                </a:solidFill>
                <a:prstDash val="solid"/>
                <a:miter/>
              </a:ln>
            </p:spPr>
            <p:txBody>
              <a:bodyPr rtlCol="0" anchor="ctr"/>
              <a:lstStyle/>
              <a:p>
                <a:endParaRPr lang="es-ES" sz="1200">
                  <a:latin typeface="Santander Text Light" panose="020B0304020201020104" pitchFamily="34" charset="0"/>
                </a:endParaRPr>
              </a:p>
            </p:txBody>
          </p:sp>
          <p:sp>
            <p:nvSpPr>
              <p:cNvPr id="33" name="Forma libre: forma 32">
                <a:extLst>
                  <a:ext uri="{FF2B5EF4-FFF2-40B4-BE49-F238E27FC236}">
                    <a16:creationId xmlns:a16="http://schemas.microsoft.com/office/drawing/2014/main" id="{CDC3FE34-7918-FB18-8A24-A0CAF8D85E68}"/>
                  </a:ext>
                </a:extLst>
              </p:cNvPr>
              <p:cNvSpPr/>
              <p:nvPr/>
            </p:nvSpPr>
            <p:spPr>
              <a:xfrm>
                <a:off x="3832885" y="4002765"/>
                <a:ext cx="791437" cy="1604021"/>
              </a:xfrm>
              <a:custGeom>
                <a:avLst/>
                <a:gdLst>
                  <a:gd name="connsiteX0" fmla="*/ 791438 w 791437"/>
                  <a:gd name="connsiteY0" fmla="*/ 1604021 h 1604021"/>
                  <a:gd name="connsiteX1" fmla="*/ 0 w 791437"/>
                  <a:gd name="connsiteY1" fmla="*/ 0 h 1604021"/>
                </a:gdLst>
                <a:ahLst/>
                <a:cxnLst>
                  <a:cxn ang="0">
                    <a:pos x="connsiteX0" y="connsiteY0"/>
                  </a:cxn>
                  <a:cxn ang="0">
                    <a:pos x="connsiteX1" y="connsiteY1"/>
                  </a:cxn>
                </a:cxnLst>
                <a:rect l="l" t="t" r="r" b="b"/>
                <a:pathLst>
                  <a:path w="791437" h="1604021">
                    <a:moveTo>
                      <a:pt x="791438" y="1604021"/>
                    </a:moveTo>
                    <a:lnTo>
                      <a:pt x="0" y="0"/>
                    </a:lnTo>
                  </a:path>
                </a:pathLst>
              </a:custGeom>
              <a:ln w="6649" cap="flat">
                <a:solidFill>
                  <a:schemeClr val="accent3"/>
                </a:solidFill>
                <a:prstDash val="solid"/>
                <a:miter/>
              </a:ln>
            </p:spPr>
            <p:txBody>
              <a:bodyPr rtlCol="0" anchor="ctr"/>
              <a:lstStyle/>
              <a:p>
                <a:endParaRPr lang="es-ES" sz="1200">
                  <a:latin typeface="Santander Text Light" panose="020B0304020201020104" pitchFamily="34" charset="0"/>
                </a:endParaRPr>
              </a:p>
            </p:txBody>
          </p:sp>
          <p:sp>
            <p:nvSpPr>
              <p:cNvPr id="34" name="Forma libre: forma 33">
                <a:extLst>
                  <a:ext uri="{FF2B5EF4-FFF2-40B4-BE49-F238E27FC236}">
                    <a16:creationId xmlns:a16="http://schemas.microsoft.com/office/drawing/2014/main" id="{EC21322B-70E4-E81E-818A-25B68F4F3DA6}"/>
                  </a:ext>
                </a:extLst>
              </p:cNvPr>
              <p:cNvSpPr/>
              <p:nvPr/>
            </p:nvSpPr>
            <p:spPr>
              <a:xfrm>
                <a:off x="2015012" y="4002765"/>
                <a:ext cx="1817872" cy="1600696"/>
              </a:xfrm>
              <a:custGeom>
                <a:avLst/>
                <a:gdLst>
                  <a:gd name="connsiteX0" fmla="*/ 0 w 1817872"/>
                  <a:gd name="connsiteY0" fmla="*/ 404962 h 1600696"/>
                  <a:gd name="connsiteX1" fmla="*/ 1817873 w 1817872"/>
                  <a:gd name="connsiteY1" fmla="*/ 0 h 1600696"/>
                  <a:gd name="connsiteX2" fmla="*/ 1027898 w 1817872"/>
                  <a:gd name="connsiteY2" fmla="*/ 1600697 h 1600696"/>
                </a:gdLst>
                <a:ahLst/>
                <a:cxnLst>
                  <a:cxn ang="0">
                    <a:pos x="connsiteX0" y="connsiteY0"/>
                  </a:cxn>
                  <a:cxn ang="0">
                    <a:pos x="connsiteX1" y="connsiteY1"/>
                  </a:cxn>
                  <a:cxn ang="0">
                    <a:pos x="connsiteX2" y="connsiteY2"/>
                  </a:cxn>
                </a:cxnLst>
                <a:rect l="l" t="t" r="r" b="b"/>
                <a:pathLst>
                  <a:path w="1817872" h="1600696">
                    <a:moveTo>
                      <a:pt x="0" y="404962"/>
                    </a:moveTo>
                    <a:lnTo>
                      <a:pt x="1817873" y="0"/>
                    </a:lnTo>
                    <a:lnTo>
                      <a:pt x="1027898" y="1600697"/>
                    </a:lnTo>
                  </a:path>
                </a:pathLst>
              </a:custGeom>
              <a:noFill/>
              <a:ln w="6649" cap="flat">
                <a:solidFill>
                  <a:schemeClr val="accent3"/>
                </a:solidFill>
                <a:prstDash val="solid"/>
                <a:miter/>
              </a:ln>
            </p:spPr>
            <p:txBody>
              <a:bodyPr rtlCol="0" anchor="ctr"/>
              <a:lstStyle/>
              <a:p>
                <a:endParaRPr lang="es-ES" sz="1200">
                  <a:latin typeface="Santander Text Light" panose="020B0304020201020104" pitchFamily="34" charset="0"/>
                </a:endParaRPr>
              </a:p>
            </p:txBody>
          </p:sp>
          <p:sp>
            <p:nvSpPr>
              <p:cNvPr id="35" name="Forma libre: forma 34">
                <a:extLst>
                  <a:ext uri="{FF2B5EF4-FFF2-40B4-BE49-F238E27FC236}">
                    <a16:creationId xmlns:a16="http://schemas.microsoft.com/office/drawing/2014/main" id="{B6D63FF0-F34C-7DC9-772D-B371B43C911A}"/>
                  </a:ext>
                </a:extLst>
              </p:cNvPr>
              <p:cNvSpPr/>
              <p:nvPr/>
            </p:nvSpPr>
            <p:spPr>
              <a:xfrm>
                <a:off x="2016741" y="2796258"/>
                <a:ext cx="1816011" cy="1611069"/>
              </a:xfrm>
              <a:custGeom>
                <a:avLst/>
                <a:gdLst>
                  <a:gd name="connsiteX0" fmla="*/ 265852 w 1816011"/>
                  <a:gd name="connsiteY0" fmla="*/ 0 h 1611069"/>
                  <a:gd name="connsiteX1" fmla="*/ 1816011 w 1816011"/>
                  <a:gd name="connsiteY1" fmla="*/ 1206507 h 1611069"/>
                  <a:gd name="connsiteX2" fmla="*/ 0 w 1816011"/>
                  <a:gd name="connsiteY2" fmla="*/ 1611070 h 1611069"/>
                </a:gdLst>
                <a:ahLst/>
                <a:cxnLst>
                  <a:cxn ang="0">
                    <a:pos x="connsiteX0" y="connsiteY0"/>
                  </a:cxn>
                  <a:cxn ang="0">
                    <a:pos x="connsiteX1" y="connsiteY1"/>
                  </a:cxn>
                  <a:cxn ang="0">
                    <a:pos x="connsiteX2" y="connsiteY2"/>
                  </a:cxn>
                </a:cxnLst>
                <a:rect l="l" t="t" r="r" b="b"/>
                <a:pathLst>
                  <a:path w="1816011" h="1611069">
                    <a:moveTo>
                      <a:pt x="265852" y="0"/>
                    </a:moveTo>
                    <a:lnTo>
                      <a:pt x="1816011" y="1206507"/>
                    </a:lnTo>
                    <a:lnTo>
                      <a:pt x="0" y="1611070"/>
                    </a:lnTo>
                  </a:path>
                </a:pathLst>
              </a:custGeom>
              <a:noFill/>
              <a:ln w="6649" cap="flat">
                <a:solidFill>
                  <a:schemeClr val="accent3"/>
                </a:solidFill>
                <a:prstDash val="solid"/>
                <a:miter/>
              </a:ln>
            </p:spPr>
            <p:txBody>
              <a:bodyPr rtlCol="0" anchor="ctr"/>
              <a:lstStyle/>
              <a:p>
                <a:endParaRPr lang="es-ES" sz="1200">
                  <a:latin typeface="Santander Text Light" panose="020B0304020201020104" pitchFamily="34" charset="0"/>
                </a:endParaRPr>
              </a:p>
            </p:txBody>
          </p:sp>
          <p:sp>
            <p:nvSpPr>
              <p:cNvPr id="36" name="Forma libre: forma 35">
                <a:extLst>
                  <a:ext uri="{FF2B5EF4-FFF2-40B4-BE49-F238E27FC236}">
                    <a16:creationId xmlns:a16="http://schemas.microsoft.com/office/drawing/2014/main" id="{B2AEE9E8-CEDA-E46D-323B-69CBD1B1222B}"/>
                  </a:ext>
                </a:extLst>
              </p:cNvPr>
              <p:cNvSpPr/>
              <p:nvPr/>
            </p:nvSpPr>
            <p:spPr>
              <a:xfrm>
                <a:off x="1516290" y="4407328"/>
                <a:ext cx="500450" cy="111447"/>
              </a:xfrm>
              <a:custGeom>
                <a:avLst/>
                <a:gdLst>
                  <a:gd name="connsiteX0" fmla="*/ 500450 w 500450"/>
                  <a:gd name="connsiteY0" fmla="*/ 0 h 111447"/>
                  <a:gd name="connsiteX1" fmla="*/ 0 w 500450"/>
                  <a:gd name="connsiteY1" fmla="*/ 111448 h 111447"/>
                </a:gdLst>
                <a:ahLst/>
                <a:cxnLst>
                  <a:cxn ang="0">
                    <a:pos x="connsiteX0" y="connsiteY0"/>
                  </a:cxn>
                  <a:cxn ang="0">
                    <a:pos x="connsiteX1" y="connsiteY1"/>
                  </a:cxn>
                </a:cxnLst>
                <a:rect l="l" t="t" r="r" b="b"/>
                <a:pathLst>
                  <a:path w="500450" h="111447">
                    <a:moveTo>
                      <a:pt x="500450" y="0"/>
                    </a:moveTo>
                    <a:lnTo>
                      <a:pt x="0" y="111448"/>
                    </a:lnTo>
                  </a:path>
                </a:pathLst>
              </a:custGeom>
              <a:ln w="6649" cap="flat">
                <a:solidFill>
                  <a:srgbClr val="E30613"/>
                </a:solidFill>
                <a:prstDash val="solid"/>
                <a:miter/>
              </a:ln>
            </p:spPr>
            <p:txBody>
              <a:bodyPr rtlCol="0" anchor="ctr"/>
              <a:lstStyle/>
              <a:p>
                <a:endParaRPr lang="es-ES" sz="1200">
                  <a:latin typeface="Santander Text Light" panose="020B0304020201020104" pitchFamily="34" charset="0"/>
                </a:endParaRPr>
              </a:p>
            </p:txBody>
          </p:sp>
          <p:sp>
            <p:nvSpPr>
              <p:cNvPr id="37" name="Forma libre: forma 36">
                <a:extLst>
                  <a:ext uri="{FF2B5EF4-FFF2-40B4-BE49-F238E27FC236}">
                    <a16:creationId xmlns:a16="http://schemas.microsoft.com/office/drawing/2014/main" id="{004C2D65-F04A-B56B-D3B2-32570A2BBC69}"/>
                  </a:ext>
                </a:extLst>
              </p:cNvPr>
              <p:cNvSpPr/>
              <p:nvPr/>
            </p:nvSpPr>
            <p:spPr>
              <a:xfrm>
                <a:off x="2801928" y="5603461"/>
                <a:ext cx="240982" cy="488614"/>
              </a:xfrm>
              <a:custGeom>
                <a:avLst/>
                <a:gdLst>
                  <a:gd name="connsiteX0" fmla="*/ 240982 w 240982"/>
                  <a:gd name="connsiteY0" fmla="*/ 0 h 488614"/>
                  <a:gd name="connsiteX1" fmla="*/ 0 w 240982"/>
                  <a:gd name="connsiteY1" fmla="*/ 488614 h 488614"/>
                </a:gdLst>
                <a:ahLst/>
                <a:cxnLst>
                  <a:cxn ang="0">
                    <a:pos x="connsiteX0" y="connsiteY0"/>
                  </a:cxn>
                  <a:cxn ang="0">
                    <a:pos x="connsiteX1" y="connsiteY1"/>
                  </a:cxn>
                </a:cxnLst>
                <a:rect l="l" t="t" r="r" b="b"/>
                <a:pathLst>
                  <a:path w="240982" h="488614">
                    <a:moveTo>
                      <a:pt x="240982" y="0"/>
                    </a:moveTo>
                    <a:lnTo>
                      <a:pt x="0" y="488614"/>
                    </a:lnTo>
                  </a:path>
                </a:pathLst>
              </a:custGeom>
              <a:ln w="6649" cap="flat">
                <a:solidFill>
                  <a:srgbClr val="E30613"/>
                </a:solidFill>
                <a:prstDash val="solid"/>
                <a:miter/>
              </a:ln>
            </p:spPr>
            <p:txBody>
              <a:bodyPr rtlCol="0" anchor="ctr"/>
              <a:lstStyle/>
              <a:p>
                <a:endParaRPr lang="es-ES" sz="1200">
                  <a:latin typeface="Santander Text Light" panose="020B0304020201020104" pitchFamily="34" charset="0"/>
                </a:endParaRPr>
              </a:p>
            </p:txBody>
          </p:sp>
          <p:sp>
            <p:nvSpPr>
              <p:cNvPr id="38" name="Forma libre: forma 37">
                <a:extLst>
                  <a:ext uri="{FF2B5EF4-FFF2-40B4-BE49-F238E27FC236}">
                    <a16:creationId xmlns:a16="http://schemas.microsoft.com/office/drawing/2014/main" id="{2855EB00-4156-2A61-3CD6-3DCB170B7878}"/>
                  </a:ext>
                </a:extLst>
              </p:cNvPr>
              <p:cNvSpPr/>
              <p:nvPr/>
            </p:nvSpPr>
            <p:spPr>
              <a:xfrm>
                <a:off x="5381581" y="2557005"/>
                <a:ext cx="308941" cy="240317"/>
              </a:xfrm>
              <a:custGeom>
                <a:avLst/>
                <a:gdLst>
                  <a:gd name="connsiteX0" fmla="*/ 0 w 308941"/>
                  <a:gd name="connsiteY0" fmla="*/ 240317 h 240317"/>
                  <a:gd name="connsiteX1" fmla="*/ 308941 w 308941"/>
                  <a:gd name="connsiteY1" fmla="*/ 0 h 240317"/>
                </a:gdLst>
                <a:ahLst/>
                <a:cxnLst>
                  <a:cxn ang="0">
                    <a:pos x="connsiteX0" y="connsiteY0"/>
                  </a:cxn>
                  <a:cxn ang="0">
                    <a:pos x="connsiteX1" y="connsiteY1"/>
                  </a:cxn>
                </a:cxnLst>
                <a:rect l="l" t="t" r="r" b="b"/>
                <a:pathLst>
                  <a:path w="308941" h="240317">
                    <a:moveTo>
                      <a:pt x="0" y="240317"/>
                    </a:moveTo>
                    <a:lnTo>
                      <a:pt x="308941" y="0"/>
                    </a:lnTo>
                  </a:path>
                </a:pathLst>
              </a:custGeom>
              <a:ln w="6649" cap="flat">
                <a:solidFill>
                  <a:srgbClr val="E30613"/>
                </a:solidFill>
                <a:prstDash val="solid"/>
                <a:miter/>
              </a:ln>
            </p:spPr>
            <p:txBody>
              <a:bodyPr rtlCol="0" anchor="ctr"/>
              <a:lstStyle/>
              <a:p>
                <a:endParaRPr lang="es-ES" sz="1200">
                  <a:latin typeface="Santander Text Light" panose="020B0304020201020104" pitchFamily="34" charset="0"/>
                </a:endParaRPr>
              </a:p>
            </p:txBody>
          </p:sp>
          <p:sp>
            <p:nvSpPr>
              <p:cNvPr id="39" name="Forma libre: forma 38">
                <a:extLst>
                  <a:ext uri="{FF2B5EF4-FFF2-40B4-BE49-F238E27FC236}">
                    <a16:creationId xmlns:a16="http://schemas.microsoft.com/office/drawing/2014/main" id="{A87D0A87-68A7-F22D-ECB6-8293E242E2F7}"/>
                  </a:ext>
                </a:extLst>
              </p:cNvPr>
              <p:cNvSpPr/>
              <p:nvPr/>
            </p:nvSpPr>
            <p:spPr>
              <a:xfrm>
                <a:off x="3832885" y="2197659"/>
                <a:ext cx="13299" cy="1805105"/>
              </a:xfrm>
              <a:custGeom>
                <a:avLst/>
                <a:gdLst>
                  <a:gd name="connsiteX0" fmla="*/ 0 w 13299"/>
                  <a:gd name="connsiteY0" fmla="*/ 0 h 1805105"/>
                  <a:gd name="connsiteX1" fmla="*/ 0 w 13299"/>
                  <a:gd name="connsiteY1" fmla="*/ 1805106 h 1805105"/>
                </a:gdLst>
                <a:ahLst/>
                <a:cxnLst>
                  <a:cxn ang="0">
                    <a:pos x="connsiteX0" y="connsiteY0"/>
                  </a:cxn>
                  <a:cxn ang="0">
                    <a:pos x="connsiteX1" y="connsiteY1"/>
                  </a:cxn>
                </a:cxnLst>
                <a:rect l="l" t="t" r="r" b="b"/>
                <a:pathLst>
                  <a:path w="13299" h="1805105">
                    <a:moveTo>
                      <a:pt x="0" y="0"/>
                    </a:moveTo>
                    <a:lnTo>
                      <a:pt x="0" y="1805106"/>
                    </a:lnTo>
                  </a:path>
                </a:pathLst>
              </a:custGeom>
              <a:ln w="6649" cap="flat">
                <a:solidFill>
                  <a:schemeClr val="accent3"/>
                </a:solidFill>
                <a:prstDash val="solid"/>
                <a:miter/>
              </a:ln>
            </p:spPr>
            <p:txBody>
              <a:bodyPr rtlCol="0" anchor="ctr"/>
              <a:lstStyle/>
              <a:p>
                <a:endParaRPr lang="es-ES" sz="1200">
                  <a:latin typeface="Santander Text Light" panose="020B0304020201020104" pitchFamily="34" charset="0"/>
                </a:endParaRPr>
              </a:p>
            </p:txBody>
          </p:sp>
          <p:sp>
            <p:nvSpPr>
              <p:cNvPr id="40" name="Forma libre: forma 39">
                <a:extLst>
                  <a:ext uri="{FF2B5EF4-FFF2-40B4-BE49-F238E27FC236}">
                    <a16:creationId xmlns:a16="http://schemas.microsoft.com/office/drawing/2014/main" id="{A6AFE53F-BABF-9AB5-D580-8D1C0D8DD0F4}"/>
                  </a:ext>
                </a:extLst>
              </p:cNvPr>
              <p:cNvSpPr/>
              <p:nvPr/>
            </p:nvSpPr>
            <p:spPr>
              <a:xfrm>
                <a:off x="1975114" y="2557005"/>
                <a:ext cx="314261" cy="244439"/>
              </a:xfrm>
              <a:custGeom>
                <a:avLst/>
                <a:gdLst>
                  <a:gd name="connsiteX0" fmla="*/ 314261 w 314261"/>
                  <a:gd name="connsiteY0" fmla="*/ 244440 h 244439"/>
                  <a:gd name="connsiteX1" fmla="*/ 0 w 314261"/>
                  <a:gd name="connsiteY1" fmla="*/ 0 h 244439"/>
                  <a:gd name="connsiteX2" fmla="*/ 307478 w 314261"/>
                  <a:gd name="connsiteY2" fmla="*/ 239253 h 244439"/>
                </a:gdLst>
                <a:ahLst/>
                <a:cxnLst>
                  <a:cxn ang="0">
                    <a:pos x="connsiteX0" y="connsiteY0"/>
                  </a:cxn>
                  <a:cxn ang="0">
                    <a:pos x="connsiteX1" y="connsiteY1"/>
                  </a:cxn>
                  <a:cxn ang="0">
                    <a:pos x="connsiteX2" y="connsiteY2"/>
                  </a:cxn>
                </a:cxnLst>
                <a:rect l="l" t="t" r="r" b="b"/>
                <a:pathLst>
                  <a:path w="314261" h="244439">
                    <a:moveTo>
                      <a:pt x="314261" y="244440"/>
                    </a:moveTo>
                    <a:lnTo>
                      <a:pt x="0" y="0"/>
                    </a:lnTo>
                    <a:lnTo>
                      <a:pt x="307478" y="239253"/>
                    </a:lnTo>
                  </a:path>
                </a:pathLst>
              </a:custGeom>
              <a:noFill/>
              <a:ln w="6649" cap="flat">
                <a:solidFill>
                  <a:srgbClr val="E30613"/>
                </a:solidFill>
                <a:prstDash val="solid"/>
                <a:miter/>
              </a:ln>
            </p:spPr>
            <p:txBody>
              <a:bodyPr rtlCol="0" anchor="ctr"/>
              <a:lstStyle/>
              <a:p>
                <a:endParaRPr lang="es-ES" sz="1200">
                  <a:latin typeface="Santander Text Light" panose="020B0304020201020104" pitchFamily="34" charset="0"/>
                </a:endParaRPr>
              </a:p>
            </p:txBody>
          </p:sp>
          <p:sp>
            <p:nvSpPr>
              <p:cNvPr id="41" name="Forma libre: forma 40">
                <a:extLst>
                  <a:ext uri="{FF2B5EF4-FFF2-40B4-BE49-F238E27FC236}">
                    <a16:creationId xmlns:a16="http://schemas.microsoft.com/office/drawing/2014/main" id="{1A9A1467-5AE4-1F03-A72A-28BA8411A6C7}"/>
                  </a:ext>
                </a:extLst>
              </p:cNvPr>
              <p:cNvSpPr/>
              <p:nvPr/>
            </p:nvSpPr>
            <p:spPr>
              <a:xfrm>
                <a:off x="4624190" y="5606520"/>
                <a:ext cx="239519" cy="485555"/>
              </a:xfrm>
              <a:custGeom>
                <a:avLst/>
                <a:gdLst>
                  <a:gd name="connsiteX0" fmla="*/ 0 w 239519"/>
                  <a:gd name="connsiteY0" fmla="*/ 0 h 485555"/>
                  <a:gd name="connsiteX1" fmla="*/ 239519 w 239519"/>
                  <a:gd name="connsiteY1" fmla="*/ 485555 h 485555"/>
                </a:gdLst>
                <a:ahLst/>
                <a:cxnLst>
                  <a:cxn ang="0">
                    <a:pos x="connsiteX0" y="connsiteY0"/>
                  </a:cxn>
                  <a:cxn ang="0">
                    <a:pos x="connsiteX1" y="connsiteY1"/>
                  </a:cxn>
                </a:cxnLst>
                <a:rect l="l" t="t" r="r" b="b"/>
                <a:pathLst>
                  <a:path w="239519" h="485555">
                    <a:moveTo>
                      <a:pt x="0" y="0"/>
                    </a:moveTo>
                    <a:lnTo>
                      <a:pt x="239519" y="485555"/>
                    </a:lnTo>
                  </a:path>
                </a:pathLst>
              </a:custGeom>
              <a:ln w="6649" cap="flat">
                <a:solidFill>
                  <a:srgbClr val="E30613"/>
                </a:solidFill>
                <a:prstDash val="solid"/>
                <a:miter/>
              </a:ln>
            </p:spPr>
            <p:txBody>
              <a:bodyPr rtlCol="0" anchor="ctr"/>
              <a:lstStyle/>
              <a:p>
                <a:endParaRPr lang="es-ES" sz="1200">
                  <a:latin typeface="Santander Text Light" panose="020B0304020201020104" pitchFamily="34" charset="0"/>
                </a:endParaRPr>
              </a:p>
            </p:txBody>
          </p:sp>
          <p:sp>
            <p:nvSpPr>
              <p:cNvPr id="42" name="Forma libre: forma 41">
                <a:extLst>
                  <a:ext uri="{FF2B5EF4-FFF2-40B4-BE49-F238E27FC236}">
                    <a16:creationId xmlns:a16="http://schemas.microsoft.com/office/drawing/2014/main" id="{B39C8206-1A7C-C206-CB02-EC935AA36444}"/>
                  </a:ext>
                </a:extLst>
              </p:cNvPr>
              <p:cNvSpPr/>
              <p:nvPr/>
            </p:nvSpPr>
            <p:spPr>
              <a:xfrm>
                <a:off x="5658738" y="4409456"/>
                <a:ext cx="490608" cy="109319"/>
              </a:xfrm>
              <a:custGeom>
                <a:avLst/>
                <a:gdLst>
                  <a:gd name="connsiteX0" fmla="*/ 0 w 490608"/>
                  <a:gd name="connsiteY0" fmla="*/ 0 h 109319"/>
                  <a:gd name="connsiteX1" fmla="*/ 490609 w 490608"/>
                  <a:gd name="connsiteY1" fmla="*/ 109320 h 109319"/>
                </a:gdLst>
                <a:ahLst/>
                <a:cxnLst>
                  <a:cxn ang="0">
                    <a:pos x="connsiteX0" y="connsiteY0"/>
                  </a:cxn>
                  <a:cxn ang="0">
                    <a:pos x="connsiteX1" y="connsiteY1"/>
                  </a:cxn>
                </a:cxnLst>
                <a:rect l="l" t="t" r="r" b="b"/>
                <a:pathLst>
                  <a:path w="490608" h="109319">
                    <a:moveTo>
                      <a:pt x="0" y="0"/>
                    </a:moveTo>
                    <a:lnTo>
                      <a:pt x="490609" y="109320"/>
                    </a:lnTo>
                  </a:path>
                </a:pathLst>
              </a:custGeom>
              <a:ln w="6649" cap="flat">
                <a:solidFill>
                  <a:srgbClr val="E30613"/>
                </a:solidFill>
                <a:prstDash val="solid"/>
                <a:miter/>
              </a:ln>
            </p:spPr>
            <p:txBody>
              <a:bodyPr rtlCol="0" anchor="ctr"/>
              <a:lstStyle/>
              <a:p>
                <a:endParaRPr lang="es-ES" sz="1200">
                  <a:latin typeface="Santander Text Light" panose="020B0304020201020104" pitchFamily="34" charset="0"/>
                </a:endParaRPr>
              </a:p>
            </p:txBody>
          </p:sp>
          <p:sp>
            <p:nvSpPr>
              <p:cNvPr id="43" name="Forma libre: forma 42">
                <a:extLst>
                  <a:ext uri="{FF2B5EF4-FFF2-40B4-BE49-F238E27FC236}">
                    <a16:creationId xmlns:a16="http://schemas.microsoft.com/office/drawing/2014/main" id="{101F838F-4F43-DCBB-7843-96168D7EFEBB}"/>
                  </a:ext>
                </a:extLst>
              </p:cNvPr>
              <p:cNvSpPr/>
              <p:nvPr/>
            </p:nvSpPr>
            <p:spPr>
              <a:xfrm>
                <a:off x="3026419" y="3082191"/>
                <a:ext cx="1612932" cy="1612931"/>
              </a:xfrm>
              <a:custGeom>
                <a:avLst/>
                <a:gdLst>
                  <a:gd name="connsiteX0" fmla="*/ 805245 w 1612932"/>
                  <a:gd name="connsiteY0" fmla="*/ 1612884 h 1612931"/>
                  <a:gd name="connsiteX1" fmla="*/ 1611844 w 1612932"/>
                  <a:gd name="connsiteY1" fmla="*/ 806551 h 1612931"/>
                  <a:gd name="connsiteX2" fmla="*/ 805511 w 1612932"/>
                  <a:gd name="connsiteY2" fmla="*/ -48 h 1612931"/>
                  <a:gd name="connsiteX3" fmla="*/ -1088 w 1612932"/>
                  <a:gd name="connsiteY3" fmla="*/ 806285 h 1612931"/>
                  <a:gd name="connsiteX4" fmla="*/ -1088 w 1612932"/>
                  <a:gd name="connsiteY4" fmla="*/ 806418 h 1612931"/>
                  <a:gd name="connsiteX5" fmla="*/ 805378 w 1612932"/>
                  <a:gd name="connsiteY5" fmla="*/ 1612884 h 161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2932" h="1612931">
                    <a:moveTo>
                      <a:pt x="805245" y="1612884"/>
                    </a:moveTo>
                    <a:cubicBezTo>
                      <a:pt x="1250636" y="1612964"/>
                      <a:pt x="1611711" y="1251956"/>
                      <a:pt x="1611844" y="806551"/>
                    </a:cubicBezTo>
                    <a:cubicBezTo>
                      <a:pt x="1611977" y="361146"/>
                      <a:pt x="1250903" y="32"/>
                      <a:pt x="805511" y="-48"/>
                    </a:cubicBezTo>
                    <a:cubicBezTo>
                      <a:pt x="360120" y="-128"/>
                      <a:pt x="-955" y="360880"/>
                      <a:pt x="-1088" y="806285"/>
                    </a:cubicBezTo>
                    <a:cubicBezTo>
                      <a:pt x="-1088" y="806325"/>
                      <a:pt x="-1088" y="806378"/>
                      <a:pt x="-1088" y="806418"/>
                    </a:cubicBezTo>
                    <a:cubicBezTo>
                      <a:pt x="-1088" y="1251823"/>
                      <a:pt x="359987" y="1612884"/>
                      <a:pt x="805378" y="1612884"/>
                    </a:cubicBezTo>
                  </a:path>
                </a:pathLst>
              </a:custGeom>
              <a:solidFill>
                <a:srgbClr val="FFFFFF"/>
              </a:solidFill>
              <a:ln w="6350" cap="flat">
                <a:solidFill>
                  <a:schemeClr val="accent4"/>
                </a:solidFill>
                <a:prstDash val="solid"/>
                <a:miter/>
              </a:ln>
            </p:spPr>
            <p:txBody>
              <a:bodyPr rtlCol="0" anchor="ctr"/>
              <a:lstStyle/>
              <a:p>
                <a:endParaRPr lang="es-ES" sz="1200">
                  <a:latin typeface="Santander Text Light" panose="020B0304020201020104" pitchFamily="34" charset="0"/>
                </a:endParaRPr>
              </a:p>
            </p:txBody>
          </p:sp>
          <p:sp>
            <p:nvSpPr>
              <p:cNvPr id="44" name="Forma libre: forma 43">
                <a:extLst>
                  <a:ext uri="{FF2B5EF4-FFF2-40B4-BE49-F238E27FC236}">
                    <a16:creationId xmlns:a16="http://schemas.microsoft.com/office/drawing/2014/main" id="{F87438B5-E1B9-7415-84C1-145689093AC6}"/>
                  </a:ext>
                </a:extLst>
              </p:cNvPr>
              <p:cNvSpPr/>
              <p:nvPr/>
            </p:nvSpPr>
            <p:spPr>
              <a:xfrm rot="21261000">
                <a:off x="3592509" y="2134773"/>
                <a:ext cx="496061" cy="496061"/>
              </a:xfrm>
              <a:custGeom>
                <a:avLst/>
                <a:gdLst>
                  <a:gd name="connsiteX0" fmla="*/ 494973 w 496061"/>
                  <a:gd name="connsiteY0" fmla="*/ 247983 h 496061"/>
                  <a:gd name="connsiteX1" fmla="*/ 246942 w 496061"/>
                  <a:gd name="connsiteY1" fmla="*/ 496014 h 496061"/>
                  <a:gd name="connsiteX2" fmla="*/ -1089 w 496061"/>
                  <a:gd name="connsiteY2" fmla="*/ 247983 h 496061"/>
                  <a:gd name="connsiteX3" fmla="*/ 246942 w 496061"/>
                  <a:gd name="connsiteY3" fmla="*/ -48 h 496061"/>
                  <a:gd name="connsiteX4" fmla="*/ 494973 w 496061"/>
                  <a:gd name="connsiteY4" fmla="*/ 247983 h 4960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061" h="496061">
                    <a:moveTo>
                      <a:pt x="494973" y="247983"/>
                    </a:moveTo>
                    <a:cubicBezTo>
                      <a:pt x="494973" y="384966"/>
                      <a:pt x="383927" y="496014"/>
                      <a:pt x="246942" y="496014"/>
                    </a:cubicBezTo>
                    <a:cubicBezTo>
                      <a:pt x="109958" y="496014"/>
                      <a:pt x="-1089" y="384966"/>
                      <a:pt x="-1089" y="247983"/>
                    </a:cubicBezTo>
                    <a:cubicBezTo>
                      <a:pt x="-1089" y="110999"/>
                      <a:pt x="109958" y="-48"/>
                      <a:pt x="246942" y="-48"/>
                    </a:cubicBezTo>
                    <a:cubicBezTo>
                      <a:pt x="383927" y="-48"/>
                      <a:pt x="494973" y="110999"/>
                      <a:pt x="494973" y="247983"/>
                    </a:cubicBezTo>
                    <a:close/>
                  </a:path>
                </a:pathLst>
              </a:custGeom>
              <a:solidFill>
                <a:schemeClr val="bg1"/>
              </a:solidFill>
              <a:ln w="6350" cap="flat">
                <a:solidFill>
                  <a:schemeClr val="accent2"/>
                </a:solidFill>
                <a:prstDash val="solid"/>
                <a:miter/>
              </a:ln>
            </p:spPr>
            <p:txBody>
              <a:bodyPr rtlCol="0" anchor="ctr"/>
              <a:lstStyle/>
              <a:p>
                <a:endParaRPr lang="es-ES" sz="1200">
                  <a:latin typeface="Santander Text Light" panose="020B0304020201020104" pitchFamily="34" charset="0"/>
                </a:endParaRPr>
              </a:p>
            </p:txBody>
          </p:sp>
          <p:sp>
            <p:nvSpPr>
              <p:cNvPr id="45" name="Forma libre: forma 44">
                <a:extLst>
                  <a:ext uri="{FF2B5EF4-FFF2-40B4-BE49-F238E27FC236}">
                    <a16:creationId xmlns:a16="http://schemas.microsoft.com/office/drawing/2014/main" id="{338CDC07-DD7C-167F-1EE3-62057BF7D4EA}"/>
                  </a:ext>
                </a:extLst>
              </p:cNvPr>
              <p:cNvSpPr/>
              <p:nvPr/>
            </p:nvSpPr>
            <p:spPr>
              <a:xfrm rot="20946002">
                <a:off x="5114049" y="4059007"/>
                <a:ext cx="606445" cy="606445"/>
              </a:xfrm>
              <a:custGeom>
                <a:avLst/>
                <a:gdLst>
                  <a:gd name="connsiteX0" fmla="*/ 605357 w 606445"/>
                  <a:gd name="connsiteY0" fmla="*/ 303175 h 606445"/>
                  <a:gd name="connsiteX1" fmla="*/ 302133 w 606445"/>
                  <a:gd name="connsiteY1" fmla="*/ 606397 h 606445"/>
                  <a:gd name="connsiteX2" fmla="*/ -1090 w 606445"/>
                  <a:gd name="connsiteY2" fmla="*/ 303174 h 606445"/>
                  <a:gd name="connsiteX3" fmla="*/ 302133 w 606445"/>
                  <a:gd name="connsiteY3" fmla="*/ -48 h 606445"/>
                  <a:gd name="connsiteX4" fmla="*/ 605357 w 606445"/>
                  <a:gd name="connsiteY4" fmla="*/ 303175 h 6064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445" h="606445">
                    <a:moveTo>
                      <a:pt x="605357" y="303175"/>
                    </a:moveTo>
                    <a:cubicBezTo>
                      <a:pt x="605357" y="470640"/>
                      <a:pt x="469599" y="606397"/>
                      <a:pt x="302133" y="606397"/>
                    </a:cubicBezTo>
                    <a:cubicBezTo>
                      <a:pt x="134669" y="606397"/>
                      <a:pt x="-1090" y="470640"/>
                      <a:pt x="-1090" y="303174"/>
                    </a:cubicBezTo>
                    <a:cubicBezTo>
                      <a:pt x="-1090" y="135709"/>
                      <a:pt x="134667" y="-48"/>
                      <a:pt x="302133" y="-48"/>
                    </a:cubicBezTo>
                    <a:cubicBezTo>
                      <a:pt x="469598" y="-48"/>
                      <a:pt x="605357" y="135709"/>
                      <a:pt x="605357" y="303175"/>
                    </a:cubicBezTo>
                    <a:close/>
                  </a:path>
                </a:pathLst>
              </a:custGeom>
              <a:solidFill>
                <a:schemeClr val="bg1"/>
              </a:solidFill>
              <a:ln w="6350" cap="flat">
                <a:solidFill>
                  <a:schemeClr val="accent2"/>
                </a:solidFill>
                <a:prstDash val="solid"/>
                <a:miter/>
              </a:ln>
            </p:spPr>
            <p:txBody>
              <a:bodyPr rtlCol="0" anchor="ctr"/>
              <a:lstStyle/>
              <a:p>
                <a:endParaRPr lang="es-ES" sz="1200">
                  <a:latin typeface="Santander Text Light" panose="020B0304020201020104" pitchFamily="34" charset="0"/>
                </a:endParaRPr>
              </a:p>
            </p:txBody>
          </p:sp>
          <p:sp>
            <p:nvSpPr>
              <p:cNvPr id="46" name="Forma libre: forma 45">
                <a:extLst>
                  <a:ext uri="{FF2B5EF4-FFF2-40B4-BE49-F238E27FC236}">
                    <a16:creationId xmlns:a16="http://schemas.microsoft.com/office/drawing/2014/main" id="{ED55EF66-8433-7662-9C5F-AC9A4B1CD125}"/>
                  </a:ext>
                </a:extLst>
              </p:cNvPr>
              <p:cNvSpPr/>
              <p:nvPr/>
            </p:nvSpPr>
            <p:spPr>
              <a:xfrm>
                <a:off x="4185182" y="5039174"/>
                <a:ext cx="661770" cy="661770"/>
              </a:xfrm>
              <a:custGeom>
                <a:avLst/>
                <a:gdLst>
                  <a:gd name="connsiteX0" fmla="*/ 329664 w 661770"/>
                  <a:gd name="connsiteY0" fmla="*/ 661722 h 661770"/>
                  <a:gd name="connsiteX1" fmla="*/ 660682 w 661770"/>
                  <a:gd name="connsiteY1" fmla="*/ 330970 h 661770"/>
                  <a:gd name="connsiteX2" fmla="*/ 329930 w 661770"/>
                  <a:gd name="connsiteY2" fmla="*/ -48 h 661770"/>
                  <a:gd name="connsiteX3" fmla="*/ -1088 w 661770"/>
                  <a:gd name="connsiteY3" fmla="*/ 330704 h 661770"/>
                  <a:gd name="connsiteX4" fmla="*/ -1088 w 661770"/>
                  <a:gd name="connsiteY4" fmla="*/ 330837 h 661770"/>
                  <a:gd name="connsiteX5" fmla="*/ 329531 w 661770"/>
                  <a:gd name="connsiteY5" fmla="*/ 661722 h 661770"/>
                  <a:gd name="connsiteX6" fmla="*/ 329664 w 661770"/>
                  <a:gd name="connsiteY6" fmla="*/ 661722 h 66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770" h="661770">
                    <a:moveTo>
                      <a:pt x="329664" y="661722"/>
                    </a:moveTo>
                    <a:cubicBezTo>
                      <a:pt x="512395" y="661802"/>
                      <a:pt x="660549" y="513715"/>
                      <a:pt x="660682" y="330970"/>
                    </a:cubicBezTo>
                    <a:cubicBezTo>
                      <a:pt x="660815" y="148225"/>
                      <a:pt x="512662" y="32"/>
                      <a:pt x="329930" y="-48"/>
                    </a:cubicBezTo>
                    <a:cubicBezTo>
                      <a:pt x="147199" y="-128"/>
                      <a:pt x="-955" y="147959"/>
                      <a:pt x="-1088" y="330704"/>
                    </a:cubicBezTo>
                    <a:cubicBezTo>
                      <a:pt x="-1088" y="330744"/>
                      <a:pt x="-1088" y="330797"/>
                      <a:pt x="-1088" y="330837"/>
                    </a:cubicBezTo>
                    <a:cubicBezTo>
                      <a:pt x="-1221" y="513502"/>
                      <a:pt x="146799" y="661656"/>
                      <a:pt x="329531" y="661722"/>
                    </a:cubicBezTo>
                    <a:cubicBezTo>
                      <a:pt x="329531" y="661722"/>
                      <a:pt x="329664" y="661722"/>
                      <a:pt x="329664" y="661722"/>
                    </a:cubicBezTo>
                    <a:close/>
                  </a:path>
                </a:pathLst>
              </a:custGeom>
              <a:solidFill>
                <a:schemeClr val="bg1"/>
              </a:solidFill>
              <a:ln w="6350" cap="flat">
                <a:solidFill>
                  <a:schemeClr val="accent2"/>
                </a:solidFill>
                <a:prstDash val="solid"/>
                <a:miter/>
              </a:ln>
            </p:spPr>
            <p:txBody>
              <a:bodyPr rtlCol="0" anchor="ctr"/>
              <a:lstStyle/>
              <a:p>
                <a:endParaRPr lang="es-ES" sz="1200">
                  <a:latin typeface="Santander Text Light" panose="020B0304020201020104" pitchFamily="34" charset="0"/>
                </a:endParaRPr>
              </a:p>
            </p:txBody>
          </p:sp>
          <p:sp>
            <p:nvSpPr>
              <p:cNvPr id="47" name="Forma libre: forma 46">
                <a:extLst>
                  <a:ext uri="{FF2B5EF4-FFF2-40B4-BE49-F238E27FC236}">
                    <a16:creationId xmlns:a16="http://schemas.microsoft.com/office/drawing/2014/main" id="{C84F1F06-BAC5-289B-4EBB-3572A43F7BCE}"/>
                  </a:ext>
                </a:extLst>
              </p:cNvPr>
              <p:cNvSpPr/>
              <p:nvPr/>
            </p:nvSpPr>
            <p:spPr>
              <a:xfrm>
                <a:off x="2791156" y="4984116"/>
                <a:ext cx="716827" cy="716828"/>
              </a:xfrm>
              <a:custGeom>
                <a:avLst/>
                <a:gdLst>
                  <a:gd name="connsiteX0" fmla="*/ 357193 w 716827"/>
                  <a:gd name="connsiteY0" fmla="*/ 716781 h 716828"/>
                  <a:gd name="connsiteX1" fmla="*/ 715740 w 716827"/>
                  <a:gd name="connsiteY1" fmla="*/ 358499 h 716828"/>
                  <a:gd name="connsiteX2" fmla="*/ 357459 w 716827"/>
                  <a:gd name="connsiteY2" fmla="*/ -48 h 716828"/>
                  <a:gd name="connsiteX3" fmla="*/ -1088 w 716827"/>
                  <a:gd name="connsiteY3" fmla="*/ 358233 h 716828"/>
                  <a:gd name="connsiteX4" fmla="*/ -1088 w 716827"/>
                  <a:gd name="connsiteY4" fmla="*/ 358366 h 716828"/>
                  <a:gd name="connsiteX5" fmla="*/ 357193 w 716827"/>
                  <a:gd name="connsiteY5" fmla="*/ 716781 h 716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6827" h="716828">
                    <a:moveTo>
                      <a:pt x="357193" y="716781"/>
                    </a:moveTo>
                    <a:cubicBezTo>
                      <a:pt x="555085" y="716861"/>
                      <a:pt x="715606" y="556445"/>
                      <a:pt x="715740" y="358499"/>
                    </a:cubicBezTo>
                    <a:cubicBezTo>
                      <a:pt x="715873" y="160553"/>
                      <a:pt x="555352" y="31"/>
                      <a:pt x="357459" y="-48"/>
                    </a:cubicBezTo>
                    <a:cubicBezTo>
                      <a:pt x="159566" y="-128"/>
                      <a:pt x="-957" y="160287"/>
                      <a:pt x="-1088" y="358233"/>
                    </a:cubicBezTo>
                    <a:cubicBezTo>
                      <a:pt x="-1088" y="358273"/>
                      <a:pt x="-1088" y="358326"/>
                      <a:pt x="-1088" y="358366"/>
                    </a:cubicBezTo>
                    <a:cubicBezTo>
                      <a:pt x="-1088" y="556259"/>
                      <a:pt x="159300" y="716714"/>
                      <a:pt x="357193" y="716781"/>
                    </a:cubicBezTo>
                  </a:path>
                </a:pathLst>
              </a:custGeom>
              <a:solidFill>
                <a:srgbClr val="FFFFFF"/>
              </a:solidFill>
              <a:ln w="6350" cap="flat">
                <a:solidFill>
                  <a:schemeClr val="accent2"/>
                </a:solidFill>
                <a:prstDash val="solid"/>
                <a:miter/>
              </a:ln>
            </p:spPr>
            <p:txBody>
              <a:bodyPr rtlCol="0" anchor="ctr"/>
              <a:lstStyle/>
              <a:p>
                <a:endParaRPr lang="es-ES" sz="1200">
                  <a:latin typeface="Santander Text Light" panose="020B0304020201020104" pitchFamily="34" charset="0"/>
                </a:endParaRPr>
              </a:p>
            </p:txBody>
          </p:sp>
          <p:sp>
            <p:nvSpPr>
              <p:cNvPr id="48" name="Forma libre: forma 47">
                <a:extLst>
                  <a:ext uri="{FF2B5EF4-FFF2-40B4-BE49-F238E27FC236}">
                    <a16:creationId xmlns:a16="http://schemas.microsoft.com/office/drawing/2014/main" id="{ABE9F54E-EF83-8355-428E-D837BDB9EA1E}"/>
                  </a:ext>
                </a:extLst>
              </p:cNvPr>
              <p:cNvSpPr/>
              <p:nvPr/>
            </p:nvSpPr>
            <p:spPr>
              <a:xfrm>
                <a:off x="1933089" y="3966990"/>
                <a:ext cx="771355" cy="771355"/>
              </a:xfrm>
              <a:custGeom>
                <a:avLst/>
                <a:gdLst>
                  <a:gd name="connsiteX0" fmla="*/ 384590 w 771355"/>
                  <a:gd name="connsiteY0" fmla="*/ 771308 h 771355"/>
                  <a:gd name="connsiteX1" fmla="*/ 770268 w 771355"/>
                  <a:gd name="connsiteY1" fmla="*/ 385630 h 771355"/>
                  <a:gd name="connsiteX2" fmla="*/ 384590 w 771355"/>
                  <a:gd name="connsiteY2" fmla="*/ -48 h 771355"/>
                  <a:gd name="connsiteX3" fmla="*/ -1088 w 771355"/>
                  <a:gd name="connsiteY3" fmla="*/ 385630 h 771355"/>
                  <a:gd name="connsiteX4" fmla="*/ 384590 w 771355"/>
                  <a:gd name="connsiteY4" fmla="*/ 771308 h 7713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355" h="771355">
                    <a:moveTo>
                      <a:pt x="384590" y="771308"/>
                    </a:moveTo>
                    <a:cubicBezTo>
                      <a:pt x="597644" y="771308"/>
                      <a:pt x="770268" y="598631"/>
                      <a:pt x="770268" y="385630"/>
                    </a:cubicBezTo>
                    <a:cubicBezTo>
                      <a:pt x="770268" y="172629"/>
                      <a:pt x="597644" y="-48"/>
                      <a:pt x="384590" y="-48"/>
                    </a:cubicBezTo>
                    <a:cubicBezTo>
                      <a:pt x="171536" y="-48"/>
                      <a:pt x="-1088" y="172629"/>
                      <a:pt x="-1088" y="385630"/>
                    </a:cubicBezTo>
                    <a:cubicBezTo>
                      <a:pt x="-1088" y="598631"/>
                      <a:pt x="171536" y="771308"/>
                      <a:pt x="384590" y="771308"/>
                    </a:cubicBezTo>
                    <a:close/>
                  </a:path>
                </a:pathLst>
              </a:custGeom>
              <a:solidFill>
                <a:schemeClr val="bg1"/>
              </a:solidFill>
              <a:ln w="6350" cap="flat">
                <a:solidFill>
                  <a:schemeClr val="accent2"/>
                </a:solidFill>
                <a:prstDash val="solid"/>
                <a:miter/>
              </a:ln>
            </p:spPr>
            <p:txBody>
              <a:bodyPr rtlCol="0" anchor="ctr"/>
              <a:lstStyle/>
              <a:p>
                <a:endParaRPr lang="es-ES" sz="1200">
                  <a:latin typeface="Santander Text Light" panose="020B0304020201020104" pitchFamily="34" charset="0"/>
                </a:endParaRPr>
              </a:p>
            </p:txBody>
          </p:sp>
          <p:sp>
            <p:nvSpPr>
              <p:cNvPr id="49" name="Forma libre: forma 48">
                <a:extLst>
                  <a:ext uri="{FF2B5EF4-FFF2-40B4-BE49-F238E27FC236}">
                    <a16:creationId xmlns:a16="http://schemas.microsoft.com/office/drawing/2014/main" id="{2230DFDF-0B9B-16CD-4638-BEDB116A4243}"/>
                  </a:ext>
                </a:extLst>
              </p:cNvPr>
              <p:cNvSpPr/>
              <p:nvPr/>
            </p:nvSpPr>
            <p:spPr>
              <a:xfrm>
                <a:off x="2217294" y="2608739"/>
                <a:ext cx="826945" cy="826946"/>
              </a:xfrm>
              <a:custGeom>
                <a:avLst/>
                <a:gdLst>
                  <a:gd name="connsiteX0" fmla="*/ 412385 w 826945"/>
                  <a:gd name="connsiteY0" fmla="*/ 826898 h 826946"/>
                  <a:gd name="connsiteX1" fmla="*/ 825858 w 826945"/>
                  <a:gd name="connsiteY1" fmla="*/ 413425 h 826946"/>
                  <a:gd name="connsiteX2" fmla="*/ 412385 w 826945"/>
                  <a:gd name="connsiteY2" fmla="*/ -48 h 826946"/>
                  <a:gd name="connsiteX3" fmla="*/ -1088 w 826945"/>
                  <a:gd name="connsiteY3" fmla="*/ 413425 h 826946"/>
                  <a:gd name="connsiteX4" fmla="*/ 412385 w 826945"/>
                  <a:gd name="connsiteY4" fmla="*/ 826898 h 8269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6945" h="826946">
                    <a:moveTo>
                      <a:pt x="412385" y="826898"/>
                    </a:moveTo>
                    <a:cubicBezTo>
                      <a:pt x="640733" y="826898"/>
                      <a:pt x="825858" y="641786"/>
                      <a:pt x="825858" y="413425"/>
                    </a:cubicBezTo>
                    <a:cubicBezTo>
                      <a:pt x="825858" y="185064"/>
                      <a:pt x="640733" y="-48"/>
                      <a:pt x="412385" y="-48"/>
                    </a:cubicBezTo>
                    <a:cubicBezTo>
                      <a:pt x="184036" y="-48"/>
                      <a:pt x="-1088" y="185064"/>
                      <a:pt x="-1088" y="413425"/>
                    </a:cubicBezTo>
                    <a:cubicBezTo>
                      <a:pt x="-1088" y="641786"/>
                      <a:pt x="184036" y="826898"/>
                      <a:pt x="412385" y="826898"/>
                    </a:cubicBezTo>
                    <a:close/>
                  </a:path>
                </a:pathLst>
              </a:custGeom>
              <a:solidFill>
                <a:schemeClr val="bg1"/>
              </a:solidFill>
              <a:ln w="6350" cap="flat">
                <a:solidFill>
                  <a:schemeClr val="accent2"/>
                </a:solidFill>
                <a:prstDash val="solid"/>
                <a:miter/>
              </a:ln>
            </p:spPr>
            <p:txBody>
              <a:bodyPr rtlCol="0" anchor="ctr"/>
              <a:lstStyle/>
              <a:p>
                <a:endParaRPr lang="es-ES" sz="1200" dirty="0">
                  <a:latin typeface="Santander Text Light" panose="020B0304020201020104" pitchFamily="34" charset="0"/>
                </a:endParaRPr>
              </a:p>
            </p:txBody>
          </p:sp>
          <p:sp>
            <p:nvSpPr>
              <p:cNvPr id="50" name="Forma libre: forma 49">
                <a:extLst>
                  <a:ext uri="{FF2B5EF4-FFF2-40B4-BE49-F238E27FC236}">
                    <a16:creationId xmlns:a16="http://schemas.microsoft.com/office/drawing/2014/main" id="{B282E6C0-914D-ECB2-34F4-A9C985F245F3}"/>
                  </a:ext>
                </a:extLst>
              </p:cNvPr>
              <p:cNvSpPr/>
              <p:nvPr/>
            </p:nvSpPr>
            <p:spPr>
              <a:xfrm>
                <a:off x="2026981" y="2575490"/>
                <a:ext cx="155336" cy="155335"/>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chemeClr val="accent2"/>
              </a:solidFill>
              <a:ln w="13297" cap="flat">
                <a:noFill/>
                <a:prstDash val="solid"/>
                <a:miter/>
              </a:ln>
            </p:spPr>
            <p:txBody>
              <a:bodyPr lIns="0" tIns="0" rIns="0" bIns="0" rtlCol="0" anchor="ctr"/>
              <a:lstStyle/>
              <a:p>
                <a:pPr algn="ctr"/>
                <a:r>
                  <a:rPr lang="es-ES" sz="1200" dirty="0">
                    <a:solidFill>
                      <a:schemeClr val="bg1"/>
                    </a:solidFill>
                    <a:latin typeface="Santander Text Light" panose="020B0304020201020104" pitchFamily="34" charset="0"/>
                  </a:rPr>
                  <a:t>7</a:t>
                </a:r>
              </a:p>
            </p:txBody>
          </p:sp>
          <p:sp>
            <p:nvSpPr>
              <p:cNvPr id="51" name="Forma libre: forma 50">
                <a:extLst>
                  <a:ext uri="{FF2B5EF4-FFF2-40B4-BE49-F238E27FC236}">
                    <a16:creationId xmlns:a16="http://schemas.microsoft.com/office/drawing/2014/main" id="{190E1291-697E-2566-02E2-68AE960A18BC}"/>
                  </a:ext>
                </a:extLst>
              </p:cNvPr>
              <p:cNvSpPr/>
              <p:nvPr/>
            </p:nvSpPr>
            <p:spPr>
              <a:xfrm>
                <a:off x="2026981" y="2575490"/>
                <a:ext cx="155336" cy="155335"/>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close/>
                  </a:path>
                </a:pathLst>
              </a:custGeom>
              <a:noFill/>
              <a:ln w="6649" cap="flat">
                <a:solidFill>
                  <a:srgbClr val="FFFFFF"/>
                </a:solidFill>
                <a:prstDash val="solid"/>
                <a:miter/>
              </a:ln>
            </p:spPr>
            <p:txBody>
              <a:bodyPr rtlCol="0" anchor="ctr"/>
              <a:lstStyle/>
              <a:p>
                <a:endParaRPr lang="es-ES" sz="1200">
                  <a:latin typeface="Santander Text Light" panose="020B0304020201020104" pitchFamily="34" charset="0"/>
                </a:endParaRPr>
              </a:p>
            </p:txBody>
          </p:sp>
          <p:sp>
            <p:nvSpPr>
              <p:cNvPr id="52" name="CuadroTexto 51">
                <a:extLst>
                  <a:ext uri="{FF2B5EF4-FFF2-40B4-BE49-F238E27FC236}">
                    <a16:creationId xmlns:a16="http://schemas.microsoft.com/office/drawing/2014/main" id="{BF89D4D6-DB55-147F-6E7F-4AB15D3D993D}"/>
                  </a:ext>
                </a:extLst>
              </p:cNvPr>
              <p:cNvSpPr txBox="1"/>
              <p:nvPr/>
            </p:nvSpPr>
            <p:spPr>
              <a:xfrm>
                <a:off x="3128562" y="3458523"/>
                <a:ext cx="1418540" cy="725786"/>
              </a:xfrm>
              <a:prstGeom prst="rect">
                <a:avLst/>
              </a:prstGeom>
              <a:noFill/>
            </p:spPr>
            <p:txBody>
              <a:bodyPr wrap="square">
                <a:spAutoFit/>
              </a:bodyPr>
              <a:lstStyle/>
              <a:p>
                <a:pPr algn="ctr"/>
                <a:r>
                  <a:rPr lang="en-US" sz="1200" dirty="0" err="1">
                    <a:latin typeface="Santander Text Light" panose="020B0304020201020104" pitchFamily="34" charset="0"/>
                    <a:cs typeface="Santander Text SemiBold" panose="020B0704020201010104" pitchFamily="34" charset="0"/>
                  </a:rPr>
                  <a:t>Análisis</a:t>
                </a:r>
                <a:r>
                  <a:rPr lang="en-US" sz="1200" dirty="0">
                    <a:latin typeface="Santander Text Light" panose="020B0304020201020104" pitchFamily="34" charset="0"/>
                    <a:cs typeface="Santander Text SemiBold" panose="020B0704020201010104" pitchFamily="34" charset="0"/>
                  </a:rPr>
                  <a:t> </a:t>
                </a:r>
                <a:r>
                  <a:rPr lang="en-US" sz="1200" dirty="0" err="1">
                    <a:latin typeface="Santander Text Light" panose="020B0304020201020104" pitchFamily="34" charset="0"/>
                    <a:cs typeface="Santander Text SemiBold" panose="020B0704020201010104" pitchFamily="34" charset="0"/>
                  </a:rPr>
                  <a:t>Productos</a:t>
                </a:r>
                <a:r>
                  <a:rPr lang="en-US" sz="1200" dirty="0">
                    <a:latin typeface="Santander Text Light" panose="020B0304020201020104" pitchFamily="34" charset="0"/>
                    <a:cs typeface="Santander Text SemiBold" panose="020B0704020201010104" pitchFamily="34" charset="0"/>
                  </a:rPr>
                  <a:t> </a:t>
                </a:r>
                <a:r>
                  <a:rPr lang="en-US" sz="1200" dirty="0" err="1">
                    <a:latin typeface="Santander Text Light" panose="020B0304020201020104" pitchFamily="34" charset="0"/>
                    <a:cs typeface="Santander Text SemiBold" panose="020B0704020201010104" pitchFamily="34" charset="0"/>
                  </a:rPr>
                  <a:t>Financieros</a:t>
                </a:r>
                <a:endParaRPr lang="en-US" sz="1200" dirty="0">
                  <a:latin typeface="Santander Text Light" panose="020B0304020201020104" pitchFamily="34" charset="0"/>
                  <a:cs typeface="Santander Text SemiBold" panose="020B0704020201010104" pitchFamily="34" charset="0"/>
                </a:endParaRPr>
              </a:p>
            </p:txBody>
          </p:sp>
          <p:sp>
            <p:nvSpPr>
              <p:cNvPr id="53" name="object 9">
                <a:extLst>
                  <a:ext uri="{FF2B5EF4-FFF2-40B4-BE49-F238E27FC236}">
                    <a16:creationId xmlns:a16="http://schemas.microsoft.com/office/drawing/2014/main" id="{25CAF984-3E7B-CE5E-4F59-28FFFADB0E14}"/>
                  </a:ext>
                </a:extLst>
              </p:cNvPr>
              <p:cNvSpPr txBox="1"/>
              <p:nvPr/>
            </p:nvSpPr>
            <p:spPr>
              <a:xfrm>
                <a:off x="1108943" y="2430509"/>
                <a:ext cx="904882" cy="221768"/>
              </a:xfrm>
              <a:prstGeom prst="rect">
                <a:avLst/>
              </a:prstGeom>
            </p:spPr>
            <p:txBody>
              <a:bodyPr vert="horz" wrap="square" lIns="0" tIns="12700" rIns="0" bIns="0" rtlCol="0">
                <a:spAutoFit/>
              </a:bodyPr>
              <a:lstStyle/>
              <a:p>
                <a:pPr marL="12700" marR="5080">
                  <a:spcBef>
                    <a:spcPts val="100"/>
                  </a:spcBef>
                </a:pPr>
                <a:r>
                  <a:rPr lang="da-DK" sz="1200" spc="-20" dirty="0">
                    <a:solidFill>
                      <a:srgbClr val="1A232B"/>
                    </a:solidFill>
                    <a:latin typeface="Santander Text Light" panose="020B0304020201020104" pitchFamily="34" charset="0"/>
                    <a:cs typeface="Santander Text Light"/>
                  </a:rPr>
                  <a:t>Otros</a:t>
                </a:r>
              </a:p>
            </p:txBody>
          </p:sp>
          <p:sp>
            <p:nvSpPr>
              <p:cNvPr id="54" name="Forma libre: forma 53">
                <a:extLst>
                  <a:ext uri="{FF2B5EF4-FFF2-40B4-BE49-F238E27FC236}">
                    <a16:creationId xmlns:a16="http://schemas.microsoft.com/office/drawing/2014/main" id="{1957E301-22A2-205D-0CF5-AE23994D749D}"/>
                  </a:ext>
                </a:extLst>
              </p:cNvPr>
              <p:cNvSpPr/>
              <p:nvPr/>
            </p:nvSpPr>
            <p:spPr>
              <a:xfrm>
                <a:off x="1564699" y="4403737"/>
                <a:ext cx="155336" cy="155335"/>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chemeClr val="accent2"/>
              </a:solidFill>
              <a:ln w="13297" cap="flat">
                <a:noFill/>
                <a:prstDash val="solid"/>
                <a:miter/>
              </a:ln>
            </p:spPr>
            <p:txBody>
              <a:bodyPr lIns="0" tIns="0" rIns="0" bIns="0" rtlCol="0" anchor="ctr"/>
              <a:lstStyle/>
              <a:p>
                <a:pPr algn="ctr"/>
                <a:r>
                  <a:rPr lang="es-ES" sz="1200" dirty="0">
                    <a:solidFill>
                      <a:schemeClr val="bg1"/>
                    </a:solidFill>
                    <a:latin typeface="Santander Text Light" panose="020B0304020201020104" pitchFamily="34" charset="0"/>
                  </a:rPr>
                  <a:t>6</a:t>
                </a:r>
              </a:p>
            </p:txBody>
          </p:sp>
          <p:sp>
            <p:nvSpPr>
              <p:cNvPr id="55" name="object 9">
                <a:extLst>
                  <a:ext uri="{FF2B5EF4-FFF2-40B4-BE49-F238E27FC236}">
                    <a16:creationId xmlns:a16="http://schemas.microsoft.com/office/drawing/2014/main" id="{8B3A51FC-B26D-591D-11B0-149DAEE8EBAB}"/>
                  </a:ext>
                </a:extLst>
              </p:cNvPr>
              <p:cNvSpPr txBox="1"/>
              <p:nvPr/>
            </p:nvSpPr>
            <p:spPr>
              <a:xfrm>
                <a:off x="729730" y="4414610"/>
                <a:ext cx="904882" cy="429135"/>
              </a:xfrm>
              <a:prstGeom prst="rect">
                <a:avLst/>
              </a:prstGeom>
            </p:spPr>
            <p:txBody>
              <a:bodyPr vert="horz" wrap="square" lIns="0" tIns="12700" rIns="0" bIns="0" rtlCol="0">
                <a:spAutoFit/>
              </a:bodyPr>
              <a:lstStyle/>
              <a:p>
                <a:pPr marL="12700" marR="5080">
                  <a:spcBef>
                    <a:spcPts val="100"/>
                  </a:spcBef>
                </a:pPr>
                <a:r>
                  <a:rPr lang="da-DK" sz="1200" spc="-20" dirty="0">
                    <a:solidFill>
                      <a:srgbClr val="1A232B"/>
                    </a:solidFill>
                    <a:latin typeface="Santander Text Light" panose="020B0304020201020104" pitchFamily="34" charset="0"/>
                    <a:cs typeface="Santander Text Light"/>
                  </a:rPr>
                  <a:t>Costos asociados</a:t>
                </a:r>
              </a:p>
            </p:txBody>
          </p:sp>
          <p:sp>
            <p:nvSpPr>
              <p:cNvPr id="56" name="object 9">
                <a:extLst>
                  <a:ext uri="{FF2B5EF4-FFF2-40B4-BE49-F238E27FC236}">
                    <a16:creationId xmlns:a16="http://schemas.microsoft.com/office/drawing/2014/main" id="{D4978BF0-2DD6-ADC0-3E5C-3E818302E951}"/>
                  </a:ext>
                </a:extLst>
              </p:cNvPr>
              <p:cNvSpPr txBox="1"/>
              <p:nvPr/>
            </p:nvSpPr>
            <p:spPr>
              <a:xfrm>
                <a:off x="3776161" y="1304730"/>
                <a:ext cx="904882" cy="429135"/>
              </a:xfrm>
              <a:prstGeom prst="rect">
                <a:avLst/>
              </a:prstGeom>
            </p:spPr>
            <p:txBody>
              <a:bodyPr vert="horz" wrap="square" lIns="0" tIns="12700" rIns="0" bIns="0" rtlCol="0">
                <a:spAutoFit/>
              </a:bodyPr>
              <a:lstStyle/>
              <a:p>
                <a:pPr marL="12700" marR="5080">
                  <a:spcBef>
                    <a:spcPts val="100"/>
                  </a:spcBef>
                </a:pPr>
                <a:r>
                  <a:rPr lang="da-DK" sz="1200" spc="-20" dirty="0">
                    <a:solidFill>
                      <a:srgbClr val="1A232B"/>
                    </a:solidFill>
                    <a:latin typeface="Santander Text Light" panose="020B0304020201020104" pitchFamily="34" charset="0"/>
                    <a:cs typeface="Santander Text Light"/>
                  </a:rPr>
                  <a:t>Necesidades de Inversión</a:t>
                </a:r>
              </a:p>
            </p:txBody>
          </p:sp>
          <p:sp>
            <p:nvSpPr>
              <p:cNvPr id="57" name="object 9">
                <a:extLst>
                  <a:ext uri="{FF2B5EF4-FFF2-40B4-BE49-F238E27FC236}">
                    <a16:creationId xmlns:a16="http://schemas.microsoft.com/office/drawing/2014/main" id="{CFDBB858-676F-22F6-BC0D-FEF9F724F20C}"/>
                  </a:ext>
                </a:extLst>
              </p:cNvPr>
              <p:cNvSpPr txBox="1"/>
              <p:nvPr/>
            </p:nvSpPr>
            <p:spPr>
              <a:xfrm>
                <a:off x="2768294" y="6198584"/>
                <a:ext cx="904882" cy="221768"/>
              </a:xfrm>
              <a:prstGeom prst="rect">
                <a:avLst/>
              </a:prstGeom>
            </p:spPr>
            <p:txBody>
              <a:bodyPr vert="horz" wrap="square" lIns="0" tIns="12700" rIns="0" bIns="0" rtlCol="0">
                <a:spAutoFit/>
              </a:bodyPr>
              <a:lstStyle/>
              <a:p>
                <a:pPr marL="12700" marR="5080">
                  <a:spcBef>
                    <a:spcPts val="100"/>
                  </a:spcBef>
                </a:pPr>
                <a:r>
                  <a:rPr lang="da-DK" sz="1200" spc="-20" dirty="0">
                    <a:solidFill>
                      <a:srgbClr val="1A232B"/>
                    </a:solidFill>
                    <a:latin typeface="Santander Text Light" panose="020B0304020201020104" pitchFamily="34" charset="0"/>
                    <a:cs typeface="Santander Text Light"/>
                  </a:rPr>
                  <a:t>Volatilidad</a:t>
                </a:r>
              </a:p>
            </p:txBody>
          </p:sp>
          <p:sp>
            <p:nvSpPr>
              <p:cNvPr id="58" name="object 9">
                <a:extLst>
                  <a:ext uri="{FF2B5EF4-FFF2-40B4-BE49-F238E27FC236}">
                    <a16:creationId xmlns:a16="http://schemas.microsoft.com/office/drawing/2014/main" id="{7B0BF02B-885F-E65D-4BFB-3473F5A841DE}"/>
                  </a:ext>
                </a:extLst>
              </p:cNvPr>
              <p:cNvSpPr txBox="1"/>
              <p:nvPr/>
            </p:nvSpPr>
            <p:spPr>
              <a:xfrm>
                <a:off x="4848935" y="6198584"/>
                <a:ext cx="904882" cy="221768"/>
              </a:xfrm>
              <a:prstGeom prst="rect">
                <a:avLst/>
              </a:prstGeom>
            </p:spPr>
            <p:txBody>
              <a:bodyPr vert="horz" wrap="square" lIns="0" tIns="12700" rIns="0" bIns="0" rtlCol="0">
                <a:spAutoFit/>
              </a:bodyPr>
              <a:lstStyle/>
              <a:p>
                <a:pPr marL="12700" marR="5080">
                  <a:spcBef>
                    <a:spcPts val="100"/>
                  </a:spcBef>
                </a:pPr>
                <a:r>
                  <a:rPr lang="da-DK" sz="1200" spc="-20" dirty="0">
                    <a:solidFill>
                      <a:srgbClr val="1A232B"/>
                    </a:solidFill>
                    <a:latin typeface="Santander Text Light" panose="020B0304020201020104" pitchFamily="34" charset="0"/>
                    <a:cs typeface="Santander Text Light"/>
                  </a:rPr>
                  <a:t>Liquidez</a:t>
                </a:r>
              </a:p>
            </p:txBody>
          </p:sp>
          <p:sp>
            <p:nvSpPr>
              <p:cNvPr id="59" name="Forma libre: forma 58">
                <a:extLst>
                  <a:ext uri="{FF2B5EF4-FFF2-40B4-BE49-F238E27FC236}">
                    <a16:creationId xmlns:a16="http://schemas.microsoft.com/office/drawing/2014/main" id="{55F3D43A-3B1F-B267-DA30-AE015DD6B944}"/>
                  </a:ext>
                </a:extLst>
              </p:cNvPr>
              <p:cNvSpPr/>
              <p:nvPr/>
            </p:nvSpPr>
            <p:spPr>
              <a:xfrm>
                <a:off x="4871822" y="2689864"/>
                <a:ext cx="551386" cy="551386"/>
              </a:xfrm>
              <a:custGeom>
                <a:avLst/>
                <a:gdLst>
                  <a:gd name="connsiteX0" fmla="*/ 274472 w 551386"/>
                  <a:gd name="connsiteY0" fmla="*/ 551338 h 551386"/>
                  <a:gd name="connsiteX1" fmla="*/ 550298 w 551386"/>
                  <a:gd name="connsiteY1" fmla="*/ 275778 h 551386"/>
                  <a:gd name="connsiteX2" fmla="*/ 274738 w 551386"/>
                  <a:gd name="connsiteY2" fmla="*/ -48 h 551386"/>
                  <a:gd name="connsiteX3" fmla="*/ -1088 w 551386"/>
                  <a:gd name="connsiteY3" fmla="*/ 275512 h 551386"/>
                  <a:gd name="connsiteX4" fmla="*/ -1088 w 551386"/>
                  <a:gd name="connsiteY4" fmla="*/ 275645 h 551386"/>
                  <a:gd name="connsiteX5" fmla="*/ 274472 w 551386"/>
                  <a:gd name="connsiteY5" fmla="*/ 551338 h 551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386" h="551386">
                    <a:moveTo>
                      <a:pt x="274472" y="551338"/>
                    </a:moveTo>
                    <a:cubicBezTo>
                      <a:pt x="426749" y="551418"/>
                      <a:pt x="550165" y="428041"/>
                      <a:pt x="550298" y="275778"/>
                    </a:cubicBezTo>
                    <a:cubicBezTo>
                      <a:pt x="550431" y="123515"/>
                      <a:pt x="427014" y="32"/>
                      <a:pt x="274738" y="-48"/>
                    </a:cubicBezTo>
                    <a:cubicBezTo>
                      <a:pt x="122462" y="-128"/>
                      <a:pt x="-955" y="123249"/>
                      <a:pt x="-1088" y="275512"/>
                    </a:cubicBezTo>
                    <a:cubicBezTo>
                      <a:pt x="-1088" y="275552"/>
                      <a:pt x="-1088" y="275605"/>
                      <a:pt x="-1088" y="275645"/>
                    </a:cubicBezTo>
                    <a:cubicBezTo>
                      <a:pt x="-1088" y="427855"/>
                      <a:pt x="122329" y="551259"/>
                      <a:pt x="274472" y="551338"/>
                    </a:cubicBezTo>
                    <a:close/>
                  </a:path>
                </a:pathLst>
              </a:custGeom>
              <a:solidFill>
                <a:schemeClr val="bg1"/>
              </a:solidFill>
              <a:ln w="6350" cap="flat">
                <a:solidFill>
                  <a:schemeClr val="accent2"/>
                </a:solidFill>
                <a:prstDash val="solid"/>
                <a:miter/>
              </a:ln>
            </p:spPr>
            <p:txBody>
              <a:bodyPr rtlCol="0" anchor="ctr"/>
              <a:lstStyle/>
              <a:p>
                <a:endParaRPr lang="es-ES" sz="1200">
                  <a:latin typeface="Santander Text Light" panose="020B0304020201020104" pitchFamily="34" charset="0"/>
                </a:endParaRPr>
              </a:p>
            </p:txBody>
          </p:sp>
        </p:grpSp>
        <p:sp>
          <p:nvSpPr>
            <p:cNvPr id="5" name="Forma libre: forma 4">
              <a:extLst>
                <a:ext uri="{FF2B5EF4-FFF2-40B4-BE49-F238E27FC236}">
                  <a16:creationId xmlns:a16="http://schemas.microsoft.com/office/drawing/2014/main" id="{21DDD5A9-52CC-FFEA-BB4A-2CC6B331F395}"/>
                </a:ext>
              </a:extLst>
            </p:cNvPr>
            <p:cNvSpPr/>
            <p:nvPr/>
          </p:nvSpPr>
          <p:spPr>
            <a:xfrm>
              <a:off x="6974589" y="5120730"/>
              <a:ext cx="138331" cy="138330"/>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chemeClr val="accent2"/>
            </a:solidFill>
            <a:ln w="13297" cap="flat">
              <a:noFill/>
              <a:prstDash val="solid"/>
              <a:miter/>
            </a:ln>
          </p:spPr>
          <p:txBody>
            <a:bodyPr lIns="0" tIns="0" rIns="0" bIns="0" rtlCol="0" anchor="ctr"/>
            <a:lstStyle/>
            <a:p>
              <a:pPr algn="ctr"/>
              <a:r>
                <a:rPr lang="es-ES" sz="1200" dirty="0">
                  <a:solidFill>
                    <a:schemeClr val="bg1"/>
                  </a:solidFill>
                  <a:latin typeface="Santander Text Light" panose="020B0304020201020104" pitchFamily="34" charset="0"/>
                </a:rPr>
                <a:t>5</a:t>
              </a:r>
            </a:p>
          </p:txBody>
        </p:sp>
        <p:pic>
          <p:nvPicPr>
            <p:cNvPr id="6" name="Gráfico 5">
              <a:extLst>
                <a:ext uri="{FF2B5EF4-FFF2-40B4-BE49-F238E27FC236}">
                  <a16:creationId xmlns:a16="http://schemas.microsoft.com/office/drawing/2014/main" id="{A9A2EBBF-0C19-44BE-8B40-D0B6740F5C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07464" y="2367285"/>
              <a:ext cx="343722" cy="343722"/>
            </a:xfrm>
            <a:prstGeom prst="rect">
              <a:avLst/>
            </a:prstGeom>
          </p:spPr>
        </p:pic>
        <p:sp>
          <p:nvSpPr>
            <p:cNvPr id="7" name="Forma libre: forma 6">
              <a:extLst>
                <a:ext uri="{FF2B5EF4-FFF2-40B4-BE49-F238E27FC236}">
                  <a16:creationId xmlns:a16="http://schemas.microsoft.com/office/drawing/2014/main" id="{67A5C34D-88B4-113F-0996-05637FE5AD51}"/>
                </a:ext>
              </a:extLst>
            </p:cNvPr>
            <p:cNvSpPr/>
            <p:nvPr/>
          </p:nvSpPr>
          <p:spPr>
            <a:xfrm>
              <a:off x="8700996" y="5120730"/>
              <a:ext cx="138331" cy="138330"/>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chemeClr val="accent2"/>
            </a:solidFill>
            <a:ln w="13297" cap="flat">
              <a:noFill/>
              <a:prstDash val="solid"/>
              <a:miter/>
            </a:ln>
          </p:spPr>
          <p:txBody>
            <a:bodyPr lIns="0" tIns="0" rIns="0" bIns="0" rtlCol="0" anchor="ctr"/>
            <a:lstStyle/>
            <a:p>
              <a:pPr algn="ctr"/>
              <a:r>
                <a:rPr lang="es-ES" sz="1200" dirty="0">
                  <a:solidFill>
                    <a:schemeClr val="bg1"/>
                  </a:solidFill>
                  <a:latin typeface="Santander Text Light" panose="020B0304020201020104" pitchFamily="34" charset="0"/>
                </a:rPr>
                <a:t>4</a:t>
              </a:r>
            </a:p>
          </p:txBody>
        </p:sp>
        <p:sp>
          <p:nvSpPr>
            <p:cNvPr id="8" name="Forma libre: forma 7">
              <a:extLst>
                <a:ext uri="{FF2B5EF4-FFF2-40B4-BE49-F238E27FC236}">
                  <a16:creationId xmlns:a16="http://schemas.microsoft.com/office/drawing/2014/main" id="{D54DA592-B466-C208-AED6-EAA23E4E7C73}"/>
                </a:ext>
              </a:extLst>
            </p:cNvPr>
            <p:cNvSpPr/>
            <p:nvPr/>
          </p:nvSpPr>
          <p:spPr>
            <a:xfrm>
              <a:off x="9731179" y="3820453"/>
              <a:ext cx="138331" cy="138330"/>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chemeClr val="accent2"/>
            </a:solidFill>
            <a:ln w="13297" cap="flat">
              <a:noFill/>
              <a:prstDash val="solid"/>
              <a:miter/>
            </a:ln>
          </p:spPr>
          <p:txBody>
            <a:bodyPr lIns="0" tIns="0" rIns="0" bIns="0" rtlCol="0" anchor="ctr"/>
            <a:lstStyle/>
            <a:p>
              <a:pPr algn="ctr"/>
              <a:r>
                <a:rPr lang="es-ES" sz="1200" dirty="0">
                  <a:solidFill>
                    <a:schemeClr val="bg1"/>
                  </a:solidFill>
                  <a:latin typeface="Santander Text Light" panose="020B0304020201020104" pitchFamily="34" charset="0"/>
                </a:rPr>
                <a:t>3</a:t>
              </a:r>
            </a:p>
          </p:txBody>
        </p:sp>
        <p:sp>
          <p:nvSpPr>
            <p:cNvPr id="9" name="object 9">
              <a:extLst>
                <a:ext uri="{FF2B5EF4-FFF2-40B4-BE49-F238E27FC236}">
                  <a16:creationId xmlns:a16="http://schemas.microsoft.com/office/drawing/2014/main" id="{23917A92-1789-186C-AAC6-214977B4C0CB}"/>
                </a:ext>
              </a:extLst>
            </p:cNvPr>
            <p:cNvSpPr txBox="1"/>
            <p:nvPr/>
          </p:nvSpPr>
          <p:spPr>
            <a:xfrm>
              <a:off x="10042774" y="3851657"/>
              <a:ext cx="805821" cy="382156"/>
            </a:xfrm>
            <a:prstGeom prst="rect">
              <a:avLst/>
            </a:prstGeom>
          </p:spPr>
          <p:txBody>
            <a:bodyPr vert="horz" wrap="square" lIns="0" tIns="12700" rIns="0" bIns="0" rtlCol="0">
              <a:spAutoFit/>
            </a:bodyPr>
            <a:lstStyle/>
            <a:p>
              <a:pPr marL="12700" marR="5080">
                <a:spcBef>
                  <a:spcPts val="100"/>
                </a:spcBef>
              </a:pPr>
              <a:r>
                <a:rPr lang="da-DK" sz="1200" spc="-20" dirty="0">
                  <a:solidFill>
                    <a:srgbClr val="1A232B"/>
                  </a:solidFill>
                  <a:latin typeface="Santander Text Light" panose="020B0304020201020104" pitchFamily="34" charset="0"/>
                  <a:cs typeface="Santander Text Light"/>
                </a:rPr>
                <a:t>Riesgos asociados</a:t>
              </a:r>
            </a:p>
          </p:txBody>
        </p:sp>
        <p:sp>
          <p:nvSpPr>
            <p:cNvPr id="10" name="Forma libre: forma 9">
              <a:extLst>
                <a:ext uri="{FF2B5EF4-FFF2-40B4-BE49-F238E27FC236}">
                  <a16:creationId xmlns:a16="http://schemas.microsoft.com/office/drawing/2014/main" id="{CD69E4EB-3BC3-78AC-AA8E-75A13784EE75}"/>
                </a:ext>
              </a:extLst>
            </p:cNvPr>
            <p:cNvSpPr/>
            <p:nvPr/>
          </p:nvSpPr>
          <p:spPr>
            <a:xfrm>
              <a:off x="9365948" y="2204189"/>
              <a:ext cx="138331" cy="138330"/>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chemeClr val="accent2"/>
            </a:solidFill>
            <a:ln w="13297" cap="flat">
              <a:noFill/>
              <a:prstDash val="solid"/>
              <a:miter/>
            </a:ln>
          </p:spPr>
          <p:txBody>
            <a:bodyPr lIns="0" tIns="0" rIns="0" bIns="0" rtlCol="0" anchor="ctr"/>
            <a:lstStyle/>
            <a:p>
              <a:pPr algn="ctr"/>
              <a:r>
                <a:rPr lang="es-ES" sz="1200" dirty="0">
                  <a:solidFill>
                    <a:schemeClr val="bg1"/>
                  </a:solidFill>
                  <a:latin typeface="Santander Text Light" panose="020B0304020201020104" pitchFamily="34" charset="0"/>
                </a:rPr>
                <a:t>2</a:t>
              </a:r>
            </a:p>
          </p:txBody>
        </p:sp>
        <p:sp>
          <p:nvSpPr>
            <p:cNvPr id="11" name="Forma libre: forma 10">
              <a:extLst>
                <a:ext uri="{FF2B5EF4-FFF2-40B4-BE49-F238E27FC236}">
                  <a16:creationId xmlns:a16="http://schemas.microsoft.com/office/drawing/2014/main" id="{29CB64E7-A3AD-F29F-D6D8-2A816E0811B0}"/>
                </a:ext>
              </a:extLst>
            </p:cNvPr>
            <p:cNvSpPr/>
            <p:nvPr/>
          </p:nvSpPr>
          <p:spPr>
            <a:xfrm>
              <a:off x="7829557" y="1471451"/>
              <a:ext cx="138331" cy="138330"/>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chemeClr val="accent2"/>
            </a:solidFill>
            <a:ln w="13297" cap="flat">
              <a:noFill/>
              <a:prstDash val="solid"/>
              <a:miter/>
            </a:ln>
          </p:spPr>
          <p:txBody>
            <a:bodyPr lIns="0" tIns="0" rIns="0" bIns="0" rtlCol="0" anchor="ctr"/>
            <a:lstStyle/>
            <a:p>
              <a:pPr algn="ctr"/>
              <a:r>
                <a:rPr lang="es-ES" sz="1200" dirty="0">
                  <a:solidFill>
                    <a:schemeClr val="bg1"/>
                  </a:solidFill>
                  <a:latin typeface="Santander Text Light" panose="020B0304020201020104" pitchFamily="34" charset="0"/>
                </a:rPr>
                <a:t>1</a:t>
              </a:r>
            </a:p>
          </p:txBody>
        </p:sp>
        <p:sp>
          <p:nvSpPr>
            <p:cNvPr id="12" name="object 9">
              <a:extLst>
                <a:ext uri="{FF2B5EF4-FFF2-40B4-BE49-F238E27FC236}">
                  <a16:creationId xmlns:a16="http://schemas.microsoft.com/office/drawing/2014/main" id="{D57F9793-D4B3-7315-CA9E-3BAEADC88A55}"/>
                </a:ext>
              </a:extLst>
            </p:cNvPr>
            <p:cNvSpPr txBox="1"/>
            <p:nvPr/>
          </p:nvSpPr>
          <p:spPr>
            <a:xfrm>
              <a:off x="9686924" y="2067335"/>
              <a:ext cx="805821" cy="197490"/>
            </a:xfrm>
            <a:prstGeom prst="rect">
              <a:avLst/>
            </a:prstGeom>
          </p:spPr>
          <p:txBody>
            <a:bodyPr vert="horz" wrap="square" lIns="0" tIns="12700" rIns="0" bIns="0" rtlCol="0">
              <a:spAutoFit/>
            </a:bodyPr>
            <a:lstStyle/>
            <a:p>
              <a:pPr marL="12700" marR="5080">
                <a:spcBef>
                  <a:spcPts val="100"/>
                </a:spcBef>
              </a:pPr>
              <a:r>
                <a:rPr lang="da-DK" sz="1200" spc="-20" dirty="0">
                  <a:solidFill>
                    <a:srgbClr val="1A232B"/>
                  </a:solidFill>
                  <a:latin typeface="Santander Text Light" panose="020B0304020201020104" pitchFamily="34" charset="0"/>
                  <a:cs typeface="Santander Text Light"/>
                </a:rPr>
                <a:t>Objetivos</a:t>
              </a:r>
            </a:p>
          </p:txBody>
        </p:sp>
        <p:pic>
          <p:nvPicPr>
            <p:cNvPr id="13" name="Gráfico 12">
              <a:extLst>
                <a:ext uri="{FF2B5EF4-FFF2-40B4-BE49-F238E27FC236}">
                  <a16:creationId xmlns:a16="http://schemas.microsoft.com/office/drawing/2014/main" id="{28CE254B-ADAD-1054-33A4-7C875521D80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26698" y="4483673"/>
              <a:ext cx="345600" cy="345600"/>
            </a:xfrm>
            <a:prstGeom prst="rect">
              <a:avLst/>
            </a:prstGeom>
          </p:spPr>
        </p:pic>
        <p:pic>
          <p:nvPicPr>
            <p:cNvPr id="14" name="Gráfico 13">
              <a:extLst>
                <a:ext uri="{FF2B5EF4-FFF2-40B4-BE49-F238E27FC236}">
                  <a16:creationId xmlns:a16="http://schemas.microsoft.com/office/drawing/2014/main" id="{4B7F6F74-84A9-FDAC-B18F-10DE7D4660D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726038" y="1839066"/>
              <a:ext cx="345600" cy="345600"/>
            </a:xfrm>
            <a:prstGeom prst="rect">
              <a:avLst/>
            </a:prstGeom>
          </p:spPr>
        </p:pic>
        <p:pic>
          <p:nvPicPr>
            <p:cNvPr id="15" name="Gráfico 14">
              <a:extLst>
                <a:ext uri="{FF2B5EF4-FFF2-40B4-BE49-F238E27FC236}">
                  <a16:creationId xmlns:a16="http://schemas.microsoft.com/office/drawing/2014/main" id="{6BE4A3A7-721C-550E-C8D8-9C9C1142FED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329159" y="4508187"/>
              <a:ext cx="345600" cy="345600"/>
            </a:xfrm>
            <a:prstGeom prst="rect">
              <a:avLst/>
            </a:prstGeom>
          </p:spPr>
        </p:pic>
        <p:pic>
          <p:nvPicPr>
            <p:cNvPr id="16" name="Gráfico 15">
              <a:extLst>
                <a:ext uri="{FF2B5EF4-FFF2-40B4-BE49-F238E27FC236}">
                  <a16:creationId xmlns:a16="http://schemas.microsoft.com/office/drawing/2014/main" id="{B53CDF74-1E62-6972-1074-279A538DB07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4942" y="3606348"/>
              <a:ext cx="345600" cy="345600"/>
            </a:xfrm>
            <a:prstGeom prst="rect">
              <a:avLst/>
            </a:prstGeom>
          </p:spPr>
        </p:pic>
        <p:pic>
          <p:nvPicPr>
            <p:cNvPr id="17" name="Gráfico 16">
              <a:extLst>
                <a:ext uri="{FF2B5EF4-FFF2-40B4-BE49-F238E27FC236}">
                  <a16:creationId xmlns:a16="http://schemas.microsoft.com/office/drawing/2014/main" id="{A8D6A5C4-EC59-13C8-8369-99AFA07592B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372535" y="3590206"/>
              <a:ext cx="345600" cy="345600"/>
            </a:xfrm>
            <a:prstGeom prst="rect">
              <a:avLst/>
            </a:prstGeom>
          </p:spPr>
        </p:pic>
        <p:pic>
          <p:nvPicPr>
            <p:cNvPr id="18" name="Gráfico 17">
              <a:extLst>
                <a:ext uri="{FF2B5EF4-FFF2-40B4-BE49-F238E27FC236}">
                  <a16:creationId xmlns:a16="http://schemas.microsoft.com/office/drawing/2014/main" id="{BC9C4C6C-AFB2-34A3-2D81-1C0F1F80D3F5}"/>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663841" y="2417369"/>
              <a:ext cx="345600" cy="345600"/>
            </a:xfrm>
            <a:prstGeom prst="rect">
              <a:avLst/>
            </a:prstGeom>
          </p:spPr>
        </p:pic>
      </p:grpSp>
    </p:spTree>
    <p:extLst>
      <p:ext uri="{BB962C8B-B14F-4D97-AF65-F5344CB8AC3E}">
        <p14:creationId xmlns:p14="http://schemas.microsoft.com/office/powerpoint/2010/main" val="1909008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C9E6F-4010-0F1B-9F15-6EB5DC7CFA2F}"/>
            </a:ext>
          </a:extLst>
        </p:cNvPr>
        <p:cNvGrpSpPr/>
        <p:nvPr/>
      </p:nvGrpSpPr>
      <p:grpSpPr>
        <a:xfrm>
          <a:off x="0" y="0"/>
          <a:ext cx="0" cy="0"/>
          <a:chOff x="0" y="0"/>
          <a:chExt cx="0" cy="0"/>
        </a:xfrm>
      </p:grpSpPr>
      <p:sp>
        <p:nvSpPr>
          <p:cNvPr id="25" name="object 9">
            <a:extLst>
              <a:ext uri="{FF2B5EF4-FFF2-40B4-BE49-F238E27FC236}">
                <a16:creationId xmlns:a16="http://schemas.microsoft.com/office/drawing/2014/main" id="{B08E49DB-67D7-344D-587C-FA91F07CC963}"/>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13</a:t>
            </a:fld>
            <a:endParaRPr lang="en-US"/>
          </a:p>
        </p:txBody>
      </p:sp>
      <p:sp>
        <p:nvSpPr>
          <p:cNvPr id="2" name="Título 1">
            <a:extLst>
              <a:ext uri="{FF2B5EF4-FFF2-40B4-BE49-F238E27FC236}">
                <a16:creationId xmlns:a16="http://schemas.microsoft.com/office/drawing/2014/main" id="{FD185DD9-E30D-4224-6BBB-93052E8600EF}"/>
              </a:ext>
            </a:extLst>
          </p:cNvPr>
          <p:cNvSpPr>
            <a:spLocks noGrp="1"/>
          </p:cNvSpPr>
          <p:nvPr>
            <p:ph type="title"/>
          </p:nvPr>
        </p:nvSpPr>
        <p:spPr>
          <a:xfrm>
            <a:off x="479834" y="991999"/>
            <a:ext cx="11235350" cy="657916"/>
          </a:xfrm>
        </p:spPr>
        <p:txBody>
          <a:bodyPr/>
          <a:lstStyle/>
          <a:p>
            <a:r>
              <a:rPr lang="es-MX" dirty="0"/>
              <a:t>Razonabilidad</a:t>
            </a:r>
          </a:p>
        </p:txBody>
      </p:sp>
      <p:sp>
        <p:nvSpPr>
          <p:cNvPr id="3" name="Marcador de contenido 3">
            <a:extLst>
              <a:ext uri="{FF2B5EF4-FFF2-40B4-BE49-F238E27FC236}">
                <a16:creationId xmlns:a16="http://schemas.microsoft.com/office/drawing/2014/main" id="{A28D7F97-CB85-E082-271B-C6E083D0D961}"/>
              </a:ext>
            </a:extLst>
          </p:cNvPr>
          <p:cNvSpPr txBox="1">
            <a:spLocks/>
          </p:cNvSpPr>
          <p:nvPr/>
        </p:nvSpPr>
        <p:spPr>
          <a:xfrm>
            <a:off x="478324" y="1535702"/>
            <a:ext cx="11235351" cy="1795980"/>
          </a:xfrm>
          <a:prstGeom prst="rect">
            <a:avLst/>
          </a:prstGeom>
        </p:spPr>
        <p:txBody>
          <a:bodyPr>
            <a:normAutofit/>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r>
              <a:rPr lang="es-MX" sz="1400">
                <a:solidFill>
                  <a:srgbClr val="000000"/>
                </a:solidFill>
                <a:latin typeface="Santander Text Light" panose="020B0304020201020104" pitchFamily="34" charset="0"/>
                <a:ea typeface="Calibri" panose="020F0502020204030204" pitchFamily="34" charset="0"/>
                <a:cs typeface="Times New Roman" panose="02020603050405020304" pitchFamily="18" charset="0"/>
              </a:rPr>
              <a:t>Una vez que se conoce el perfil del Producto Financiero y los Perfiles de Clientes,  se puede conocer la </a:t>
            </a:r>
            <a:r>
              <a:rPr lang="es-MX" sz="1400" b="1">
                <a:solidFill>
                  <a:srgbClr val="000000"/>
                </a:solidFill>
                <a:latin typeface="Santander Text Light" panose="020B0304020201020104" pitchFamily="34" charset="0"/>
                <a:ea typeface="Calibri" panose="020F0502020204030204" pitchFamily="34" charset="0"/>
                <a:cs typeface="Times New Roman" panose="02020603050405020304" pitchFamily="18" charset="0"/>
              </a:rPr>
              <a:t>Razonabilidad </a:t>
            </a:r>
            <a:r>
              <a:rPr lang="es-MX" sz="1400">
                <a:solidFill>
                  <a:srgbClr val="000000"/>
                </a:solidFill>
                <a:latin typeface="Santander Text Light" panose="020B0304020201020104" pitchFamily="34" charset="0"/>
                <a:ea typeface="Calibri" panose="020F0502020204030204" pitchFamily="34" charset="0"/>
                <a:cs typeface="Times New Roman" panose="02020603050405020304" pitchFamily="18" charset="0"/>
              </a:rPr>
              <a:t>entre el perfil y los productos a ser ofrecidos a los Clientes, es decir, cual es la mejor combinación de productos, el límite de cada uno de ellos y las condiciones para que den cumplimiento es decir, la mejor </a:t>
            </a:r>
            <a:r>
              <a:rPr lang="es-MX" sz="1400" b="1">
                <a:solidFill>
                  <a:srgbClr val="000000"/>
                </a:solidFill>
                <a:latin typeface="Santander Text Light" panose="020B0304020201020104" pitchFamily="34" charset="0"/>
                <a:ea typeface="Calibri" panose="020F0502020204030204" pitchFamily="34" charset="0"/>
                <a:cs typeface="Times New Roman" panose="02020603050405020304" pitchFamily="18" charset="0"/>
              </a:rPr>
              <a:t>diversificación.</a:t>
            </a:r>
            <a:r>
              <a:rPr lang="es-MX" sz="1400">
                <a:solidFill>
                  <a:srgbClr val="000000"/>
                </a:solidFill>
                <a:latin typeface="Santander Text Light" panose="020B0304020201020104" pitchFamily="34" charset="0"/>
                <a:ea typeface="Calibri" panose="020F0502020204030204" pitchFamily="34" charset="0"/>
                <a:cs typeface="Times New Roman" panose="02020603050405020304" pitchFamily="18" charset="0"/>
              </a:rPr>
              <a:t> </a:t>
            </a:r>
            <a:endParaRPr lang="es-MX" sz="1400">
              <a:latin typeface="Santander Text Light" panose="020B0304020201020104" pitchFamily="34" charset="0"/>
              <a:ea typeface="Calibri" panose="020F0502020204030204" pitchFamily="34" charset="0"/>
              <a:cs typeface="Times New Roman" panose="02020603050405020304" pitchFamily="18" charset="0"/>
            </a:endParaRPr>
          </a:p>
          <a:p>
            <a:r>
              <a:rPr lang="es-MX" sz="1400">
                <a:latin typeface="Santander Text Light" panose="020B0304020201020104" pitchFamily="34" charset="0"/>
              </a:rPr>
              <a:t>La Razonabilidad establecida en SAM Asset Management, con la cual deberán guiarse los servicios de inversión asesorados, es la siguiente:</a:t>
            </a:r>
            <a:endParaRPr lang="es-MX" sz="1400" dirty="0">
              <a:latin typeface="Santander Text Light" panose="020B0304020201020104" pitchFamily="34" charset="0"/>
            </a:endParaRPr>
          </a:p>
        </p:txBody>
      </p:sp>
      <p:graphicFrame>
        <p:nvGraphicFramePr>
          <p:cNvPr id="4" name="Tabla 3">
            <a:extLst>
              <a:ext uri="{FF2B5EF4-FFF2-40B4-BE49-F238E27FC236}">
                <a16:creationId xmlns:a16="http://schemas.microsoft.com/office/drawing/2014/main" id="{2AFC261B-B4F5-EE17-2773-7C54AFE050CC}"/>
              </a:ext>
            </a:extLst>
          </p:cNvPr>
          <p:cNvGraphicFramePr>
            <a:graphicFrameLocks noGrp="1"/>
          </p:cNvGraphicFramePr>
          <p:nvPr>
            <p:extLst>
              <p:ext uri="{D42A27DB-BD31-4B8C-83A1-F6EECF244321}">
                <p14:modId xmlns:p14="http://schemas.microsoft.com/office/powerpoint/2010/main" val="4082955884"/>
              </p:ext>
            </p:extLst>
          </p:nvPr>
        </p:nvGraphicFramePr>
        <p:xfrm>
          <a:off x="626724" y="3034990"/>
          <a:ext cx="8507002" cy="3680713"/>
        </p:xfrm>
        <a:graphic>
          <a:graphicData uri="http://schemas.openxmlformats.org/drawingml/2006/table">
            <a:tbl>
              <a:tblPr firstRow="1" firstCol="1" bandRow="1"/>
              <a:tblGrid>
                <a:gridCol w="2547520">
                  <a:extLst>
                    <a:ext uri="{9D8B030D-6E8A-4147-A177-3AD203B41FA5}">
                      <a16:colId xmlns:a16="http://schemas.microsoft.com/office/drawing/2014/main" val="4040461868"/>
                    </a:ext>
                  </a:extLst>
                </a:gridCol>
                <a:gridCol w="1537701">
                  <a:extLst>
                    <a:ext uri="{9D8B030D-6E8A-4147-A177-3AD203B41FA5}">
                      <a16:colId xmlns:a16="http://schemas.microsoft.com/office/drawing/2014/main" val="258356786"/>
                    </a:ext>
                  </a:extLst>
                </a:gridCol>
                <a:gridCol w="1349808">
                  <a:extLst>
                    <a:ext uri="{9D8B030D-6E8A-4147-A177-3AD203B41FA5}">
                      <a16:colId xmlns:a16="http://schemas.microsoft.com/office/drawing/2014/main" val="2343313315"/>
                    </a:ext>
                  </a:extLst>
                </a:gridCol>
                <a:gridCol w="1150706">
                  <a:extLst>
                    <a:ext uri="{9D8B030D-6E8A-4147-A177-3AD203B41FA5}">
                      <a16:colId xmlns:a16="http://schemas.microsoft.com/office/drawing/2014/main" val="3725611007"/>
                    </a:ext>
                  </a:extLst>
                </a:gridCol>
                <a:gridCol w="945222">
                  <a:extLst>
                    <a:ext uri="{9D8B030D-6E8A-4147-A177-3AD203B41FA5}">
                      <a16:colId xmlns:a16="http://schemas.microsoft.com/office/drawing/2014/main" val="2535871354"/>
                    </a:ext>
                  </a:extLst>
                </a:gridCol>
                <a:gridCol w="976045">
                  <a:extLst>
                    <a:ext uri="{9D8B030D-6E8A-4147-A177-3AD203B41FA5}">
                      <a16:colId xmlns:a16="http://schemas.microsoft.com/office/drawing/2014/main" val="2155842205"/>
                    </a:ext>
                  </a:extLst>
                </a:gridCol>
              </a:tblGrid>
              <a:tr h="857727">
                <a:tc>
                  <a:txBody>
                    <a:bodyPr/>
                    <a:lstStyle/>
                    <a:p>
                      <a:pPr>
                        <a:lnSpc>
                          <a:spcPct val="115000"/>
                        </a:lnSpc>
                        <a:spcAft>
                          <a:spcPts val="1000"/>
                        </a:spcAft>
                      </a:pPr>
                      <a:r>
                        <a:rPr lang="es-MX" sz="1400" dirty="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 </a:t>
                      </a:r>
                      <a:endParaRPr lang="es-MX" sz="1400" dirty="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b">
                    <a:lnL>
                      <a:noFill/>
                    </a:lnL>
                    <a:lnR w="1270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nSpc>
                          <a:spcPct val="115000"/>
                        </a:lnSpc>
                        <a:spcAft>
                          <a:spcPts val="1000"/>
                        </a:spcAft>
                      </a:pPr>
                      <a:r>
                        <a:rPr lang="es-MX" sz="1400" b="1">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Tipo de inversionista</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9637A"/>
                    </a:solidFill>
                  </a:tcPr>
                </a:tc>
                <a:tc>
                  <a:txBody>
                    <a:bodyPr/>
                    <a:lstStyle/>
                    <a:p>
                      <a:pPr algn="ctr">
                        <a:lnSpc>
                          <a:spcPct val="115000"/>
                        </a:lnSpc>
                        <a:spcAft>
                          <a:spcPts val="1000"/>
                        </a:spcAft>
                      </a:pPr>
                      <a:r>
                        <a:rPr lang="es-MX" sz="1400" dirty="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Conservador</a:t>
                      </a:r>
                      <a:endParaRPr lang="es-MX" sz="1400" dirty="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Moderado</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Decidido</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Agresivo</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68407253"/>
                  </a:ext>
                </a:extLst>
              </a:tr>
              <a:tr h="317340">
                <a:tc>
                  <a:txBody>
                    <a:bodyPr/>
                    <a:lstStyle/>
                    <a:p>
                      <a:pPr>
                        <a:lnSpc>
                          <a:spcPct val="115000"/>
                        </a:lnSpc>
                        <a:spcAft>
                          <a:spcPts val="1000"/>
                        </a:spcAft>
                      </a:pPr>
                      <a:r>
                        <a:rPr lang="es-MX" sz="14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 </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nSpc>
                          <a:spcPct val="115000"/>
                        </a:lnSpc>
                        <a:spcAft>
                          <a:spcPts val="1000"/>
                        </a:spcAft>
                      </a:pPr>
                      <a:r>
                        <a:rPr lang="es-MX" sz="1400" b="1">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Puntaje máximo de riesgos</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9637A"/>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15</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30</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60</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100</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582787517"/>
                  </a:ext>
                </a:extLst>
              </a:tr>
              <a:tr h="425417">
                <a:tc rowSpan="6">
                  <a:txBody>
                    <a:bodyPr/>
                    <a:lstStyle/>
                    <a:p>
                      <a:pPr algn="ctr">
                        <a:lnSpc>
                          <a:spcPct val="115000"/>
                        </a:lnSpc>
                        <a:spcAft>
                          <a:spcPts val="1000"/>
                        </a:spcAft>
                      </a:pPr>
                      <a:r>
                        <a:rPr lang="es-MX" sz="1400" b="1" dirty="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Límite % de</a:t>
                      </a:r>
                      <a:br>
                        <a:rPr lang="es-MX" sz="1400" b="1" dirty="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br>
                      <a:r>
                        <a:rPr lang="es-MX" sz="1400" b="1" dirty="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 productos por</a:t>
                      </a:r>
                      <a:br>
                        <a:rPr lang="es-MX" sz="1400" b="1" dirty="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br>
                      <a:r>
                        <a:rPr lang="es-MX" sz="1400" b="1" dirty="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 tipo de perfil</a:t>
                      </a:r>
                      <a:endParaRPr lang="es-MX" sz="1400" dirty="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vert="vert27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9637A"/>
                    </a:solidFill>
                  </a:tcPr>
                </a:tc>
                <a:tc>
                  <a:txBody>
                    <a:bodyPr/>
                    <a:lstStyle/>
                    <a:p>
                      <a:pPr>
                        <a:lnSpc>
                          <a:spcPct val="115000"/>
                        </a:lnSpc>
                        <a:spcAft>
                          <a:spcPts val="1000"/>
                        </a:spcAft>
                      </a:pPr>
                      <a:r>
                        <a:rPr lang="es-MX" sz="14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Renta Fija</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75756"/>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100%</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100%</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100%</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100%</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69514948"/>
                  </a:ext>
                </a:extLst>
              </a:tr>
              <a:tr h="317340">
                <a:tc vMerge="1">
                  <a:txBody>
                    <a:bodyPr/>
                    <a:lstStyle/>
                    <a:p>
                      <a:endParaRPr lang="es-MX"/>
                    </a:p>
                  </a:txBody>
                  <a:tcPr/>
                </a:tc>
                <a:tc>
                  <a:txBody>
                    <a:bodyPr/>
                    <a:lstStyle/>
                    <a:p>
                      <a:pPr>
                        <a:lnSpc>
                          <a:spcPct val="115000"/>
                        </a:lnSpc>
                        <a:spcAft>
                          <a:spcPts val="1000"/>
                        </a:spcAft>
                      </a:pPr>
                      <a:r>
                        <a:rPr lang="es-MX" sz="14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Notas Estructuradas</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75756"/>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10%</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15%</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25%</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40%</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94267282"/>
                  </a:ext>
                </a:extLst>
              </a:tr>
              <a:tr h="425417">
                <a:tc vMerge="1">
                  <a:txBody>
                    <a:bodyPr/>
                    <a:lstStyle/>
                    <a:p>
                      <a:endParaRPr lang="es-MX"/>
                    </a:p>
                  </a:txBody>
                  <a:tcPr/>
                </a:tc>
                <a:tc>
                  <a:txBody>
                    <a:bodyPr/>
                    <a:lstStyle/>
                    <a:p>
                      <a:pPr>
                        <a:lnSpc>
                          <a:spcPct val="115000"/>
                        </a:lnSpc>
                        <a:spcAft>
                          <a:spcPts val="1000"/>
                        </a:spcAft>
                      </a:pPr>
                      <a:r>
                        <a:rPr lang="es-MX" sz="14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Renta Variable</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75756"/>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0%</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15%</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50%</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100%</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06300033"/>
                  </a:ext>
                </a:extLst>
              </a:tr>
              <a:tr h="317340">
                <a:tc vMerge="1">
                  <a:txBody>
                    <a:bodyPr/>
                    <a:lstStyle/>
                    <a:p>
                      <a:endParaRPr lang="es-MX"/>
                    </a:p>
                  </a:txBody>
                  <a:tcPr/>
                </a:tc>
                <a:tc>
                  <a:txBody>
                    <a:bodyPr/>
                    <a:lstStyle/>
                    <a:p>
                      <a:pPr>
                        <a:lnSpc>
                          <a:spcPct val="115000"/>
                        </a:lnSpc>
                        <a:spcAft>
                          <a:spcPts val="1000"/>
                        </a:spcAft>
                      </a:pPr>
                      <a:r>
                        <a:rPr lang="es-MX" sz="14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Exposición a tipo de cambio</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75756"/>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0%</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10%</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30%</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50%</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973086067"/>
                  </a:ext>
                </a:extLst>
              </a:tr>
              <a:tr h="317340">
                <a:tc vMerge="1">
                  <a:txBody>
                    <a:bodyPr/>
                    <a:lstStyle/>
                    <a:p>
                      <a:endParaRPr lang="es-MX"/>
                    </a:p>
                  </a:txBody>
                  <a:tcPr/>
                </a:tc>
                <a:tc>
                  <a:txBody>
                    <a:bodyPr/>
                    <a:lstStyle/>
                    <a:p>
                      <a:pPr>
                        <a:lnSpc>
                          <a:spcPct val="115000"/>
                        </a:lnSpc>
                        <a:spcAft>
                          <a:spcPts val="1000"/>
                        </a:spcAft>
                      </a:pPr>
                      <a:r>
                        <a:rPr lang="es-MX" sz="14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Derivados</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75756"/>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0%</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5%</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10%</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20%</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42712694"/>
                  </a:ext>
                </a:extLst>
              </a:tr>
              <a:tr h="209263">
                <a:tc vMerge="1">
                  <a:txBody>
                    <a:bodyPr/>
                    <a:lstStyle/>
                    <a:p>
                      <a:endParaRPr lang="es-MX"/>
                    </a:p>
                  </a:txBody>
                  <a:tcPr/>
                </a:tc>
                <a:tc>
                  <a:txBody>
                    <a:bodyPr/>
                    <a:lstStyle/>
                    <a:p>
                      <a:pPr>
                        <a:lnSpc>
                          <a:spcPct val="115000"/>
                        </a:lnSpc>
                        <a:spcAft>
                          <a:spcPts val="1000"/>
                        </a:spcAft>
                      </a:pPr>
                      <a:r>
                        <a:rPr lang="es-MX" sz="1400">
                          <a:solidFill>
                            <a:srgbClr val="FFFFFF"/>
                          </a:solidFill>
                          <a:effectLst/>
                          <a:latin typeface="Santander Text Light" panose="020B0304020201020104" pitchFamily="34" charset="0"/>
                          <a:ea typeface="Times New Roman" panose="02020603050405020304" pitchFamily="18" charset="0"/>
                          <a:cs typeface="Times New Roman" panose="02020603050405020304" pitchFamily="18" charset="0"/>
                        </a:rPr>
                        <a:t>Commodities</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75756"/>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0%</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0%</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1000"/>
                        </a:spcAft>
                      </a:pPr>
                      <a:r>
                        <a:rPr lang="es-MX" sz="140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0%</a:t>
                      </a:r>
                      <a:endParaRPr lang="es-MX" sz="140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1000"/>
                        </a:spcAft>
                      </a:pPr>
                      <a:r>
                        <a:rPr lang="es-MX" sz="1400" dirty="0">
                          <a:solidFill>
                            <a:srgbClr val="000000"/>
                          </a:solidFill>
                          <a:effectLst/>
                          <a:latin typeface="Santander Text Light" panose="020B0304020201020104" pitchFamily="34" charset="0"/>
                          <a:ea typeface="Times New Roman" panose="02020603050405020304" pitchFamily="18" charset="0"/>
                          <a:cs typeface="Times New Roman" panose="02020603050405020304" pitchFamily="18" charset="0"/>
                        </a:rPr>
                        <a:t>0%</a:t>
                      </a:r>
                      <a:endParaRPr lang="es-MX" sz="1400" dirty="0">
                        <a:effectLst/>
                        <a:latin typeface="Santander Text Light" panose="020B0304020201020104" pitchFamily="34" charset="0"/>
                        <a:ea typeface="Calibri" panose="020F0502020204030204" pitchFamily="34" charset="0"/>
                        <a:cs typeface="Times New Roman" panose="02020603050405020304" pitchFamily="18" charset="0"/>
                      </a:endParaRPr>
                    </a:p>
                  </a:txBody>
                  <a:tcPr marL="37423" marR="374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1448786"/>
                  </a:ext>
                </a:extLst>
              </a:tr>
            </a:tbl>
          </a:graphicData>
        </a:graphic>
      </p:graphicFrame>
      <p:sp>
        <p:nvSpPr>
          <p:cNvPr id="5" name="Globo: flecha izquierda 4">
            <a:extLst>
              <a:ext uri="{FF2B5EF4-FFF2-40B4-BE49-F238E27FC236}">
                <a16:creationId xmlns:a16="http://schemas.microsoft.com/office/drawing/2014/main" id="{0EA9056B-35B0-E52B-7B4A-33AEDAB294EF}"/>
              </a:ext>
            </a:extLst>
          </p:cNvPr>
          <p:cNvSpPr/>
          <p:nvPr/>
        </p:nvSpPr>
        <p:spPr>
          <a:xfrm>
            <a:off x="9282126" y="3459625"/>
            <a:ext cx="2622327" cy="3049034"/>
          </a:xfrm>
          <a:prstGeom prst="leftArrowCallou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s-MX" dirty="0">
                <a:solidFill>
                  <a:schemeClr val="tx2">
                    <a:lumMod val="25000"/>
                  </a:schemeClr>
                </a:solidFill>
                <a:latin typeface="Santander Text Light" panose="020B0304020201020104" pitchFamily="34" charset="0"/>
              </a:rPr>
              <a:t>Cada uno de los productos mencionados en el cuadro, cuentan con subproductos y sus respectivos límites </a:t>
            </a:r>
          </a:p>
        </p:txBody>
      </p:sp>
    </p:spTree>
    <p:extLst>
      <p:ext uri="{BB962C8B-B14F-4D97-AF65-F5344CB8AC3E}">
        <p14:creationId xmlns:p14="http://schemas.microsoft.com/office/powerpoint/2010/main" val="9678952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2B2D2-078F-2F8B-994D-78BA1F3CB698}"/>
            </a:ext>
          </a:extLst>
        </p:cNvPr>
        <p:cNvGrpSpPr/>
        <p:nvPr/>
      </p:nvGrpSpPr>
      <p:grpSpPr>
        <a:xfrm>
          <a:off x="0" y="0"/>
          <a:ext cx="0" cy="0"/>
          <a:chOff x="0" y="0"/>
          <a:chExt cx="0" cy="0"/>
        </a:xfrm>
      </p:grpSpPr>
      <p:sp>
        <p:nvSpPr>
          <p:cNvPr id="25" name="object 9">
            <a:extLst>
              <a:ext uri="{FF2B5EF4-FFF2-40B4-BE49-F238E27FC236}">
                <a16:creationId xmlns:a16="http://schemas.microsoft.com/office/drawing/2014/main" id="{1CC6BC9A-AB2E-D9B9-0E99-3B540FBC8897}"/>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14</a:t>
            </a:fld>
            <a:endParaRPr lang="en-US"/>
          </a:p>
        </p:txBody>
      </p:sp>
      <p:sp>
        <p:nvSpPr>
          <p:cNvPr id="2" name="Título 1">
            <a:extLst>
              <a:ext uri="{FF2B5EF4-FFF2-40B4-BE49-F238E27FC236}">
                <a16:creationId xmlns:a16="http://schemas.microsoft.com/office/drawing/2014/main" id="{647E5DFE-E057-03C5-B192-F65B9A6248E7}"/>
              </a:ext>
            </a:extLst>
          </p:cNvPr>
          <p:cNvSpPr>
            <a:spLocks noGrp="1"/>
          </p:cNvSpPr>
          <p:nvPr>
            <p:ph type="title"/>
          </p:nvPr>
        </p:nvSpPr>
        <p:spPr>
          <a:xfrm>
            <a:off x="479833" y="1113565"/>
            <a:ext cx="11235350" cy="657916"/>
          </a:xfrm>
        </p:spPr>
        <p:txBody>
          <a:bodyPr>
            <a:normAutofit/>
          </a:bodyPr>
          <a:lstStyle/>
          <a:p>
            <a:r>
              <a:rPr lang="es-MX" dirty="0"/>
              <a:t>Dudas</a:t>
            </a:r>
          </a:p>
        </p:txBody>
      </p:sp>
      <p:sp>
        <p:nvSpPr>
          <p:cNvPr id="3" name="Marcador de contenido 3">
            <a:extLst>
              <a:ext uri="{FF2B5EF4-FFF2-40B4-BE49-F238E27FC236}">
                <a16:creationId xmlns:a16="http://schemas.microsoft.com/office/drawing/2014/main" id="{084C4AC8-FD29-B3A3-FC0D-C1A7D2EB1C59}"/>
              </a:ext>
            </a:extLst>
          </p:cNvPr>
          <p:cNvSpPr txBox="1">
            <a:spLocks/>
          </p:cNvSpPr>
          <p:nvPr/>
        </p:nvSpPr>
        <p:spPr>
          <a:xfrm>
            <a:off x="479833" y="1833880"/>
            <a:ext cx="5160679" cy="4648200"/>
          </a:xfrm>
          <a:prstGeom prst="rect">
            <a:avLst/>
          </a:prstGeom>
        </p:spPr>
        <p:style>
          <a:lnRef idx="2">
            <a:schemeClr val="accent1"/>
          </a:lnRef>
          <a:fillRef idx="1">
            <a:schemeClr val="lt1"/>
          </a:fillRef>
          <a:effectRef idx="0">
            <a:schemeClr val="accent1"/>
          </a:effectRef>
          <a:fontRef idx="minor">
            <a:schemeClr val="dk1"/>
          </a:fontRef>
        </p:style>
        <p:txBody>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dk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dk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dk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9pPr>
          </a:lstStyle>
          <a:p>
            <a:pPr marL="0" indent="0">
              <a:buFont typeface="Arial" panose="020B0604020202020204" pitchFamily="34" charset="0"/>
              <a:buNone/>
            </a:pPr>
            <a:r>
              <a:rPr lang="es-MX" sz="1800" b="1">
                <a:solidFill>
                  <a:srgbClr val="000000"/>
                </a:solidFill>
                <a:latin typeface="Santander Text Light" panose="020B0304020201020104" pitchFamily="34" charset="0"/>
                <a:ea typeface="Calibri" panose="020F0502020204030204" pitchFamily="34" charset="0"/>
                <a:cs typeface="Times New Roman" panose="02020603050405020304" pitchFamily="18" charset="0"/>
              </a:rPr>
              <a:t>¿El perfil de cliente aplica para todos sus contratos?</a:t>
            </a:r>
            <a:br>
              <a:rPr lang="es-MX" sz="1800" b="1">
                <a:latin typeface="Santander Text Light" panose="020B0304020201020104" pitchFamily="34" charset="0"/>
                <a:ea typeface="Calibri" panose="020F0502020204030204" pitchFamily="34" charset="0"/>
                <a:cs typeface="Times New Roman" panose="02020603050405020304" pitchFamily="18" charset="0"/>
              </a:rPr>
            </a:br>
            <a:endParaRPr lang="es-MX" sz="1800" b="1">
              <a:latin typeface="Santander Text Light" panose="020B0304020201020104" pitchFamily="34" charset="0"/>
            </a:endParaRPr>
          </a:p>
          <a:p>
            <a:r>
              <a:rPr lang="es-MX" sz="1800">
                <a:latin typeface="Santander Text Light" panose="020B0304020201020104" pitchFamily="34" charset="0"/>
              </a:rPr>
              <a:t>No, el Cliente debe ser perfilado </a:t>
            </a:r>
            <a:r>
              <a:rPr lang="es-MX" sz="1800" b="1">
                <a:latin typeface="Santander Text Light" panose="020B0304020201020104" pitchFamily="34" charset="0"/>
              </a:rPr>
              <a:t>para cada uno de los Contratos</a:t>
            </a:r>
            <a:r>
              <a:rPr lang="es-MX" sz="1800">
                <a:latin typeface="Santander Text Light" panose="020B0304020201020104" pitchFamily="34" charset="0"/>
              </a:rPr>
              <a:t> que abra con la Gestora, esto de acuerdo a las necesidades de Inversión. </a:t>
            </a:r>
          </a:p>
          <a:p>
            <a:r>
              <a:rPr lang="es-MX" sz="1800">
                <a:latin typeface="Santander Text Light" panose="020B0304020201020104" pitchFamily="34" charset="0"/>
              </a:rPr>
              <a:t>Tomando en consideración las necesidades de Inversión, pueden existir contrato mixtos, es decir, se pueden combinar los servicios de Gestión con los de Ejecución, en SAM Mx los contratos de mandatos, en general, son mixtos.</a:t>
            </a:r>
          </a:p>
          <a:p>
            <a:r>
              <a:rPr lang="es-MX" sz="1800">
                <a:latin typeface="Santander Text Light" panose="020B0304020201020104" pitchFamily="34" charset="0"/>
              </a:rPr>
              <a:t>En caso de que un Cliente desee realizar una operación diferente a la establecida en su contrato, el Promotor Institucional le deberá informar sobre las diferencias de los productos y servicios, y en caso de ser necesario, modificar ese contrato tomando en cuenta las consideraciones debidas. </a:t>
            </a:r>
          </a:p>
          <a:p>
            <a:endParaRPr lang="es-MX" sz="1800" dirty="0">
              <a:latin typeface="Santander Text Light" panose="020B0304020201020104" pitchFamily="34" charset="0"/>
            </a:endParaRPr>
          </a:p>
        </p:txBody>
      </p:sp>
      <p:sp>
        <p:nvSpPr>
          <p:cNvPr id="4" name="Marcador de contenido 3">
            <a:extLst>
              <a:ext uri="{FF2B5EF4-FFF2-40B4-BE49-F238E27FC236}">
                <a16:creationId xmlns:a16="http://schemas.microsoft.com/office/drawing/2014/main" id="{21BB6645-5183-4EEA-5F00-4B48DAF60A22}"/>
              </a:ext>
            </a:extLst>
          </p:cNvPr>
          <p:cNvSpPr txBox="1">
            <a:spLocks/>
          </p:cNvSpPr>
          <p:nvPr/>
        </p:nvSpPr>
        <p:spPr>
          <a:xfrm>
            <a:off x="6170003" y="1833880"/>
            <a:ext cx="5160679" cy="4648200"/>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lvl1pPr marL="285750" indent="-285750" algn="l" defTabSz="914400" rtl="0" eaLnBrk="1" latinLnBrk="0" hangingPunct="1">
              <a:lnSpc>
                <a:spcPts val="2000"/>
              </a:lnSpc>
              <a:spcBef>
                <a:spcPts val="1000"/>
              </a:spcBef>
              <a:buFont typeface="Arial" panose="020B0604020202020204" pitchFamily="34" charset="0"/>
              <a:buChar char="•"/>
              <a:defRPr sz="1600" kern="1200">
                <a:solidFill>
                  <a:schemeClr val="tx1"/>
                </a:solidFill>
                <a:latin typeface="Santander Text" panose="020B0504020201020104" pitchFamily="34" charset="0"/>
                <a:ea typeface="+mn-ea"/>
                <a:cs typeface="+mn-cs"/>
              </a:defRPr>
            </a:lvl1pPr>
            <a:lvl2pPr marL="742950" indent="-28575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2pPr>
            <a:lvl3pPr marL="1200150" indent="-28575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114550" indent="-28575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MX" sz="1800" b="1" dirty="0">
                <a:solidFill>
                  <a:srgbClr val="000000"/>
                </a:solidFill>
                <a:latin typeface="Santander Text Light" panose="020B0304020201020104" pitchFamily="34" charset="0"/>
                <a:ea typeface="Calibri" panose="020F0502020204030204" pitchFamily="34" charset="0"/>
                <a:cs typeface="Times New Roman" panose="02020603050405020304" pitchFamily="18" charset="0"/>
              </a:rPr>
              <a:t>¿El perfil del Cliente puede tener cambios?</a:t>
            </a:r>
          </a:p>
          <a:p>
            <a:r>
              <a:rPr lang="es-MX" sz="1800" dirty="0">
                <a:solidFill>
                  <a:srgbClr val="000000"/>
                </a:solidFill>
                <a:latin typeface="Santander Text Light" panose="020B0304020201020104" pitchFamily="34" charset="0"/>
                <a:ea typeface="Calibri" panose="020F0502020204030204" pitchFamily="34" charset="0"/>
                <a:cs typeface="Times New Roman" panose="02020603050405020304" pitchFamily="18" charset="0"/>
              </a:rPr>
              <a:t>Sí, en el caso que Cliente proporcione información adicional a la Gestora y se considere pueda modificar el perfil, se deberá hacer de nueva cuenta la evaluación.</a:t>
            </a:r>
          </a:p>
          <a:p>
            <a:r>
              <a:rPr lang="es-MX" sz="1800" dirty="0">
                <a:solidFill>
                  <a:srgbClr val="000000"/>
                </a:solidFill>
                <a:latin typeface="Santander Text Light" panose="020B0304020201020104" pitchFamily="34" charset="0"/>
                <a:ea typeface="Calibri" panose="020F0502020204030204" pitchFamily="34" charset="0"/>
                <a:cs typeface="Times New Roman" panose="02020603050405020304" pitchFamily="18" charset="0"/>
              </a:rPr>
              <a:t>Asimismo, se debe solicitar al Cliente que confirme, por lo menos una vez cada 2 años, que los elementos para determinar su perfil no ha sufrido cambios.</a:t>
            </a:r>
          </a:p>
          <a:p>
            <a:endParaRPr lang="es-MX" sz="1800" dirty="0">
              <a:latin typeface="Santander Text Light" panose="020B0304020201020104" pitchFamily="34" charset="0"/>
            </a:endParaRPr>
          </a:p>
          <a:p>
            <a:endParaRPr lang="es-MX" sz="1800" dirty="0">
              <a:latin typeface="Santander Text Light" panose="020B0304020201020104" pitchFamily="34" charset="0"/>
            </a:endParaRPr>
          </a:p>
        </p:txBody>
      </p:sp>
    </p:spTree>
    <p:extLst>
      <p:ext uri="{BB962C8B-B14F-4D97-AF65-F5344CB8AC3E}">
        <p14:creationId xmlns:p14="http://schemas.microsoft.com/office/powerpoint/2010/main" val="1699488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F0042-B27B-DADA-B7EE-EC24E59D48E2}"/>
            </a:ext>
          </a:extLst>
        </p:cNvPr>
        <p:cNvGrpSpPr/>
        <p:nvPr/>
      </p:nvGrpSpPr>
      <p:grpSpPr>
        <a:xfrm>
          <a:off x="0" y="0"/>
          <a:ext cx="0" cy="0"/>
          <a:chOff x="0" y="0"/>
          <a:chExt cx="0" cy="0"/>
        </a:xfrm>
      </p:grpSpPr>
      <p:sp>
        <p:nvSpPr>
          <p:cNvPr id="25" name="object 9">
            <a:extLst>
              <a:ext uri="{FF2B5EF4-FFF2-40B4-BE49-F238E27FC236}">
                <a16:creationId xmlns:a16="http://schemas.microsoft.com/office/drawing/2014/main" id="{8AFC94F7-5036-F4BB-03AA-59A455B3A276}"/>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15</a:t>
            </a:fld>
            <a:endParaRPr lang="en-US"/>
          </a:p>
        </p:txBody>
      </p:sp>
      <p:sp>
        <p:nvSpPr>
          <p:cNvPr id="2" name="Título 1">
            <a:extLst>
              <a:ext uri="{FF2B5EF4-FFF2-40B4-BE49-F238E27FC236}">
                <a16:creationId xmlns:a16="http://schemas.microsoft.com/office/drawing/2014/main" id="{DC9091A2-3424-D5F2-86BB-B776CE94842A}"/>
              </a:ext>
            </a:extLst>
          </p:cNvPr>
          <p:cNvSpPr>
            <a:spLocks noGrp="1"/>
          </p:cNvSpPr>
          <p:nvPr>
            <p:ph type="title"/>
          </p:nvPr>
        </p:nvSpPr>
        <p:spPr>
          <a:xfrm>
            <a:off x="478325" y="1138319"/>
            <a:ext cx="11235350" cy="657916"/>
          </a:xfrm>
        </p:spPr>
        <p:txBody>
          <a:bodyPr>
            <a:normAutofit/>
          </a:bodyPr>
          <a:lstStyle/>
          <a:p>
            <a:r>
              <a:rPr lang="es-MX" sz="2400" dirty="0"/>
              <a:t>Integración de Expediente del Cliente</a:t>
            </a:r>
          </a:p>
        </p:txBody>
      </p:sp>
      <p:sp>
        <p:nvSpPr>
          <p:cNvPr id="3" name="Marcador de contenido 3">
            <a:extLst>
              <a:ext uri="{FF2B5EF4-FFF2-40B4-BE49-F238E27FC236}">
                <a16:creationId xmlns:a16="http://schemas.microsoft.com/office/drawing/2014/main" id="{F4A11D61-1F99-B9E4-778B-BE91930CF25E}"/>
              </a:ext>
            </a:extLst>
          </p:cNvPr>
          <p:cNvSpPr txBox="1">
            <a:spLocks/>
          </p:cNvSpPr>
          <p:nvPr/>
        </p:nvSpPr>
        <p:spPr>
          <a:xfrm>
            <a:off x="478325" y="1688661"/>
            <a:ext cx="11235351" cy="1043364"/>
          </a:xfrm>
          <a:prstGeom prst="rect">
            <a:avLst/>
          </a:prstGeom>
        </p:spPr>
        <p:txBody>
          <a:bodyPr>
            <a:noAutofit/>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a:lstStyle>
          <a:p>
            <a:pPr marL="0" indent="0">
              <a:buFont typeface="Arial" panose="020B0604020202020204" pitchFamily="34" charset="0"/>
              <a:buNone/>
            </a:pPr>
            <a:r>
              <a:rPr lang="es-MX" sz="1600" dirty="0">
                <a:latin typeface="Santander Text Light" panose="020B0304020201020104" pitchFamily="34" charset="0"/>
              </a:rPr>
              <a:t>Toda información brindada por el Cliente, debe ser integrada al expediente de identificación del mismo, el Promotor Institucional será el encargado de recabar en todo momento dicha información. </a:t>
            </a:r>
          </a:p>
          <a:p>
            <a:pPr marL="0" indent="0">
              <a:buFont typeface="Arial" panose="020B0604020202020204" pitchFamily="34" charset="0"/>
              <a:buNone/>
            </a:pPr>
            <a:r>
              <a:rPr lang="es-MX" sz="1600" dirty="0">
                <a:latin typeface="Santander Text Light" panose="020B0304020201020104" pitchFamily="34" charset="0"/>
              </a:rPr>
              <a:t>En el caso específico de Práctica de Ventas la información que es entregada para la integración del expediente es la siguiente:</a:t>
            </a:r>
          </a:p>
          <a:p>
            <a:pPr marL="720725" indent="-182563"/>
            <a:r>
              <a:rPr lang="es-MX" sz="1600" dirty="0">
                <a:latin typeface="Santander Text Light" panose="020B0304020201020104" pitchFamily="34" charset="0"/>
              </a:rPr>
              <a:t>Información relevante sobre la prestación de Servicios de Inversión (original firmado)/				</a:t>
            </a:r>
          </a:p>
          <a:p>
            <a:pPr marL="720725" indent="-182563"/>
            <a:r>
              <a:rPr lang="es-MX" sz="1600" dirty="0">
                <a:latin typeface="Santander Text Light" panose="020B0304020201020104" pitchFamily="34" charset="0"/>
              </a:rPr>
              <a:t>Anexo 1/ Carta para ser considerado Cliente Sofisticado (en su caso, original firmado)				</a:t>
            </a:r>
          </a:p>
          <a:p>
            <a:pPr marL="720725" indent="-182563"/>
            <a:r>
              <a:rPr lang="es-MX" sz="1600" dirty="0">
                <a:latin typeface="Santander Text Light" panose="020B0304020201020104" pitchFamily="34" charset="0"/>
              </a:rPr>
              <a:t>Anexo 2 / Carta para ser considerado Cliente Institucional (en su caso, original firmado)				</a:t>
            </a:r>
          </a:p>
          <a:p>
            <a:pPr marL="720725" indent="-182563"/>
            <a:r>
              <a:rPr lang="es-MX" sz="1600" dirty="0">
                <a:latin typeface="Santander Text Light" panose="020B0304020201020104" pitchFamily="34" charset="0"/>
              </a:rPr>
              <a:t>Evidencia adjunta Tipo de Cliente Institucional (en su caso, conforme al fundamento del Tipo de Contrato)				</a:t>
            </a:r>
          </a:p>
          <a:p>
            <a:pPr marL="720725" indent="-182563"/>
            <a:r>
              <a:rPr lang="es-MX" sz="1600" dirty="0">
                <a:latin typeface="Santander Text Light" panose="020B0304020201020104" pitchFamily="34" charset="0"/>
              </a:rPr>
              <a:t>Manifestación ISR (en su caso, original)				</a:t>
            </a:r>
          </a:p>
          <a:p>
            <a:pPr marL="720725" indent="-182563"/>
            <a:r>
              <a:rPr lang="es-MX" sz="1600" dirty="0">
                <a:latin typeface="Santander Text Light" panose="020B0304020201020104" pitchFamily="34" charset="0"/>
              </a:rPr>
              <a:t>Marco General de Actuación (en su caso, original firmado)				</a:t>
            </a:r>
          </a:p>
          <a:p>
            <a:pPr marL="720725" indent="-182563"/>
            <a:r>
              <a:rPr lang="es-MX" sz="1600" dirty="0">
                <a:latin typeface="Santander Text Light" panose="020B0304020201020104" pitchFamily="34" charset="0"/>
              </a:rPr>
              <a:t>Perfilamiento cliente (en su caso, original firmado)				</a:t>
            </a:r>
          </a:p>
          <a:p>
            <a:pPr marL="720725" indent="-182563"/>
            <a:r>
              <a:rPr lang="es-MX" sz="1600" dirty="0">
                <a:latin typeface="Santander Text Light" panose="020B0304020201020104" pitchFamily="34" charset="0"/>
              </a:rPr>
              <a:t>Perfilamiento producto (en su caso, original)				</a:t>
            </a:r>
          </a:p>
          <a:p>
            <a:pPr marL="720725" indent="-182563"/>
            <a:r>
              <a:rPr lang="es-MX" sz="1600" dirty="0">
                <a:latin typeface="Santander Text Light" panose="020B0304020201020104" pitchFamily="34" charset="0"/>
              </a:rPr>
              <a:t>Razonabilidad (en su caso, original)				</a:t>
            </a:r>
          </a:p>
          <a:p>
            <a:pPr marL="720725" indent="-182563"/>
            <a:r>
              <a:rPr lang="es-MX" sz="1600" dirty="0">
                <a:latin typeface="Santander Text Light" panose="020B0304020201020104" pitchFamily="34" charset="0"/>
              </a:rPr>
              <a:t>Contrato (original firmado) </a:t>
            </a:r>
            <a:r>
              <a:rPr lang="es-MX" sz="1600" dirty="0"/>
              <a:t>		</a:t>
            </a:r>
            <a:r>
              <a:rPr lang="es-MX" sz="1100" dirty="0"/>
              <a:t>		</a:t>
            </a:r>
          </a:p>
          <a:p>
            <a:pPr marL="0" indent="0">
              <a:buFont typeface="Arial" panose="020B0604020202020204" pitchFamily="34" charset="0"/>
              <a:buNone/>
            </a:pPr>
            <a:endParaRPr lang="es-MX" sz="1100" dirty="0"/>
          </a:p>
          <a:p>
            <a:pPr marL="0" indent="0">
              <a:buFont typeface="Arial" panose="020B0604020202020204" pitchFamily="34" charset="0"/>
              <a:buNone/>
            </a:pPr>
            <a:endParaRPr lang="es-MX" sz="1100" dirty="0"/>
          </a:p>
        </p:txBody>
      </p:sp>
    </p:spTree>
    <p:extLst>
      <p:ext uri="{BB962C8B-B14F-4D97-AF65-F5344CB8AC3E}">
        <p14:creationId xmlns:p14="http://schemas.microsoft.com/office/powerpoint/2010/main" val="4273005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E69DD-81ED-CD32-4385-9CEAA03AEBAE}"/>
            </a:ext>
          </a:extLst>
        </p:cNvPr>
        <p:cNvGrpSpPr/>
        <p:nvPr/>
      </p:nvGrpSpPr>
      <p:grpSpPr>
        <a:xfrm>
          <a:off x="0" y="0"/>
          <a:ext cx="0" cy="0"/>
          <a:chOff x="0" y="0"/>
          <a:chExt cx="0" cy="0"/>
        </a:xfrm>
      </p:grpSpPr>
      <p:sp>
        <p:nvSpPr>
          <p:cNvPr id="25" name="object 9">
            <a:extLst>
              <a:ext uri="{FF2B5EF4-FFF2-40B4-BE49-F238E27FC236}">
                <a16:creationId xmlns:a16="http://schemas.microsoft.com/office/drawing/2014/main" id="{16AC654F-C193-D92F-FE3E-CACAE55C16ED}"/>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16</a:t>
            </a:fld>
            <a:endParaRPr lang="en-US"/>
          </a:p>
        </p:txBody>
      </p:sp>
      <p:sp>
        <p:nvSpPr>
          <p:cNvPr id="2" name="Título 1">
            <a:extLst>
              <a:ext uri="{FF2B5EF4-FFF2-40B4-BE49-F238E27FC236}">
                <a16:creationId xmlns:a16="http://schemas.microsoft.com/office/drawing/2014/main" id="{718D15AD-3288-F73B-D401-E8788EBD31E7}"/>
              </a:ext>
            </a:extLst>
          </p:cNvPr>
          <p:cNvSpPr txBox="1">
            <a:spLocks/>
          </p:cNvSpPr>
          <p:nvPr/>
        </p:nvSpPr>
        <p:spPr>
          <a:xfrm>
            <a:off x="441085" y="920117"/>
            <a:ext cx="11309829" cy="511802"/>
          </a:xfrm>
          <a:prstGeom prst="rect">
            <a:avLst/>
          </a:prstGeom>
        </p:spPr>
        <p:txBody>
          <a:bodyPr lIns="0" tIns="0" rIns="0" bIns="0"/>
          <a:lstStyle>
            <a:lvl1pPr algn="l" defTabSz="742950" rtl="0" eaLnBrk="1" latinLnBrk="0" hangingPunct="1">
              <a:lnSpc>
                <a:spcPct val="90000"/>
              </a:lnSpc>
              <a:spcBef>
                <a:spcPct val="0"/>
              </a:spcBef>
              <a:buNone/>
              <a:defRPr sz="2800" kern="1200">
                <a:solidFill>
                  <a:schemeClr val="tx1"/>
                </a:solidFill>
                <a:latin typeface="+mj-lt"/>
                <a:ea typeface="+mj-ea"/>
                <a:cs typeface="+mj-cs"/>
              </a:defRPr>
            </a:lvl1pPr>
          </a:lstStyle>
          <a:p>
            <a:r>
              <a:rPr lang="es-ES"/>
              <a:t>Gobierno Corporativo (Governance)</a:t>
            </a:r>
            <a:endParaRPr lang="es-ES" dirty="0"/>
          </a:p>
        </p:txBody>
      </p:sp>
      <p:sp>
        <p:nvSpPr>
          <p:cNvPr id="3" name="Rectángulo: esquinas redondeadas 2">
            <a:extLst>
              <a:ext uri="{FF2B5EF4-FFF2-40B4-BE49-F238E27FC236}">
                <a16:creationId xmlns:a16="http://schemas.microsoft.com/office/drawing/2014/main" id="{B1A4E347-215A-D2F7-3706-F2BC7E60800E}"/>
              </a:ext>
            </a:extLst>
          </p:cNvPr>
          <p:cNvSpPr/>
          <p:nvPr/>
        </p:nvSpPr>
        <p:spPr>
          <a:xfrm>
            <a:off x="1026160" y="1431919"/>
            <a:ext cx="10251440" cy="5334641"/>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Título 1">
            <a:extLst>
              <a:ext uri="{FF2B5EF4-FFF2-40B4-BE49-F238E27FC236}">
                <a16:creationId xmlns:a16="http://schemas.microsoft.com/office/drawing/2014/main" id="{0BFCD715-E5C5-2768-2F9D-0A93890DE6B4}"/>
              </a:ext>
            </a:extLst>
          </p:cNvPr>
          <p:cNvSpPr txBox="1">
            <a:spLocks/>
          </p:cNvSpPr>
          <p:nvPr/>
        </p:nvSpPr>
        <p:spPr>
          <a:xfrm>
            <a:off x="441085" y="920117"/>
            <a:ext cx="11309829" cy="511802"/>
          </a:xfrm>
          <a:prstGeom prst="rect">
            <a:avLst/>
          </a:prstGeom>
        </p:spPr>
        <p:txBody>
          <a:bodyPr lIns="0" tIns="0" rIns="0" bIns="0"/>
          <a:lstStyle>
            <a:lvl1pPr algn="l" defTabSz="742950" rtl="0" eaLnBrk="1" latinLnBrk="0" hangingPunct="1">
              <a:lnSpc>
                <a:spcPct val="90000"/>
              </a:lnSpc>
              <a:spcBef>
                <a:spcPct val="0"/>
              </a:spcBef>
              <a:buNone/>
              <a:defRPr sz="2800" kern="1200">
                <a:solidFill>
                  <a:schemeClr val="tx1"/>
                </a:solidFill>
                <a:latin typeface="+mj-lt"/>
                <a:ea typeface="+mj-ea"/>
                <a:cs typeface="+mj-cs"/>
              </a:defRPr>
            </a:lvl1pPr>
          </a:lstStyle>
          <a:p>
            <a:r>
              <a:rPr lang="es-ES" dirty="0"/>
              <a:t>Gobierno Corporativo (</a:t>
            </a:r>
            <a:r>
              <a:rPr lang="es-ES" dirty="0" err="1"/>
              <a:t>Governance</a:t>
            </a:r>
            <a:r>
              <a:rPr lang="es-ES" dirty="0"/>
              <a:t>)</a:t>
            </a:r>
          </a:p>
        </p:txBody>
      </p:sp>
      <p:grpSp>
        <p:nvGrpSpPr>
          <p:cNvPr id="5" name="Grupo 4">
            <a:extLst>
              <a:ext uri="{FF2B5EF4-FFF2-40B4-BE49-F238E27FC236}">
                <a16:creationId xmlns:a16="http://schemas.microsoft.com/office/drawing/2014/main" id="{1B8E16AC-AE22-4FE9-FCBA-992CC8BF3743}"/>
              </a:ext>
            </a:extLst>
          </p:cNvPr>
          <p:cNvGrpSpPr/>
          <p:nvPr/>
        </p:nvGrpSpPr>
        <p:grpSpPr>
          <a:xfrm>
            <a:off x="2713530" y="1689276"/>
            <a:ext cx="5375438" cy="4872425"/>
            <a:chOff x="5473157" y="974708"/>
            <a:chExt cx="5375438" cy="4872425"/>
          </a:xfrm>
        </p:grpSpPr>
        <p:grpSp>
          <p:nvGrpSpPr>
            <p:cNvPr id="6" name="Grupo 5">
              <a:extLst>
                <a:ext uri="{FF2B5EF4-FFF2-40B4-BE49-F238E27FC236}">
                  <a16:creationId xmlns:a16="http://schemas.microsoft.com/office/drawing/2014/main" id="{06E86C54-034F-F4D2-9E63-0F619C611ADE}"/>
                </a:ext>
              </a:extLst>
            </p:cNvPr>
            <p:cNvGrpSpPr/>
            <p:nvPr/>
          </p:nvGrpSpPr>
          <p:grpSpPr>
            <a:xfrm>
              <a:off x="5473157" y="974708"/>
              <a:ext cx="4501043" cy="4872425"/>
              <a:chOff x="1108943" y="1208158"/>
              <a:chExt cx="5054367" cy="5471403"/>
            </a:xfrm>
          </p:grpSpPr>
          <p:sp>
            <p:nvSpPr>
              <p:cNvPr id="20" name="Forma libre: forma 19">
                <a:extLst>
                  <a:ext uri="{FF2B5EF4-FFF2-40B4-BE49-F238E27FC236}">
                    <a16:creationId xmlns:a16="http://schemas.microsoft.com/office/drawing/2014/main" id="{67F1B23F-9BD4-6B5D-6115-A4E4F1B4CEF7}"/>
                  </a:ext>
                </a:extLst>
              </p:cNvPr>
              <p:cNvSpPr/>
              <p:nvPr/>
            </p:nvSpPr>
            <p:spPr>
              <a:xfrm>
                <a:off x="3832885" y="1683911"/>
                <a:ext cx="1546568" cy="2318855"/>
              </a:xfrm>
              <a:custGeom>
                <a:avLst/>
                <a:gdLst>
                  <a:gd name="connsiteX0" fmla="*/ 1546569 w 1546568"/>
                  <a:gd name="connsiteY0" fmla="*/ 1115141 h 2318855"/>
                  <a:gd name="connsiteX1" fmla="*/ 0 w 1546568"/>
                  <a:gd name="connsiteY1" fmla="*/ 2318855 h 2318855"/>
                  <a:gd name="connsiteX2" fmla="*/ 0 w 1546568"/>
                  <a:gd name="connsiteY2" fmla="*/ 0 h 2318855"/>
                  <a:gd name="connsiteX3" fmla="*/ 0 w 1546568"/>
                  <a:gd name="connsiteY3" fmla="*/ 700870 h 2318855"/>
                </a:gdLst>
                <a:ahLst/>
                <a:cxnLst>
                  <a:cxn ang="0">
                    <a:pos x="connsiteX0" y="connsiteY0"/>
                  </a:cxn>
                  <a:cxn ang="0">
                    <a:pos x="connsiteX1" y="connsiteY1"/>
                  </a:cxn>
                  <a:cxn ang="0">
                    <a:pos x="connsiteX2" y="connsiteY2"/>
                  </a:cxn>
                  <a:cxn ang="0">
                    <a:pos x="connsiteX3" y="connsiteY3"/>
                  </a:cxn>
                </a:cxnLst>
                <a:rect l="l" t="t" r="r" b="b"/>
                <a:pathLst>
                  <a:path w="1546568" h="2318855">
                    <a:moveTo>
                      <a:pt x="1546569" y="1115141"/>
                    </a:moveTo>
                    <a:lnTo>
                      <a:pt x="0" y="2318855"/>
                    </a:lnTo>
                    <a:lnTo>
                      <a:pt x="0" y="0"/>
                    </a:lnTo>
                    <a:lnTo>
                      <a:pt x="0" y="700870"/>
                    </a:lnTo>
                  </a:path>
                </a:pathLst>
              </a:custGeom>
              <a:noFill/>
              <a:ln w="6649" cap="flat">
                <a:solidFill>
                  <a:schemeClr val="accent3"/>
                </a:solidFill>
                <a:prstDash val="solid"/>
                <a:miter/>
              </a:ln>
            </p:spPr>
            <p:txBody>
              <a:bodyPr rtlCol="0" anchor="ctr"/>
              <a:lstStyle/>
              <a:p>
                <a:endParaRPr lang="es-ES" dirty="0"/>
              </a:p>
            </p:txBody>
          </p:sp>
          <p:sp>
            <p:nvSpPr>
              <p:cNvPr id="21" name="Forma libre: forma 20">
                <a:extLst>
                  <a:ext uri="{FF2B5EF4-FFF2-40B4-BE49-F238E27FC236}">
                    <a16:creationId xmlns:a16="http://schemas.microsoft.com/office/drawing/2014/main" id="{81DB7057-4598-A8D2-57A1-AA231D87EA13}"/>
                  </a:ext>
                </a:extLst>
              </p:cNvPr>
              <p:cNvSpPr/>
              <p:nvPr/>
            </p:nvSpPr>
            <p:spPr>
              <a:xfrm>
                <a:off x="3757611" y="1765966"/>
                <a:ext cx="155335" cy="155335"/>
              </a:xfrm>
              <a:custGeom>
                <a:avLst/>
                <a:gdLst>
                  <a:gd name="connsiteX0" fmla="*/ 76579 w 155335"/>
                  <a:gd name="connsiteY0" fmla="*/ 155287 h 155335"/>
                  <a:gd name="connsiteX1" fmla="*/ 154248 w 155335"/>
                  <a:gd name="connsiteY1" fmla="*/ 77619 h 155335"/>
                  <a:gd name="connsiteX2" fmla="*/ 76579 w 155335"/>
                  <a:gd name="connsiteY2" fmla="*/ -48 h 155335"/>
                  <a:gd name="connsiteX3" fmla="*/ -1088 w 155335"/>
                  <a:gd name="connsiteY3" fmla="*/ 77619 h 155335"/>
                  <a:gd name="connsiteX4" fmla="*/ -1088 w 155335"/>
                  <a:gd name="connsiteY4" fmla="*/ 77752 h 155335"/>
                  <a:gd name="connsiteX5" fmla="*/ 76447 w 155335"/>
                  <a:gd name="connsiteY5" fmla="*/ 155287 h 155335"/>
                  <a:gd name="connsiteX6" fmla="*/ 76579 w 155335"/>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5" h="155335">
                    <a:moveTo>
                      <a:pt x="76579" y="155287"/>
                    </a:moveTo>
                    <a:cubicBezTo>
                      <a:pt x="119537" y="155287"/>
                      <a:pt x="154248" y="120513"/>
                      <a:pt x="154248" y="77619"/>
                    </a:cubicBezTo>
                    <a:cubicBezTo>
                      <a:pt x="154248" y="34725"/>
                      <a:pt x="119537" y="-48"/>
                      <a:pt x="76579" y="-48"/>
                    </a:cubicBezTo>
                    <a:cubicBezTo>
                      <a:pt x="33623" y="-48"/>
                      <a:pt x="-1088" y="34725"/>
                      <a:pt x="-1088" y="77619"/>
                    </a:cubicBezTo>
                    <a:cubicBezTo>
                      <a:pt x="-1088" y="77663"/>
                      <a:pt x="-1088" y="77708"/>
                      <a:pt x="-1088" y="77752"/>
                    </a:cubicBezTo>
                    <a:cubicBezTo>
                      <a:pt x="-1088" y="120573"/>
                      <a:pt x="33623" y="155287"/>
                      <a:pt x="76447" y="155287"/>
                    </a:cubicBezTo>
                    <a:cubicBezTo>
                      <a:pt x="76447" y="155287"/>
                      <a:pt x="76579" y="155287"/>
                      <a:pt x="76579" y="155287"/>
                    </a:cubicBezTo>
                    <a:close/>
                  </a:path>
                </a:pathLst>
              </a:custGeom>
              <a:noFill/>
              <a:ln w="6649" cap="flat">
                <a:solidFill>
                  <a:srgbClr val="FFFFFF"/>
                </a:solidFill>
                <a:prstDash val="solid"/>
                <a:miter/>
              </a:ln>
            </p:spPr>
            <p:txBody>
              <a:bodyPr rtlCol="0" anchor="ctr"/>
              <a:lstStyle/>
              <a:p>
                <a:endParaRPr lang="es-ES"/>
              </a:p>
            </p:txBody>
          </p:sp>
          <p:sp>
            <p:nvSpPr>
              <p:cNvPr id="22" name="Forma libre: forma 21">
                <a:extLst>
                  <a:ext uri="{FF2B5EF4-FFF2-40B4-BE49-F238E27FC236}">
                    <a16:creationId xmlns:a16="http://schemas.microsoft.com/office/drawing/2014/main" id="{D2ADB7F3-ABC9-162D-FD4F-6E3CEF312EE4}"/>
                  </a:ext>
                </a:extLst>
              </p:cNvPr>
              <p:cNvSpPr/>
              <p:nvPr/>
            </p:nvSpPr>
            <p:spPr>
              <a:xfrm>
                <a:off x="3819453" y="1667684"/>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6" y="26550"/>
                      <a:pt x="25510" y="20596"/>
                      <a:pt x="25510" y="13251"/>
                    </a:cubicBezTo>
                    <a:cubicBezTo>
                      <a:pt x="25510" y="5906"/>
                      <a:pt x="19526" y="-48"/>
                      <a:pt x="12211" y="-48"/>
                    </a:cubicBezTo>
                    <a:cubicBezTo>
                      <a:pt x="4896" y="-48"/>
                      <a:pt x="-1088" y="5906"/>
                      <a:pt x="-1088" y="13251"/>
                    </a:cubicBezTo>
                    <a:cubicBezTo>
                      <a:pt x="-1088" y="20596"/>
                      <a:pt x="4896" y="26550"/>
                      <a:pt x="12211" y="26550"/>
                    </a:cubicBezTo>
                  </a:path>
                </a:pathLst>
              </a:custGeom>
              <a:solidFill>
                <a:srgbClr val="E30613"/>
              </a:solidFill>
              <a:ln w="13297" cap="flat">
                <a:noFill/>
                <a:prstDash val="solid"/>
                <a:miter/>
              </a:ln>
            </p:spPr>
            <p:txBody>
              <a:bodyPr rtlCol="0" anchor="ctr"/>
              <a:lstStyle/>
              <a:p>
                <a:endParaRPr lang="es-ES"/>
              </a:p>
            </p:txBody>
          </p:sp>
          <p:sp>
            <p:nvSpPr>
              <p:cNvPr id="23" name="Forma libre: forma 22">
                <a:extLst>
                  <a:ext uri="{FF2B5EF4-FFF2-40B4-BE49-F238E27FC236}">
                    <a16:creationId xmlns:a16="http://schemas.microsoft.com/office/drawing/2014/main" id="{16E4EE3B-C5D9-EE47-A794-F16F1A8C9BDF}"/>
                  </a:ext>
                </a:extLst>
              </p:cNvPr>
              <p:cNvSpPr/>
              <p:nvPr/>
            </p:nvSpPr>
            <p:spPr>
              <a:xfrm>
                <a:off x="1959821" y="2541577"/>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5" y="26550"/>
                      <a:pt x="25510" y="20592"/>
                      <a:pt x="25510" y="13251"/>
                    </a:cubicBezTo>
                    <a:cubicBezTo>
                      <a:pt x="25510" y="5910"/>
                      <a:pt x="19525"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endParaRPr lang="es-ES"/>
              </a:p>
            </p:txBody>
          </p:sp>
          <p:sp>
            <p:nvSpPr>
              <p:cNvPr id="24" name="Forma libre: forma 23">
                <a:extLst>
                  <a:ext uri="{FF2B5EF4-FFF2-40B4-BE49-F238E27FC236}">
                    <a16:creationId xmlns:a16="http://schemas.microsoft.com/office/drawing/2014/main" id="{D0A58952-D21D-85D4-3436-B35CCE2765FC}"/>
                  </a:ext>
                </a:extLst>
              </p:cNvPr>
              <p:cNvSpPr/>
              <p:nvPr/>
            </p:nvSpPr>
            <p:spPr>
              <a:xfrm>
                <a:off x="1501809" y="4506673"/>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5" y="26550"/>
                      <a:pt x="25510" y="20592"/>
                      <a:pt x="25510" y="13251"/>
                    </a:cubicBezTo>
                    <a:cubicBezTo>
                      <a:pt x="25510" y="5910"/>
                      <a:pt x="19525"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endParaRPr lang="es-ES"/>
              </a:p>
            </p:txBody>
          </p:sp>
          <p:sp>
            <p:nvSpPr>
              <p:cNvPr id="26" name="Forma libre: forma 25">
                <a:extLst>
                  <a:ext uri="{FF2B5EF4-FFF2-40B4-BE49-F238E27FC236}">
                    <a16:creationId xmlns:a16="http://schemas.microsoft.com/office/drawing/2014/main" id="{65500AD2-AD78-2BCE-34C0-4814CF351073}"/>
                  </a:ext>
                </a:extLst>
              </p:cNvPr>
              <p:cNvSpPr/>
              <p:nvPr/>
            </p:nvSpPr>
            <p:spPr>
              <a:xfrm>
                <a:off x="2788243" y="6082234"/>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5" y="26550"/>
                      <a:pt x="25510" y="20592"/>
                      <a:pt x="25510" y="13251"/>
                    </a:cubicBezTo>
                    <a:cubicBezTo>
                      <a:pt x="25510" y="5910"/>
                      <a:pt x="19525"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endParaRPr lang="es-ES"/>
              </a:p>
            </p:txBody>
          </p:sp>
          <p:sp>
            <p:nvSpPr>
              <p:cNvPr id="27" name="Forma libre: forma 26">
                <a:extLst>
                  <a:ext uri="{FF2B5EF4-FFF2-40B4-BE49-F238E27FC236}">
                    <a16:creationId xmlns:a16="http://schemas.microsoft.com/office/drawing/2014/main" id="{99A61A55-8BC9-FD17-E35C-03D2AD09081C}"/>
                  </a:ext>
                </a:extLst>
              </p:cNvPr>
              <p:cNvSpPr/>
              <p:nvPr/>
            </p:nvSpPr>
            <p:spPr>
              <a:xfrm>
                <a:off x="4853469" y="6085426"/>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6" y="26550"/>
                      <a:pt x="25510" y="20592"/>
                      <a:pt x="25510" y="13251"/>
                    </a:cubicBezTo>
                    <a:cubicBezTo>
                      <a:pt x="25510" y="5910"/>
                      <a:pt x="19526"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endParaRPr lang="es-ES"/>
              </a:p>
            </p:txBody>
          </p:sp>
          <p:sp>
            <p:nvSpPr>
              <p:cNvPr id="28" name="Forma libre: forma 27">
                <a:extLst>
                  <a:ext uri="{FF2B5EF4-FFF2-40B4-BE49-F238E27FC236}">
                    <a16:creationId xmlns:a16="http://schemas.microsoft.com/office/drawing/2014/main" id="{054CB34B-ACCB-C1AA-A58D-17A20D146F11}"/>
                  </a:ext>
                </a:extLst>
              </p:cNvPr>
              <p:cNvSpPr/>
              <p:nvPr/>
            </p:nvSpPr>
            <p:spPr>
              <a:xfrm>
                <a:off x="6136712" y="4509865"/>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6" y="26550"/>
                      <a:pt x="25510" y="20592"/>
                      <a:pt x="25510" y="13251"/>
                    </a:cubicBezTo>
                    <a:cubicBezTo>
                      <a:pt x="25510" y="5910"/>
                      <a:pt x="19526"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endParaRPr lang="es-ES"/>
              </a:p>
            </p:txBody>
          </p:sp>
          <p:sp>
            <p:nvSpPr>
              <p:cNvPr id="29" name="Forma libre: forma 28">
                <a:extLst>
                  <a:ext uri="{FF2B5EF4-FFF2-40B4-BE49-F238E27FC236}">
                    <a16:creationId xmlns:a16="http://schemas.microsoft.com/office/drawing/2014/main" id="{5D808771-E9FF-3D32-C72B-62407E506FB4}"/>
                  </a:ext>
                </a:extLst>
              </p:cNvPr>
              <p:cNvSpPr/>
              <p:nvPr/>
            </p:nvSpPr>
            <p:spPr>
              <a:xfrm>
                <a:off x="5678554" y="2541577"/>
                <a:ext cx="26598" cy="26598"/>
              </a:xfrm>
              <a:custGeom>
                <a:avLst/>
                <a:gdLst>
                  <a:gd name="connsiteX0" fmla="*/ 12211 w 26598"/>
                  <a:gd name="connsiteY0" fmla="*/ 26550 h 26598"/>
                  <a:gd name="connsiteX1" fmla="*/ 25510 w 26598"/>
                  <a:gd name="connsiteY1" fmla="*/ 13251 h 26598"/>
                  <a:gd name="connsiteX2" fmla="*/ 12211 w 26598"/>
                  <a:gd name="connsiteY2" fmla="*/ -48 h 26598"/>
                  <a:gd name="connsiteX3" fmla="*/ -1088 w 26598"/>
                  <a:gd name="connsiteY3" fmla="*/ 13251 h 26598"/>
                  <a:gd name="connsiteX4" fmla="*/ 12211 w 26598"/>
                  <a:gd name="connsiteY4" fmla="*/ 26550 h 26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98" h="26598">
                    <a:moveTo>
                      <a:pt x="12211" y="26550"/>
                    </a:moveTo>
                    <a:cubicBezTo>
                      <a:pt x="19525" y="26550"/>
                      <a:pt x="25510" y="20592"/>
                      <a:pt x="25510" y="13251"/>
                    </a:cubicBezTo>
                    <a:cubicBezTo>
                      <a:pt x="25510" y="5910"/>
                      <a:pt x="19525" y="-48"/>
                      <a:pt x="12211" y="-48"/>
                    </a:cubicBezTo>
                    <a:cubicBezTo>
                      <a:pt x="4896" y="-48"/>
                      <a:pt x="-1088" y="5910"/>
                      <a:pt x="-1088" y="13251"/>
                    </a:cubicBezTo>
                    <a:cubicBezTo>
                      <a:pt x="-1088" y="20592"/>
                      <a:pt x="4896" y="26550"/>
                      <a:pt x="12211" y="26550"/>
                    </a:cubicBezTo>
                  </a:path>
                </a:pathLst>
              </a:custGeom>
              <a:solidFill>
                <a:srgbClr val="E30613"/>
              </a:solidFill>
              <a:ln w="13297" cap="flat">
                <a:noFill/>
                <a:prstDash val="solid"/>
                <a:miter/>
              </a:ln>
            </p:spPr>
            <p:txBody>
              <a:bodyPr rtlCol="0" anchor="ctr"/>
              <a:lstStyle/>
              <a:p>
                <a:endParaRPr lang="es-ES"/>
              </a:p>
            </p:txBody>
          </p:sp>
          <p:sp>
            <p:nvSpPr>
              <p:cNvPr id="30" name="Forma libre: forma 29">
                <a:extLst>
                  <a:ext uri="{FF2B5EF4-FFF2-40B4-BE49-F238E27FC236}">
                    <a16:creationId xmlns:a16="http://schemas.microsoft.com/office/drawing/2014/main" id="{5920EB39-D1FC-59FD-9804-1512AA2C6AE6}"/>
                  </a:ext>
                </a:extLst>
              </p:cNvPr>
              <p:cNvSpPr/>
              <p:nvPr/>
            </p:nvSpPr>
            <p:spPr>
              <a:xfrm>
                <a:off x="3692494" y="2314027"/>
                <a:ext cx="314657" cy="306289"/>
              </a:xfrm>
              <a:custGeom>
                <a:avLst/>
                <a:gdLst>
                  <a:gd name="connsiteX0" fmla="*/ 29185 w 314657"/>
                  <a:gd name="connsiteY0" fmla="*/ 56075 h 306289"/>
                  <a:gd name="connsiteX1" fmla="*/ 63365 w 314657"/>
                  <a:gd name="connsiteY1" fmla="*/ 275924 h 306289"/>
                  <a:gd name="connsiteX2" fmla="*/ 283200 w 314657"/>
                  <a:gd name="connsiteY2" fmla="*/ 241732 h 306289"/>
                  <a:gd name="connsiteX3" fmla="*/ 249022 w 314657"/>
                  <a:gd name="connsiteY3" fmla="*/ 21880 h 306289"/>
                  <a:gd name="connsiteX4" fmla="*/ 206863 w 314657"/>
                  <a:gd name="connsiteY4" fmla="*/ -48 h 3062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657" h="306289">
                    <a:moveTo>
                      <a:pt x="29185" y="56075"/>
                    </a:moveTo>
                    <a:cubicBezTo>
                      <a:pt x="-22017" y="126228"/>
                      <a:pt x="-6722" y="224656"/>
                      <a:pt x="63365" y="275924"/>
                    </a:cubicBezTo>
                    <a:cubicBezTo>
                      <a:pt x="133584" y="327193"/>
                      <a:pt x="231998" y="311885"/>
                      <a:pt x="283200" y="241732"/>
                    </a:cubicBezTo>
                    <a:cubicBezTo>
                      <a:pt x="334535" y="171578"/>
                      <a:pt x="319242" y="73151"/>
                      <a:pt x="249022" y="21880"/>
                    </a:cubicBezTo>
                    <a:cubicBezTo>
                      <a:pt x="236122" y="12477"/>
                      <a:pt x="221891" y="5083"/>
                      <a:pt x="206863" y="-48"/>
                    </a:cubicBezTo>
                  </a:path>
                </a:pathLst>
              </a:custGeom>
              <a:noFill/>
              <a:ln w="10638" cap="flat">
                <a:solidFill>
                  <a:srgbClr val="FFFFFF"/>
                </a:solidFill>
                <a:prstDash val="solid"/>
                <a:miter/>
              </a:ln>
            </p:spPr>
            <p:txBody>
              <a:bodyPr rtlCol="0" anchor="ctr"/>
              <a:lstStyle/>
              <a:p>
                <a:endParaRPr lang="es-ES"/>
              </a:p>
            </p:txBody>
          </p:sp>
          <p:sp>
            <p:nvSpPr>
              <p:cNvPr id="31" name="Forma libre: forma 30">
                <a:extLst>
                  <a:ext uri="{FF2B5EF4-FFF2-40B4-BE49-F238E27FC236}">
                    <a16:creationId xmlns:a16="http://schemas.microsoft.com/office/drawing/2014/main" id="{CCF236E7-D75B-C1AF-E47E-867C1A255881}"/>
                  </a:ext>
                </a:extLst>
              </p:cNvPr>
              <p:cNvSpPr/>
              <p:nvPr/>
            </p:nvSpPr>
            <p:spPr>
              <a:xfrm>
                <a:off x="3655074" y="2277854"/>
                <a:ext cx="389401" cy="370383"/>
              </a:xfrm>
              <a:custGeom>
                <a:avLst/>
                <a:gdLst>
                  <a:gd name="connsiteX0" fmla="*/ 254946 w 389401"/>
                  <a:gd name="connsiteY0" fmla="*/ 0 h 370383"/>
                  <a:gd name="connsiteX1" fmla="*/ 194701 w 389401"/>
                  <a:gd name="connsiteY1" fmla="*/ 185258 h 370383"/>
                  <a:gd name="connsiteX2" fmla="*/ 134588 w 389401"/>
                  <a:gd name="connsiteY2" fmla="*/ 0 h 370383"/>
                  <a:gd name="connsiteX3" fmla="*/ 194701 w 389401"/>
                  <a:gd name="connsiteY3" fmla="*/ 185258 h 370383"/>
                  <a:gd name="connsiteX4" fmla="*/ 37238 w 389401"/>
                  <a:gd name="connsiteY4" fmla="*/ 70752 h 370383"/>
                  <a:gd name="connsiteX5" fmla="*/ 194701 w 389401"/>
                  <a:gd name="connsiteY5" fmla="*/ 185258 h 370383"/>
                  <a:gd name="connsiteX6" fmla="*/ 0 w 389401"/>
                  <a:gd name="connsiteY6" fmla="*/ 185258 h 370383"/>
                  <a:gd name="connsiteX7" fmla="*/ 194701 w 389401"/>
                  <a:gd name="connsiteY7" fmla="*/ 185258 h 370383"/>
                  <a:gd name="connsiteX8" fmla="*/ 37238 w 389401"/>
                  <a:gd name="connsiteY8" fmla="*/ 299632 h 370383"/>
                  <a:gd name="connsiteX9" fmla="*/ 194701 w 389401"/>
                  <a:gd name="connsiteY9" fmla="*/ 185258 h 370383"/>
                  <a:gd name="connsiteX10" fmla="*/ 134588 w 389401"/>
                  <a:gd name="connsiteY10" fmla="*/ 370384 h 370383"/>
                  <a:gd name="connsiteX11" fmla="*/ 194701 w 389401"/>
                  <a:gd name="connsiteY11" fmla="*/ 185258 h 370383"/>
                  <a:gd name="connsiteX12" fmla="*/ 254946 w 389401"/>
                  <a:gd name="connsiteY12" fmla="*/ 370384 h 370383"/>
                  <a:gd name="connsiteX13" fmla="*/ 194701 w 389401"/>
                  <a:gd name="connsiteY13" fmla="*/ 185258 h 370383"/>
                  <a:gd name="connsiteX14" fmla="*/ 352297 w 389401"/>
                  <a:gd name="connsiteY14" fmla="*/ 299632 h 370383"/>
                  <a:gd name="connsiteX15" fmla="*/ 194701 w 389401"/>
                  <a:gd name="connsiteY15" fmla="*/ 185258 h 370383"/>
                  <a:gd name="connsiteX16" fmla="*/ 389402 w 389401"/>
                  <a:gd name="connsiteY16" fmla="*/ 185258 h 370383"/>
                  <a:gd name="connsiteX17" fmla="*/ 194701 w 389401"/>
                  <a:gd name="connsiteY17" fmla="*/ 185258 h 370383"/>
                  <a:gd name="connsiteX18" fmla="*/ 352297 w 389401"/>
                  <a:gd name="connsiteY18" fmla="*/ 70752 h 370383"/>
                  <a:gd name="connsiteX19" fmla="*/ 194701 w 389401"/>
                  <a:gd name="connsiteY19" fmla="*/ 185258 h 370383"/>
                  <a:gd name="connsiteX20" fmla="*/ 254946 w 389401"/>
                  <a:gd name="connsiteY20" fmla="*/ 0 h 370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9401" h="370383">
                    <a:moveTo>
                      <a:pt x="254946" y="0"/>
                    </a:moveTo>
                    <a:lnTo>
                      <a:pt x="194701" y="185258"/>
                    </a:lnTo>
                    <a:lnTo>
                      <a:pt x="134588" y="0"/>
                    </a:lnTo>
                    <a:lnTo>
                      <a:pt x="194701" y="185258"/>
                    </a:lnTo>
                    <a:lnTo>
                      <a:pt x="37238" y="70752"/>
                    </a:lnTo>
                    <a:lnTo>
                      <a:pt x="194701" y="185258"/>
                    </a:lnTo>
                    <a:lnTo>
                      <a:pt x="0" y="185258"/>
                    </a:lnTo>
                    <a:lnTo>
                      <a:pt x="194701" y="185258"/>
                    </a:lnTo>
                    <a:lnTo>
                      <a:pt x="37238" y="299632"/>
                    </a:lnTo>
                    <a:lnTo>
                      <a:pt x="194701" y="185258"/>
                    </a:lnTo>
                    <a:lnTo>
                      <a:pt x="134588" y="370384"/>
                    </a:lnTo>
                    <a:lnTo>
                      <a:pt x="194701" y="185258"/>
                    </a:lnTo>
                    <a:lnTo>
                      <a:pt x="254946" y="370384"/>
                    </a:lnTo>
                    <a:lnTo>
                      <a:pt x="194701" y="185258"/>
                    </a:lnTo>
                    <a:lnTo>
                      <a:pt x="352297" y="299632"/>
                    </a:lnTo>
                    <a:lnTo>
                      <a:pt x="194701" y="185258"/>
                    </a:lnTo>
                    <a:lnTo>
                      <a:pt x="389402" y="185258"/>
                    </a:lnTo>
                    <a:lnTo>
                      <a:pt x="194701" y="185258"/>
                    </a:lnTo>
                    <a:lnTo>
                      <a:pt x="352297" y="70752"/>
                    </a:lnTo>
                    <a:lnTo>
                      <a:pt x="194701" y="185258"/>
                    </a:lnTo>
                    <a:lnTo>
                      <a:pt x="254946" y="0"/>
                    </a:lnTo>
                    <a:close/>
                  </a:path>
                </a:pathLst>
              </a:custGeom>
              <a:noFill/>
              <a:ln w="3989" cap="flat">
                <a:solidFill>
                  <a:srgbClr val="00AFAA"/>
                </a:solidFill>
                <a:prstDash val="solid"/>
                <a:miter/>
              </a:ln>
            </p:spPr>
            <p:txBody>
              <a:bodyPr rtlCol="0" anchor="ctr"/>
              <a:lstStyle/>
              <a:p>
                <a:endParaRPr lang="es-ES"/>
              </a:p>
            </p:txBody>
          </p:sp>
          <p:sp>
            <p:nvSpPr>
              <p:cNvPr id="32" name="Forma libre: forma 31">
                <a:extLst>
                  <a:ext uri="{FF2B5EF4-FFF2-40B4-BE49-F238E27FC236}">
                    <a16:creationId xmlns:a16="http://schemas.microsoft.com/office/drawing/2014/main" id="{26C0BBEF-4525-9E65-8251-1CC3B1F679B8}"/>
                  </a:ext>
                </a:extLst>
              </p:cNvPr>
              <p:cNvSpPr/>
              <p:nvPr/>
            </p:nvSpPr>
            <p:spPr>
              <a:xfrm>
                <a:off x="3645897" y="2254314"/>
                <a:ext cx="407755" cy="407754"/>
              </a:xfrm>
              <a:custGeom>
                <a:avLst/>
                <a:gdLst>
                  <a:gd name="connsiteX0" fmla="*/ 202790 w 407755"/>
                  <a:gd name="connsiteY0" fmla="*/ 407706 h 407754"/>
                  <a:gd name="connsiteX1" fmla="*/ 406667 w 407755"/>
                  <a:gd name="connsiteY1" fmla="*/ 203829 h 407754"/>
                  <a:gd name="connsiteX2" fmla="*/ 202790 w 407755"/>
                  <a:gd name="connsiteY2" fmla="*/ -48 h 407754"/>
                  <a:gd name="connsiteX3" fmla="*/ -1088 w 407755"/>
                  <a:gd name="connsiteY3" fmla="*/ 203829 h 407754"/>
                  <a:gd name="connsiteX4" fmla="*/ 202790 w 407755"/>
                  <a:gd name="connsiteY4" fmla="*/ 407706 h 4077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755" h="407754">
                    <a:moveTo>
                      <a:pt x="202790" y="407706"/>
                    </a:moveTo>
                    <a:cubicBezTo>
                      <a:pt x="315434" y="407706"/>
                      <a:pt x="406667" y="316434"/>
                      <a:pt x="406667" y="203829"/>
                    </a:cubicBezTo>
                    <a:cubicBezTo>
                      <a:pt x="406667" y="91231"/>
                      <a:pt x="315434" y="-48"/>
                      <a:pt x="202790" y="-48"/>
                    </a:cubicBezTo>
                    <a:cubicBezTo>
                      <a:pt x="90144" y="-48"/>
                      <a:pt x="-1088" y="91231"/>
                      <a:pt x="-1088" y="203829"/>
                    </a:cubicBezTo>
                    <a:cubicBezTo>
                      <a:pt x="-1088" y="316434"/>
                      <a:pt x="90144" y="407706"/>
                      <a:pt x="202790" y="407706"/>
                    </a:cubicBezTo>
                  </a:path>
                </a:pathLst>
              </a:custGeom>
              <a:solidFill>
                <a:srgbClr val="FFFFFF"/>
              </a:solidFill>
              <a:ln w="13297" cap="flat">
                <a:noFill/>
                <a:prstDash val="solid"/>
                <a:miter/>
              </a:ln>
            </p:spPr>
            <p:txBody>
              <a:bodyPr rtlCol="0" anchor="ctr"/>
              <a:lstStyle/>
              <a:p>
                <a:endParaRPr lang="es-ES"/>
              </a:p>
            </p:txBody>
          </p:sp>
          <p:sp>
            <p:nvSpPr>
              <p:cNvPr id="33" name="Forma libre: forma 32">
                <a:extLst>
                  <a:ext uri="{FF2B5EF4-FFF2-40B4-BE49-F238E27FC236}">
                    <a16:creationId xmlns:a16="http://schemas.microsoft.com/office/drawing/2014/main" id="{8DC31EBB-8AEE-43E4-DA49-4D3E3B517BF8}"/>
                  </a:ext>
                </a:extLst>
              </p:cNvPr>
              <p:cNvSpPr/>
              <p:nvPr/>
            </p:nvSpPr>
            <p:spPr>
              <a:xfrm>
                <a:off x="3832885" y="2797322"/>
                <a:ext cx="1819868" cy="1610803"/>
              </a:xfrm>
              <a:custGeom>
                <a:avLst/>
                <a:gdLst>
                  <a:gd name="connsiteX0" fmla="*/ 1819868 w 1819868"/>
                  <a:gd name="connsiteY0" fmla="*/ 1610804 h 1610803"/>
                  <a:gd name="connsiteX1" fmla="*/ 0 w 1819868"/>
                  <a:gd name="connsiteY1" fmla="*/ 1205443 h 1610803"/>
                  <a:gd name="connsiteX2" fmla="*/ 1548696 w 1819868"/>
                  <a:gd name="connsiteY2" fmla="*/ 0 h 1610803"/>
                </a:gdLst>
                <a:ahLst/>
                <a:cxnLst>
                  <a:cxn ang="0">
                    <a:pos x="connsiteX0" y="connsiteY0"/>
                  </a:cxn>
                  <a:cxn ang="0">
                    <a:pos x="connsiteX1" y="connsiteY1"/>
                  </a:cxn>
                  <a:cxn ang="0">
                    <a:pos x="connsiteX2" y="connsiteY2"/>
                  </a:cxn>
                </a:cxnLst>
                <a:rect l="l" t="t" r="r" b="b"/>
                <a:pathLst>
                  <a:path w="1819868" h="1610803">
                    <a:moveTo>
                      <a:pt x="1819868" y="1610804"/>
                    </a:moveTo>
                    <a:lnTo>
                      <a:pt x="0" y="1205443"/>
                    </a:lnTo>
                    <a:lnTo>
                      <a:pt x="1548696" y="0"/>
                    </a:lnTo>
                  </a:path>
                </a:pathLst>
              </a:custGeom>
              <a:noFill/>
              <a:ln w="6649" cap="flat">
                <a:solidFill>
                  <a:schemeClr val="accent3"/>
                </a:solidFill>
                <a:prstDash val="solid"/>
                <a:miter/>
              </a:ln>
            </p:spPr>
            <p:txBody>
              <a:bodyPr rtlCol="0" anchor="ctr"/>
              <a:lstStyle/>
              <a:p>
                <a:endParaRPr lang="es-ES"/>
              </a:p>
            </p:txBody>
          </p:sp>
          <p:sp>
            <p:nvSpPr>
              <p:cNvPr id="34" name="Forma libre: forma 33">
                <a:extLst>
                  <a:ext uri="{FF2B5EF4-FFF2-40B4-BE49-F238E27FC236}">
                    <a16:creationId xmlns:a16="http://schemas.microsoft.com/office/drawing/2014/main" id="{DC01C92F-57E7-FCD6-D0E9-F5F7600B5B40}"/>
                  </a:ext>
                </a:extLst>
              </p:cNvPr>
              <p:cNvSpPr/>
              <p:nvPr/>
            </p:nvSpPr>
            <p:spPr>
              <a:xfrm>
                <a:off x="3832885" y="4002765"/>
                <a:ext cx="791437" cy="1604021"/>
              </a:xfrm>
              <a:custGeom>
                <a:avLst/>
                <a:gdLst>
                  <a:gd name="connsiteX0" fmla="*/ 791438 w 791437"/>
                  <a:gd name="connsiteY0" fmla="*/ 1604021 h 1604021"/>
                  <a:gd name="connsiteX1" fmla="*/ 0 w 791437"/>
                  <a:gd name="connsiteY1" fmla="*/ 0 h 1604021"/>
                </a:gdLst>
                <a:ahLst/>
                <a:cxnLst>
                  <a:cxn ang="0">
                    <a:pos x="connsiteX0" y="connsiteY0"/>
                  </a:cxn>
                  <a:cxn ang="0">
                    <a:pos x="connsiteX1" y="connsiteY1"/>
                  </a:cxn>
                </a:cxnLst>
                <a:rect l="l" t="t" r="r" b="b"/>
                <a:pathLst>
                  <a:path w="791437" h="1604021">
                    <a:moveTo>
                      <a:pt x="791438" y="1604021"/>
                    </a:moveTo>
                    <a:lnTo>
                      <a:pt x="0" y="0"/>
                    </a:lnTo>
                  </a:path>
                </a:pathLst>
              </a:custGeom>
              <a:ln w="6649" cap="flat">
                <a:solidFill>
                  <a:schemeClr val="accent3"/>
                </a:solidFill>
                <a:prstDash val="solid"/>
                <a:miter/>
              </a:ln>
            </p:spPr>
            <p:txBody>
              <a:bodyPr rtlCol="0" anchor="ctr"/>
              <a:lstStyle/>
              <a:p>
                <a:endParaRPr lang="es-ES"/>
              </a:p>
            </p:txBody>
          </p:sp>
          <p:sp>
            <p:nvSpPr>
              <p:cNvPr id="35" name="Forma libre: forma 34">
                <a:extLst>
                  <a:ext uri="{FF2B5EF4-FFF2-40B4-BE49-F238E27FC236}">
                    <a16:creationId xmlns:a16="http://schemas.microsoft.com/office/drawing/2014/main" id="{ED0AE04C-D46D-E0F2-6199-44D1DCDF829D}"/>
                  </a:ext>
                </a:extLst>
              </p:cNvPr>
              <p:cNvSpPr/>
              <p:nvPr/>
            </p:nvSpPr>
            <p:spPr>
              <a:xfrm>
                <a:off x="2015012" y="4002765"/>
                <a:ext cx="1817872" cy="1600696"/>
              </a:xfrm>
              <a:custGeom>
                <a:avLst/>
                <a:gdLst>
                  <a:gd name="connsiteX0" fmla="*/ 0 w 1817872"/>
                  <a:gd name="connsiteY0" fmla="*/ 404962 h 1600696"/>
                  <a:gd name="connsiteX1" fmla="*/ 1817873 w 1817872"/>
                  <a:gd name="connsiteY1" fmla="*/ 0 h 1600696"/>
                  <a:gd name="connsiteX2" fmla="*/ 1027898 w 1817872"/>
                  <a:gd name="connsiteY2" fmla="*/ 1600697 h 1600696"/>
                </a:gdLst>
                <a:ahLst/>
                <a:cxnLst>
                  <a:cxn ang="0">
                    <a:pos x="connsiteX0" y="connsiteY0"/>
                  </a:cxn>
                  <a:cxn ang="0">
                    <a:pos x="connsiteX1" y="connsiteY1"/>
                  </a:cxn>
                  <a:cxn ang="0">
                    <a:pos x="connsiteX2" y="connsiteY2"/>
                  </a:cxn>
                </a:cxnLst>
                <a:rect l="l" t="t" r="r" b="b"/>
                <a:pathLst>
                  <a:path w="1817872" h="1600696">
                    <a:moveTo>
                      <a:pt x="0" y="404962"/>
                    </a:moveTo>
                    <a:lnTo>
                      <a:pt x="1817873" y="0"/>
                    </a:lnTo>
                    <a:lnTo>
                      <a:pt x="1027898" y="1600697"/>
                    </a:lnTo>
                  </a:path>
                </a:pathLst>
              </a:custGeom>
              <a:noFill/>
              <a:ln w="6649" cap="flat">
                <a:solidFill>
                  <a:schemeClr val="accent3"/>
                </a:solidFill>
                <a:prstDash val="solid"/>
                <a:miter/>
              </a:ln>
            </p:spPr>
            <p:txBody>
              <a:bodyPr rtlCol="0" anchor="ctr"/>
              <a:lstStyle/>
              <a:p>
                <a:endParaRPr lang="es-ES"/>
              </a:p>
            </p:txBody>
          </p:sp>
          <p:sp>
            <p:nvSpPr>
              <p:cNvPr id="36" name="Forma libre: forma 35">
                <a:extLst>
                  <a:ext uri="{FF2B5EF4-FFF2-40B4-BE49-F238E27FC236}">
                    <a16:creationId xmlns:a16="http://schemas.microsoft.com/office/drawing/2014/main" id="{64F9310B-E3A2-9FDE-6468-80E24A0BB9DD}"/>
                  </a:ext>
                </a:extLst>
              </p:cNvPr>
              <p:cNvSpPr/>
              <p:nvPr/>
            </p:nvSpPr>
            <p:spPr>
              <a:xfrm>
                <a:off x="2016741" y="2796258"/>
                <a:ext cx="1816011" cy="1611069"/>
              </a:xfrm>
              <a:custGeom>
                <a:avLst/>
                <a:gdLst>
                  <a:gd name="connsiteX0" fmla="*/ 265852 w 1816011"/>
                  <a:gd name="connsiteY0" fmla="*/ 0 h 1611069"/>
                  <a:gd name="connsiteX1" fmla="*/ 1816011 w 1816011"/>
                  <a:gd name="connsiteY1" fmla="*/ 1206507 h 1611069"/>
                  <a:gd name="connsiteX2" fmla="*/ 0 w 1816011"/>
                  <a:gd name="connsiteY2" fmla="*/ 1611070 h 1611069"/>
                </a:gdLst>
                <a:ahLst/>
                <a:cxnLst>
                  <a:cxn ang="0">
                    <a:pos x="connsiteX0" y="connsiteY0"/>
                  </a:cxn>
                  <a:cxn ang="0">
                    <a:pos x="connsiteX1" y="connsiteY1"/>
                  </a:cxn>
                  <a:cxn ang="0">
                    <a:pos x="connsiteX2" y="connsiteY2"/>
                  </a:cxn>
                </a:cxnLst>
                <a:rect l="l" t="t" r="r" b="b"/>
                <a:pathLst>
                  <a:path w="1816011" h="1611069">
                    <a:moveTo>
                      <a:pt x="265852" y="0"/>
                    </a:moveTo>
                    <a:lnTo>
                      <a:pt x="1816011" y="1206507"/>
                    </a:lnTo>
                    <a:lnTo>
                      <a:pt x="0" y="1611070"/>
                    </a:lnTo>
                  </a:path>
                </a:pathLst>
              </a:custGeom>
              <a:noFill/>
              <a:ln w="6649" cap="flat">
                <a:solidFill>
                  <a:schemeClr val="accent3"/>
                </a:solidFill>
                <a:prstDash val="solid"/>
                <a:miter/>
              </a:ln>
            </p:spPr>
            <p:txBody>
              <a:bodyPr rtlCol="0" anchor="ctr"/>
              <a:lstStyle/>
              <a:p>
                <a:endParaRPr lang="es-ES"/>
              </a:p>
            </p:txBody>
          </p:sp>
          <p:sp>
            <p:nvSpPr>
              <p:cNvPr id="37" name="Forma libre: forma 36">
                <a:extLst>
                  <a:ext uri="{FF2B5EF4-FFF2-40B4-BE49-F238E27FC236}">
                    <a16:creationId xmlns:a16="http://schemas.microsoft.com/office/drawing/2014/main" id="{118F3FA4-AEAD-737F-48E4-538396FFEA7E}"/>
                  </a:ext>
                </a:extLst>
              </p:cNvPr>
              <p:cNvSpPr/>
              <p:nvPr/>
            </p:nvSpPr>
            <p:spPr>
              <a:xfrm>
                <a:off x="1516290" y="4407328"/>
                <a:ext cx="500450" cy="111447"/>
              </a:xfrm>
              <a:custGeom>
                <a:avLst/>
                <a:gdLst>
                  <a:gd name="connsiteX0" fmla="*/ 500450 w 500450"/>
                  <a:gd name="connsiteY0" fmla="*/ 0 h 111447"/>
                  <a:gd name="connsiteX1" fmla="*/ 0 w 500450"/>
                  <a:gd name="connsiteY1" fmla="*/ 111448 h 111447"/>
                </a:gdLst>
                <a:ahLst/>
                <a:cxnLst>
                  <a:cxn ang="0">
                    <a:pos x="connsiteX0" y="connsiteY0"/>
                  </a:cxn>
                  <a:cxn ang="0">
                    <a:pos x="connsiteX1" y="connsiteY1"/>
                  </a:cxn>
                </a:cxnLst>
                <a:rect l="l" t="t" r="r" b="b"/>
                <a:pathLst>
                  <a:path w="500450" h="111447">
                    <a:moveTo>
                      <a:pt x="500450" y="0"/>
                    </a:moveTo>
                    <a:lnTo>
                      <a:pt x="0" y="111448"/>
                    </a:lnTo>
                  </a:path>
                </a:pathLst>
              </a:custGeom>
              <a:ln w="6649" cap="flat">
                <a:solidFill>
                  <a:srgbClr val="E30613"/>
                </a:solidFill>
                <a:prstDash val="solid"/>
                <a:miter/>
              </a:ln>
            </p:spPr>
            <p:txBody>
              <a:bodyPr rtlCol="0" anchor="ctr"/>
              <a:lstStyle/>
              <a:p>
                <a:endParaRPr lang="es-ES"/>
              </a:p>
            </p:txBody>
          </p:sp>
          <p:sp>
            <p:nvSpPr>
              <p:cNvPr id="38" name="Forma libre: forma 37">
                <a:extLst>
                  <a:ext uri="{FF2B5EF4-FFF2-40B4-BE49-F238E27FC236}">
                    <a16:creationId xmlns:a16="http://schemas.microsoft.com/office/drawing/2014/main" id="{668B6F6C-FD18-347E-29B1-87ABF3595D56}"/>
                  </a:ext>
                </a:extLst>
              </p:cNvPr>
              <p:cNvSpPr/>
              <p:nvPr/>
            </p:nvSpPr>
            <p:spPr>
              <a:xfrm>
                <a:off x="2801928" y="5603461"/>
                <a:ext cx="240982" cy="488614"/>
              </a:xfrm>
              <a:custGeom>
                <a:avLst/>
                <a:gdLst>
                  <a:gd name="connsiteX0" fmla="*/ 240982 w 240982"/>
                  <a:gd name="connsiteY0" fmla="*/ 0 h 488614"/>
                  <a:gd name="connsiteX1" fmla="*/ 0 w 240982"/>
                  <a:gd name="connsiteY1" fmla="*/ 488614 h 488614"/>
                </a:gdLst>
                <a:ahLst/>
                <a:cxnLst>
                  <a:cxn ang="0">
                    <a:pos x="connsiteX0" y="connsiteY0"/>
                  </a:cxn>
                  <a:cxn ang="0">
                    <a:pos x="connsiteX1" y="connsiteY1"/>
                  </a:cxn>
                </a:cxnLst>
                <a:rect l="l" t="t" r="r" b="b"/>
                <a:pathLst>
                  <a:path w="240982" h="488614">
                    <a:moveTo>
                      <a:pt x="240982" y="0"/>
                    </a:moveTo>
                    <a:lnTo>
                      <a:pt x="0" y="488614"/>
                    </a:lnTo>
                  </a:path>
                </a:pathLst>
              </a:custGeom>
              <a:ln w="6649" cap="flat">
                <a:solidFill>
                  <a:srgbClr val="E30613"/>
                </a:solidFill>
                <a:prstDash val="solid"/>
                <a:miter/>
              </a:ln>
            </p:spPr>
            <p:txBody>
              <a:bodyPr rtlCol="0" anchor="ctr"/>
              <a:lstStyle/>
              <a:p>
                <a:endParaRPr lang="es-ES"/>
              </a:p>
            </p:txBody>
          </p:sp>
          <p:sp>
            <p:nvSpPr>
              <p:cNvPr id="39" name="Forma libre: forma 38">
                <a:extLst>
                  <a:ext uri="{FF2B5EF4-FFF2-40B4-BE49-F238E27FC236}">
                    <a16:creationId xmlns:a16="http://schemas.microsoft.com/office/drawing/2014/main" id="{2B509951-0CEE-4EB1-8C5B-27D011F62331}"/>
                  </a:ext>
                </a:extLst>
              </p:cNvPr>
              <p:cNvSpPr/>
              <p:nvPr/>
            </p:nvSpPr>
            <p:spPr>
              <a:xfrm>
                <a:off x="5381581" y="2557005"/>
                <a:ext cx="308941" cy="240317"/>
              </a:xfrm>
              <a:custGeom>
                <a:avLst/>
                <a:gdLst>
                  <a:gd name="connsiteX0" fmla="*/ 0 w 308941"/>
                  <a:gd name="connsiteY0" fmla="*/ 240317 h 240317"/>
                  <a:gd name="connsiteX1" fmla="*/ 308941 w 308941"/>
                  <a:gd name="connsiteY1" fmla="*/ 0 h 240317"/>
                </a:gdLst>
                <a:ahLst/>
                <a:cxnLst>
                  <a:cxn ang="0">
                    <a:pos x="connsiteX0" y="connsiteY0"/>
                  </a:cxn>
                  <a:cxn ang="0">
                    <a:pos x="connsiteX1" y="connsiteY1"/>
                  </a:cxn>
                </a:cxnLst>
                <a:rect l="l" t="t" r="r" b="b"/>
                <a:pathLst>
                  <a:path w="308941" h="240317">
                    <a:moveTo>
                      <a:pt x="0" y="240317"/>
                    </a:moveTo>
                    <a:lnTo>
                      <a:pt x="308941" y="0"/>
                    </a:lnTo>
                  </a:path>
                </a:pathLst>
              </a:custGeom>
              <a:ln w="6649" cap="flat">
                <a:solidFill>
                  <a:srgbClr val="E30613"/>
                </a:solidFill>
                <a:prstDash val="solid"/>
                <a:miter/>
              </a:ln>
            </p:spPr>
            <p:txBody>
              <a:bodyPr rtlCol="0" anchor="ctr"/>
              <a:lstStyle/>
              <a:p>
                <a:endParaRPr lang="es-ES"/>
              </a:p>
            </p:txBody>
          </p:sp>
          <p:sp>
            <p:nvSpPr>
              <p:cNvPr id="40" name="Forma libre: forma 39">
                <a:extLst>
                  <a:ext uri="{FF2B5EF4-FFF2-40B4-BE49-F238E27FC236}">
                    <a16:creationId xmlns:a16="http://schemas.microsoft.com/office/drawing/2014/main" id="{AF1AE268-2D87-A021-2EB9-186AF058A6C8}"/>
                  </a:ext>
                </a:extLst>
              </p:cNvPr>
              <p:cNvSpPr/>
              <p:nvPr/>
            </p:nvSpPr>
            <p:spPr>
              <a:xfrm>
                <a:off x="3832885" y="2197659"/>
                <a:ext cx="13299" cy="1805105"/>
              </a:xfrm>
              <a:custGeom>
                <a:avLst/>
                <a:gdLst>
                  <a:gd name="connsiteX0" fmla="*/ 0 w 13299"/>
                  <a:gd name="connsiteY0" fmla="*/ 0 h 1805105"/>
                  <a:gd name="connsiteX1" fmla="*/ 0 w 13299"/>
                  <a:gd name="connsiteY1" fmla="*/ 1805106 h 1805105"/>
                </a:gdLst>
                <a:ahLst/>
                <a:cxnLst>
                  <a:cxn ang="0">
                    <a:pos x="connsiteX0" y="connsiteY0"/>
                  </a:cxn>
                  <a:cxn ang="0">
                    <a:pos x="connsiteX1" y="connsiteY1"/>
                  </a:cxn>
                </a:cxnLst>
                <a:rect l="l" t="t" r="r" b="b"/>
                <a:pathLst>
                  <a:path w="13299" h="1805105">
                    <a:moveTo>
                      <a:pt x="0" y="0"/>
                    </a:moveTo>
                    <a:lnTo>
                      <a:pt x="0" y="1805106"/>
                    </a:lnTo>
                  </a:path>
                </a:pathLst>
              </a:custGeom>
              <a:ln w="6649" cap="flat">
                <a:solidFill>
                  <a:schemeClr val="accent3"/>
                </a:solidFill>
                <a:prstDash val="solid"/>
                <a:miter/>
              </a:ln>
            </p:spPr>
            <p:txBody>
              <a:bodyPr rtlCol="0" anchor="ctr"/>
              <a:lstStyle/>
              <a:p>
                <a:endParaRPr lang="es-ES"/>
              </a:p>
            </p:txBody>
          </p:sp>
          <p:sp>
            <p:nvSpPr>
              <p:cNvPr id="41" name="Forma libre: forma 40">
                <a:extLst>
                  <a:ext uri="{FF2B5EF4-FFF2-40B4-BE49-F238E27FC236}">
                    <a16:creationId xmlns:a16="http://schemas.microsoft.com/office/drawing/2014/main" id="{63A985C7-5A97-D31F-C319-F354814E9292}"/>
                  </a:ext>
                </a:extLst>
              </p:cNvPr>
              <p:cNvSpPr/>
              <p:nvPr/>
            </p:nvSpPr>
            <p:spPr>
              <a:xfrm>
                <a:off x="1975114" y="2557005"/>
                <a:ext cx="314261" cy="244439"/>
              </a:xfrm>
              <a:custGeom>
                <a:avLst/>
                <a:gdLst>
                  <a:gd name="connsiteX0" fmla="*/ 314261 w 314261"/>
                  <a:gd name="connsiteY0" fmla="*/ 244440 h 244439"/>
                  <a:gd name="connsiteX1" fmla="*/ 0 w 314261"/>
                  <a:gd name="connsiteY1" fmla="*/ 0 h 244439"/>
                  <a:gd name="connsiteX2" fmla="*/ 307478 w 314261"/>
                  <a:gd name="connsiteY2" fmla="*/ 239253 h 244439"/>
                </a:gdLst>
                <a:ahLst/>
                <a:cxnLst>
                  <a:cxn ang="0">
                    <a:pos x="connsiteX0" y="connsiteY0"/>
                  </a:cxn>
                  <a:cxn ang="0">
                    <a:pos x="connsiteX1" y="connsiteY1"/>
                  </a:cxn>
                  <a:cxn ang="0">
                    <a:pos x="connsiteX2" y="connsiteY2"/>
                  </a:cxn>
                </a:cxnLst>
                <a:rect l="l" t="t" r="r" b="b"/>
                <a:pathLst>
                  <a:path w="314261" h="244439">
                    <a:moveTo>
                      <a:pt x="314261" y="244440"/>
                    </a:moveTo>
                    <a:lnTo>
                      <a:pt x="0" y="0"/>
                    </a:lnTo>
                    <a:lnTo>
                      <a:pt x="307478" y="239253"/>
                    </a:lnTo>
                  </a:path>
                </a:pathLst>
              </a:custGeom>
              <a:noFill/>
              <a:ln w="6649" cap="flat">
                <a:solidFill>
                  <a:srgbClr val="E30613"/>
                </a:solidFill>
                <a:prstDash val="solid"/>
                <a:miter/>
              </a:ln>
            </p:spPr>
            <p:txBody>
              <a:bodyPr rtlCol="0" anchor="ctr"/>
              <a:lstStyle/>
              <a:p>
                <a:endParaRPr lang="es-ES"/>
              </a:p>
            </p:txBody>
          </p:sp>
          <p:sp>
            <p:nvSpPr>
              <p:cNvPr id="42" name="Forma libre: forma 41">
                <a:extLst>
                  <a:ext uri="{FF2B5EF4-FFF2-40B4-BE49-F238E27FC236}">
                    <a16:creationId xmlns:a16="http://schemas.microsoft.com/office/drawing/2014/main" id="{06A6D68F-305C-6484-EBCC-8A5093CD5457}"/>
                  </a:ext>
                </a:extLst>
              </p:cNvPr>
              <p:cNvSpPr/>
              <p:nvPr/>
            </p:nvSpPr>
            <p:spPr>
              <a:xfrm>
                <a:off x="4624190" y="5606520"/>
                <a:ext cx="239519" cy="485555"/>
              </a:xfrm>
              <a:custGeom>
                <a:avLst/>
                <a:gdLst>
                  <a:gd name="connsiteX0" fmla="*/ 0 w 239519"/>
                  <a:gd name="connsiteY0" fmla="*/ 0 h 485555"/>
                  <a:gd name="connsiteX1" fmla="*/ 239519 w 239519"/>
                  <a:gd name="connsiteY1" fmla="*/ 485555 h 485555"/>
                </a:gdLst>
                <a:ahLst/>
                <a:cxnLst>
                  <a:cxn ang="0">
                    <a:pos x="connsiteX0" y="connsiteY0"/>
                  </a:cxn>
                  <a:cxn ang="0">
                    <a:pos x="connsiteX1" y="connsiteY1"/>
                  </a:cxn>
                </a:cxnLst>
                <a:rect l="l" t="t" r="r" b="b"/>
                <a:pathLst>
                  <a:path w="239519" h="485555">
                    <a:moveTo>
                      <a:pt x="0" y="0"/>
                    </a:moveTo>
                    <a:lnTo>
                      <a:pt x="239519" y="485555"/>
                    </a:lnTo>
                  </a:path>
                </a:pathLst>
              </a:custGeom>
              <a:ln w="6649" cap="flat">
                <a:solidFill>
                  <a:srgbClr val="E30613"/>
                </a:solidFill>
                <a:prstDash val="solid"/>
                <a:miter/>
              </a:ln>
            </p:spPr>
            <p:txBody>
              <a:bodyPr rtlCol="0" anchor="ctr"/>
              <a:lstStyle/>
              <a:p>
                <a:endParaRPr lang="es-ES"/>
              </a:p>
            </p:txBody>
          </p:sp>
          <p:sp>
            <p:nvSpPr>
              <p:cNvPr id="43" name="Forma libre: forma 42">
                <a:extLst>
                  <a:ext uri="{FF2B5EF4-FFF2-40B4-BE49-F238E27FC236}">
                    <a16:creationId xmlns:a16="http://schemas.microsoft.com/office/drawing/2014/main" id="{5BB9B6F0-4C76-C5D2-95D0-71C74ABB1B42}"/>
                  </a:ext>
                </a:extLst>
              </p:cNvPr>
              <p:cNvSpPr/>
              <p:nvPr/>
            </p:nvSpPr>
            <p:spPr>
              <a:xfrm>
                <a:off x="5658738" y="4409456"/>
                <a:ext cx="490608" cy="109319"/>
              </a:xfrm>
              <a:custGeom>
                <a:avLst/>
                <a:gdLst>
                  <a:gd name="connsiteX0" fmla="*/ 0 w 490608"/>
                  <a:gd name="connsiteY0" fmla="*/ 0 h 109319"/>
                  <a:gd name="connsiteX1" fmla="*/ 490609 w 490608"/>
                  <a:gd name="connsiteY1" fmla="*/ 109320 h 109319"/>
                </a:gdLst>
                <a:ahLst/>
                <a:cxnLst>
                  <a:cxn ang="0">
                    <a:pos x="connsiteX0" y="connsiteY0"/>
                  </a:cxn>
                  <a:cxn ang="0">
                    <a:pos x="connsiteX1" y="connsiteY1"/>
                  </a:cxn>
                </a:cxnLst>
                <a:rect l="l" t="t" r="r" b="b"/>
                <a:pathLst>
                  <a:path w="490608" h="109319">
                    <a:moveTo>
                      <a:pt x="0" y="0"/>
                    </a:moveTo>
                    <a:lnTo>
                      <a:pt x="490609" y="109320"/>
                    </a:lnTo>
                  </a:path>
                </a:pathLst>
              </a:custGeom>
              <a:ln w="6649" cap="flat">
                <a:solidFill>
                  <a:srgbClr val="E30613"/>
                </a:solidFill>
                <a:prstDash val="solid"/>
                <a:miter/>
              </a:ln>
            </p:spPr>
            <p:txBody>
              <a:bodyPr rtlCol="0" anchor="ctr"/>
              <a:lstStyle/>
              <a:p>
                <a:endParaRPr lang="es-ES"/>
              </a:p>
            </p:txBody>
          </p:sp>
          <p:sp>
            <p:nvSpPr>
              <p:cNvPr id="44" name="Forma libre: forma 43">
                <a:extLst>
                  <a:ext uri="{FF2B5EF4-FFF2-40B4-BE49-F238E27FC236}">
                    <a16:creationId xmlns:a16="http://schemas.microsoft.com/office/drawing/2014/main" id="{A4F5F051-84F6-AEA5-8C19-B7E8347FEC88}"/>
                  </a:ext>
                </a:extLst>
              </p:cNvPr>
              <p:cNvSpPr/>
              <p:nvPr/>
            </p:nvSpPr>
            <p:spPr>
              <a:xfrm>
                <a:off x="3026419" y="3082191"/>
                <a:ext cx="1612932" cy="1612931"/>
              </a:xfrm>
              <a:custGeom>
                <a:avLst/>
                <a:gdLst>
                  <a:gd name="connsiteX0" fmla="*/ 805245 w 1612932"/>
                  <a:gd name="connsiteY0" fmla="*/ 1612884 h 1612931"/>
                  <a:gd name="connsiteX1" fmla="*/ 1611844 w 1612932"/>
                  <a:gd name="connsiteY1" fmla="*/ 806551 h 1612931"/>
                  <a:gd name="connsiteX2" fmla="*/ 805511 w 1612932"/>
                  <a:gd name="connsiteY2" fmla="*/ -48 h 1612931"/>
                  <a:gd name="connsiteX3" fmla="*/ -1088 w 1612932"/>
                  <a:gd name="connsiteY3" fmla="*/ 806285 h 1612931"/>
                  <a:gd name="connsiteX4" fmla="*/ -1088 w 1612932"/>
                  <a:gd name="connsiteY4" fmla="*/ 806418 h 1612931"/>
                  <a:gd name="connsiteX5" fmla="*/ 805378 w 1612932"/>
                  <a:gd name="connsiteY5" fmla="*/ 1612884 h 1612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2932" h="1612931">
                    <a:moveTo>
                      <a:pt x="805245" y="1612884"/>
                    </a:moveTo>
                    <a:cubicBezTo>
                      <a:pt x="1250636" y="1612964"/>
                      <a:pt x="1611711" y="1251956"/>
                      <a:pt x="1611844" y="806551"/>
                    </a:cubicBezTo>
                    <a:cubicBezTo>
                      <a:pt x="1611977" y="361146"/>
                      <a:pt x="1250903" y="32"/>
                      <a:pt x="805511" y="-48"/>
                    </a:cubicBezTo>
                    <a:cubicBezTo>
                      <a:pt x="360120" y="-128"/>
                      <a:pt x="-955" y="360880"/>
                      <a:pt x="-1088" y="806285"/>
                    </a:cubicBezTo>
                    <a:cubicBezTo>
                      <a:pt x="-1088" y="806325"/>
                      <a:pt x="-1088" y="806378"/>
                      <a:pt x="-1088" y="806418"/>
                    </a:cubicBezTo>
                    <a:cubicBezTo>
                      <a:pt x="-1088" y="1251823"/>
                      <a:pt x="359987" y="1612884"/>
                      <a:pt x="805378" y="1612884"/>
                    </a:cubicBezTo>
                  </a:path>
                </a:pathLst>
              </a:custGeom>
              <a:solidFill>
                <a:srgbClr val="FFFFFF"/>
              </a:solidFill>
              <a:ln w="6350" cap="flat">
                <a:solidFill>
                  <a:schemeClr val="accent4"/>
                </a:solidFill>
                <a:prstDash val="solid"/>
                <a:miter/>
              </a:ln>
            </p:spPr>
            <p:txBody>
              <a:bodyPr rtlCol="0" anchor="ctr"/>
              <a:lstStyle/>
              <a:p>
                <a:endParaRPr lang="es-ES"/>
              </a:p>
            </p:txBody>
          </p:sp>
          <p:sp>
            <p:nvSpPr>
              <p:cNvPr id="45" name="Forma libre: forma 44">
                <a:extLst>
                  <a:ext uri="{FF2B5EF4-FFF2-40B4-BE49-F238E27FC236}">
                    <a16:creationId xmlns:a16="http://schemas.microsoft.com/office/drawing/2014/main" id="{797A20B3-2F94-4917-1508-0F07BF4A883D}"/>
                  </a:ext>
                </a:extLst>
              </p:cNvPr>
              <p:cNvSpPr/>
              <p:nvPr/>
            </p:nvSpPr>
            <p:spPr>
              <a:xfrm rot="21261000">
                <a:off x="3592509" y="2134773"/>
                <a:ext cx="496061" cy="496061"/>
              </a:xfrm>
              <a:custGeom>
                <a:avLst/>
                <a:gdLst>
                  <a:gd name="connsiteX0" fmla="*/ 494973 w 496061"/>
                  <a:gd name="connsiteY0" fmla="*/ 247983 h 496061"/>
                  <a:gd name="connsiteX1" fmla="*/ 246942 w 496061"/>
                  <a:gd name="connsiteY1" fmla="*/ 496014 h 496061"/>
                  <a:gd name="connsiteX2" fmla="*/ -1089 w 496061"/>
                  <a:gd name="connsiteY2" fmla="*/ 247983 h 496061"/>
                  <a:gd name="connsiteX3" fmla="*/ 246942 w 496061"/>
                  <a:gd name="connsiteY3" fmla="*/ -48 h 496061"/>
                  <a:gd name="connsiteX4" fmla="*/ 494973 w 496061"/>
                  <a:gd name="connsiteY4" fmla="*/ 247983 h 4960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061" h="496061">
                    <a:moveTo>
                      <a:pt x="494973" y="247983"/>
                    </a:moveTo>
                    <a:cubicBezTo>
                      <a:pt x="494973" y="384966"/>
                      <a:pt x="383927" y="496014"/>
                      <a:pt x="246942" y="496014"/>
                    </a:cubicBezTo>
                    <a:cubicBezTo>
                      <a:pt x="109958" y="496014"/>
                      <a:pt x="-1089" y="384966"/>
                      <a:pt x="-1089" y="247983"/>
                    </a:cubicBezTo>
                    <a:cubicBezTo>
                      <a:pt x="-1089" y="110999"/>
                      <a:pt x="109958" y="-48"/>
                      <a:pt x="246942" y="-48"/>
                    </a:cubicBezTo>
                    <a:cubicBezTo>
                      <a:pt x="383927" y="-48"/>
                      <a:pt x="494973" y="110999"/>
                      <a:pt x="494973" y="247983"/>
                    </a:cubicBezTo>
                    <a:close/>
                  </a:path>
                </a:pathLst>
              </a:custGeom>
              <a:solidFill>
                <a:schemeClr val="bg1"/>
              </a:solidFill>
              <a:ln w="6350" cap="flat">
                <a:solidFill>
                  <a:schemeClr val="accent2"/>
                </a:solidFill>
                <a:prstDash val="solid"/>
                <a:miter/>
              </a:ln>
            </p:spPr>
            <p:txBody>
              <a:bodyPr rtlCol="0" anchor="ctr"/>
              <a:lstStyle/>
              <a:p>
                <a:endParaRPr lang="es-ES"/>
              </a:p>
            </p:txBody>
          </p:sp>
          <p:sp>
            <p:nvSpPr>
              <p:cNvPr id="46" name="Forma libre: forma 45">
                <a:extLst>
                  <a:ext uri="{FF2B5EF4-FFF2-40B4-BE49-F238E27FC236}">
                    <a16:creationId xmlns:a16="http://schemas.microsoft.com/office/drawing/2014/main" id="{53E34CC3-0C06-8689-A0A3-496559B65837}"/>
                  </a:ext>
                </a:extLst>
              </p:cNvPr>
              <p:cNvSpPr/>
              <p:nvPr/>
            </p:nvSpPr>
            <p:spPr>
              <a:xfrm rot="20946002">
                <a:off x="5114049" y="4059007"/>
                <a:ext cx="606445" cy="606445"/>
              </a:xfrm>
              <a:custGeom>
                <a:avLst/>
                <a:gdLst>
                  <a:gd name="connsiteX0" fmla="*/ 605357 w 606445"/>
                  <a:gd name="connsiteY0" fmla="*/ 303175 h 606445"/>
                  <a:gd name="connsiteX1" fmla="*/ 302133 w 606445"/>
                  <a:gd name="connsiteY1" fmla="*/ 606397 h 606445"/>
                  <a:gd name="connsiteX2" fmla="*/ -1090 w 606445"/>
                  <a:gd name="connsiteY2" fmla="*/ 303174 h 606445"/>
                  <a:gd name="connsiteX3" fmla="*/ 302133 w 606445"/>
                  <a:gd name="connsiteY3" fmla="*/ -48 h 606445"/>
                  <a:gd name="connsiteX4" fmla="*/ 605357 w 606445"/>
                  <a:gd name="connsiteY4" fmla="*/ 303175 h 6064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445" h="606445">
                    <a:moveTo>
                      <a:pt x="605357" y="303175"/>
                    </a:moveTo>
                    <a:cubicBezTo>
                      <a:pt x="605357" y="470640"/>
                      <a:pt x="469599" y="606397"/>
                      <a:pt x="302133" y="606397"/>
                    </a:cubicBezTo>
                    <a:cubicBezTo>
                      <a:pt x="134669" y="606397"/>
                      <a:pt x="-1090" y="470640"/>
                      <a:pt x="-1090" y="303174"/>
                    </a:cubicBezTo>
                    <a:cubicBezTo>
                      <a:pt x="-1090" y="135709"/>
                      <a:pt x="134667" y="-48"/>
                      <a:pt x="302133" y="-48"/>
                    </a:cubicBezTo>
                    <a:cubicBezTo>
                      <a:pt x="469598" y="-48"/>
                      <a:pt x="605357" y="135709"/>
                      <a:pt x="605357" y="303175"/>
                    </a:cubicBezTo>
                    <a:close/>
                  </a:path>
                </a:pathLst>
              </a:custGeom>
              <a:solidFill>
                <a:schemeClr val="bg1"/>
              </a:solidFill>
              <a:ln w="6350" cap="flat">
                <a:solidFill>
                  <a:schemeClr val="accent2"/>
                </a:solidFill>
                <a:prstDash val="solid"/>
                <a:miter/>
              </a:ln>
            </p:spPr>
            <p:txBody>
              <a:bodyPr rtlCol="0" anchor="ctr"/>
              <a:lstStyle/>
              <a:p>
                <a:endParaRPr lang="es-ES"/>
              </a:p>
            </p:txBody>
          </p:sp>
          <p:sp>
            <p:nvSpPr>
              <p:cNvPr id="47" name="Forma libre: forma 46">
                <a:extLst>
                  <a:ext uri="{FF2B5EF4-FFF2-40B4-BE49-F238E27FC236}">
                    <a16:creationId xmlns:a16="http://schemas.microsoft.com/office/drawing/2014/main" id="{B5CBF771-1E1D-4FF6-2145-8C7EEFAA7D10}"/>
                  </a:ext>
                </a:extLst>
              </p:cNvPr>
              <p:cNvSpPr/>
              <p:nvPr/>
            </p:nvSpPr>
            <p:spPr>
              <a:xfrm>
                <a:off x="4185182" y="5039174"/>
                <a:ext cx="661770" cy="661770"/>
              </a:xfrm>
              <a:custGeom>
                <a:avLst/>
                <a:gdLst>
                  <a:gd name="connsiteX0" fmla="*/ 329664 w 661770"/>
                  <a:gd name="connsiteY0" fmla="*/ 661722 h 661770"/>
                  <a:gd name="connsiteX1" fmla="*/ 660682 w 661770"/>
                  <a:gd name="connsiteY1" fmla="*/ 330970 h 661770"/>
                  <a:gd name="connsiteX2" fmla="*/ 329930 w 661770"/>
                  <a:gd name="connsiteY2" fmla="*/ -48 h 661770"/>
                  <a:gd name="connsiteX3" fmla="*/ -1088 w 661770"/>
                  <a:gd name="connsiteY3" fmla="*/ 330704 h 661770"/>
                  <a:gd name="connsiteX4" fmla="*/ -1088 w 661770"/>
                  <a:gd name="connsiteY4" fmla="*/ 330837 h 661770"/>
                  <a:gd name="connsiteX5" fmla="*/ 329531 w 661770"/>
                  <a:gd name="connsiteY5" fmla="*/ 661722 h 661770"/>
                  <a:gd name="connsiteX6" fmla="*/ 329664 w 661770"/>
                  <a:gd name="connsiteY6" fmla="*/ 661722 h 66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770" h="661770">
                    <a:moveTo>
                      <a:pt x="329664" y="661722"/>
                    </a:moveTo>
                    <a:cubicBezTo>
                      <a:pt x="512395" y="661802"/>
                      <a:pt x="660549" y="513715"/>
                      <a:pt x="660682" y="330970"/>
                    </a:cubicBezTo>
                    <a:cubicBezTo>
                      <a:pt x="660815" y="148225"/>
                      <a:pt x="512662" y="32"/>
                      <a:pt x="329930" y="-48"/>
                    </a:cubicBezTo>
                    <a:cubicBezTo>
                      <a:pt x="147199" y="-128"/>
                      <a:pt x="-955" y="147959"/>
                      <a:pt x="-1088" y="330704"/>
                    </a:cubicBezTo>
                    <a:cubicBezTo>
                      <a:pt x="-1088" y="330744"/>
                      <a:pt x="-1088" y="330797"/>
                      <a:pt x="-1088" y="330837"/>
                    </a:cubicBezTo>
                    <a:cubicBezTo>
                      <a:pt x="-1221" y="513502"/>
                      <a:pt x="146799" y="661656"/>
                      <a:pt x="329531" y="661722"/>
                    </a:cubicBezTo>
                    <a:cubicBezTo>
                      <a:pt x="329531" y="661722"/>
                      <a:pt x="329664" y="661722"/>
                      <a:pt x="329664" y="661722"/>
                    </a:cubicBezTo>
                    <a:close/>
                  </a:path>
                </a:pathLst>
              </a:custGeom>
              <a:solidFill>
                <a:schemeClr val="bg1"/>
              </a:solidFill>
              <a:ln w="6350" cap="flat">
                <a:solidFill>
                  <a:schemeClr val="accent2"/>
                </a:solidFill>
                <a:prstDash val="solid"/>
                <a:miter/>
              </a:ln>
            </p:spPr>
            <p:txBody>
              <a:bodyPr rtlCol="0" anchor="ctr"/>
              <a:lstStyle/>
              <a:p>
                <a:endParaRPr lang="es-ES"/>
              </a:p>
            </p:txBody>
          </p:sp>
          <p:sp>
            <p:nvSpPr>
              <p:cNvPr id="48" name="Forma libre: forma 47">
                <a:extLst>
                  <a:ext uri="{FF2B5EF4-FFF2-40B4-BE49-F238E27FC236}">
                    <a16:creationId xmlns:a16="http://schemas.microsoft.com/office/drawing/2014/main" id="{C837703D-3C95-AFEB-090D-7D4EBCFD75F6}"/>
                  </a:ext>
                </a:extLst>
              </p:cNvPr>
              <p:cNvSpPr/>
              <p:nvPr/>
            </p:nvSpPr>
            <p:spPr>
              <a:xfrm>
                <a:off x="2791156" y="4984116"/>
                <a:ext cx="716827" cy="716828"/>
              </a:xfrm>
              <a:custGeom>
                <a:avLst/>
                <a:gdLst>
                  <a:gd name="connsiteX0" fmla="*/ 357193 w 716827"/>
                  <a:gd name="connsiteY0" fmla="*/ 716781 h 716828"/>
                  <a:gd name="connsiteX1" fmla="*/ 715740 w 716827"/>
                  <a:gd name="connsiteY1" fmla="*/ 358499 h 716828"/>
                  <a:gd name="connsiteX2" fmla="*/ 357459 w 716827"/>
                  <a:gd name="connsiteY2" fmla="*/ -48 h 716828"/>
                  <a:gd name="connsiteX3" fmla="*/ -1088 w 716827"/>
                  <a:gd name="connsiteY3" fmla="*/ 358233 h 716828"/>
                  <a:gd name="connsiteX4" fmla="*/ -1088 w 716827"/>
                  <a:gd name="connsiteY4" fmla="*/ 358366 h 716828"/>
                  <a:gd name="connsiteX5" fmla="*/ 357193 w 716827"/>
                  <a:gd name="connsiteY5" fmla="*/ 716781 h 716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6827" h="716828">
                    <a:moveTo>
                      <a:pt x="357193" y="716781"/>
                    </a:moveTo>
                    <a:cubicBezTo>
                      <a:pt x="555085" y="716861"/>
                      <a:pt x="715606" y="556445"/>
                      <a:pt x="715740" y="358499"/>
                    </a:cubicBezTo>
                    <a:cubicBezTo>
                      <a:pt x="715873" y="160553"/>
                      <a:pt x="555352" y="31"/>
                      <a:pt x="357459" y="-48"/>
                    </a:cubicBezTo>
                    <a:cubicBezTo>
                      <a:pt x="159566" y="-128"/>
                      <a:pt x="-957" y="160287"/>
                      <a:pt x="-1088" y="358233"/>
                    </a:cubicBezTo>
                    <a:cubicBezTo>
                      <a:pt x="-1088" y="358273"/>
                      <a:pt x="-1088" y="358326"/>
                      <a:pt x="-1088" y="358366"/>
                    </a:cubicBezTo>
                    <a:cubicBezTo>
                      <a:pt x="-1088" y="556259"/>
                      <a:pt x="159300" y="716714"/>
                      <a:pt x="357193" y="716781"/>
                    </a:cubicBezTo>
                  </a:path>
                </a:pathLst>
              </a:custGeom>
              <a:solidFill>
                <a:srgbClr val="FFFFFF"/>
              </a:solidFill>
              <a:ln w="6350" cap="flat">
                <a:solidFill>
                  <a:schemeClr val="accent2"/>
                </a:solidFill>
                <a:prstDash val="solid"/>
                <a:miter/>
              </a:ln>
            </p:spPr>
            <p:txBody>
              <a:bodyPr rtlCol="0" anchor="ctr"/>
              <a:lstStyle/>
              <a:p>
                <a:endParaRPr lang="es-ES"/>
              </a:p>
            </p:txBody>
          </p:sp>
          <p:sp>
            <p:nvSpPr>
              <p:cNvPr id="49" name="Forma libre: forma 48">
                <a:extLst>
                  <a:ext uri="{FF2B5EF4-FFF2-40B4-BE49-F238E27FC236}">
                    <a16:creationId xmlns:a16="http://schemas.microsoft.com/office/drawing/2014/main" id="{25A43D0C-4728-48BA-9158-A2B9E0BDE097}"/>
                  </a:ext>
                </a:extLst>
              </p:cNvPr>
              <p:cNvSpPr/>
              <p:nvPr/>
            </p:nvSpPr>
            <p:spPr>
              <a:xfrm>
                <a:off x="1933089" y="3966990"/>
                <a:ext cx="771355" cy="771355"/>
              </a:xfrm>
              <a:custGeom>
                <a:avLst/>
                <a:gdLst>
                  <a:gd name="connsiteX0" fmla="*/ 384590 w 771355"/>
                  <a:gd name="connsiteY0" fmla="*/ 771308 h 771355"/>
                  <a:gd name="connsiteX1" fmla="*/ 770268 w 771355"/>
                  <a:gd name="connsiteY1" fmla="*/ 385630 h 771355"/>
                  <a:gd name="connsiteX2" fmla="*/ 384590 w 771355"/>
                  <a:gd name="connsiteY2" fmla="*/ -48 h 771355"/>
                  <a:gd name="connsiteX3" fmla="*/ -1088 w 771355"/>
                  <a:gd name="connsiteY3" fmla="*/ 385630 h 771355"/>
                  <a:gd name="connsiteX4" fmla="*/ 384590 w 771355"/>
                  <a:gd name="connsiteY4" fmla="*/ 771308 h 7713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1355" h="771355">
                    <a:moveTo>
                      <a:pt x="384590" y="771308"/>
                    </a:moveTo>
                    <a:cubicBezTo>
                      <a:pt x="597644" y="771308"/>
                      <a:pt x="770268" y="598631"/>
                      <a:pt x="770268" y="385630"/>
                    </a:cubicBezTo>
                    <a:cubicBezTo>
                      <a:pt x="770268" y="172629"/>
                      <a:pt x="597644" y="-48"/>
                      <a:pt x="384590" y="-48"/>
                    </a:cubicBezTo>
                    <a:cubicBezTo>
                      <a:pt x="171536" y="-48"/>
                      <a:pt x="-1088" y="172629"/>
                      <a:pt x="-1088" y="385630"/>
                    </a:cubicBezTo>
                    <a:cubicBezTo>
                      <a:pt x="-1088" y="598631"/>
                      <a:pt x="171536" y="771308"/>
                      <a:pt x="384590" y="771308"/>
                    </a:cubicBezTo>
                    <a:close/>
                  </a:path>
                </a:pathLst>
              </a:custGeom>
              <a:solidFill>
                <a:schemeClr val="bg1"/>
              </a:solidFill>
              <a:ln w="6350" cap="flat">
                <a:solidFill>
                  <a:schemeClr val="accent2"/>
                </a:solidFill>
                <a:prstDash val="solid"/>
                <a:miter/>
              </a:ln>
            </p:spPr>
            <p:txBody>
              <a:bodyPr rtlCol="0" anchor="ctr"/>
              <a:lstStyle/>
              <a:p>
                <a:endParaRPr lang="es-ES"/>
              </a:p>
            </p:txBody>
          </p:sp>
          <p:sp>
            <p:nvSpPr>
              <p:cNvPr id="50" name="Forma libre: forma 49">
                <a:extLst>
                  <a:ext uri="{FF2B5EF4-FFF2-40B4-BE49-F238E27FC236}">
                    <a16:creationId xmlns:a16="http://schemas.microsoft.com/office/drawing/2014/main" id="{13BF8C08-5703-3599-94E5-6603C6705B47}"/>
                  </a:ext>
                </a:extLst>
              </p:cNvPr>
              <p:cNvSpPr/>
              <p:nvPr/>
            </p:nvSpPr>
            <p:spPr>
              <a:xfrm>
                <a:off x="2217294" y="2608739"/>
                <a:ext cx="826945" cy="826946"/>
              </a:xfrm>
              <a:custGeom>
                <a:avLst/>
                <a:gdLst>
                  <a:gd name="connsiteX0" fmla="*/ 412385 w 826945"/>
                  <a:gd name="connsiteY0" fmla="*/ 826898 h 826946"/>
                  <a:gd name="connsiteX1" fmla="*/ 825858 w 826945"/>
                  <a:gd name="connsiteY1" fmla="*/ 413425 h 826946"/>
                  <a:gd name="connsiteX2" fmla="*/ 412385 w 826945"/>
                  <a:gd name="connsiteY2" fmla="*/ -48 h 826946"/>
                  <a:gd name="connsiteX3" fmla="*/ -1088 w 826945"/>
                  <a:gd name="connsiteY3" fmla="*/ 413425 h 826946"/>
                  <a:gd name="connsiteX4" fmla="*/ 412385 w 826945"/>
                  <a:gd name="connsiteY4" fmla="*/ 826898 h 8269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6945" h="826946">
                    <a:moveTo>
                      <a:pt x="412385" y="826898"/>
                    </a:moveTo>
                    <a:cubicBezTo>
                      <a:pt x="640733" y="826898"/>
                      <a:pt x="825858" y="641786"/>
                      <a:pt x="825858" y="413425"/>
                    </a:cubicBezTo>
                    <a:cubicBezTo>
                      <a:pt x="825858" y="185064"/>
                      <a:pt x="640733" y="-48"/>
                      <a:pt x="412385" y="-48"/>
                    </a:cubicBezTo>
                    <a:cubicBezTo>
                      <a:pt x="184036" y="-48"/>
                      <a:pt x="-1088" y="185064"/>
                      <a:pt x="-1088" y="413425"/>
                    </a:cubicBezTo>
                    <a:cubicBezTo>
                      <a:pt x="-1088" y="641786"/>
                      <a:pt x="184036" y="826898"/>
                      <a:pt x="412385" y="826898"/>
                    </a:cubicBezTo>
                    <a:close/>
                  </a:path>
                </a:pathLst>
              </a:custGeom>
              <a:solidFill>
                <a:schemeClr val="bg1"/>
              </a:solidFill>
              <a:ln w="6350" cap="flat">
                <a:solidFill>
                  <a:schemeClr val="accent2"/>
                </a:solidFill>
                <a:prstDash val="solid"/>
                <a:miter/>
              </a:ln>
            </p:spPr>
            <p:txBody>
              <a:bodyPr rtlCol="0" anchor="ctr"/>
              <a:lstStyle/>
              <a:p>
                <a:endParaRPr lang="es-ES" dirty="0"/>
              </a:p>
            </p:txBody>
          </p:sp>
          <p:sp>
            <p:nvSpPr>
              <p:cNvPr id="51" name="Forma libre: forma 50">
                <a:extLst>
                  <a:ext uri="{FF2B5EF4-FFF2-40B4-BE49-F238E27FC236}">
                    <a16:creationId xmlns:a16="http://schemas.microsoft.com/office/drawing/2014/main" id="{BF0D0784-A879-110B-D09B-5EA822CD215A}"/>
                  </a:ext>
                </a:extLst>
              </p:cNvPr>
              <p:cNvSpPr/>
              <p:nvPr/>
            </p:nvSpPr>
            <p:spPr>
              <a:xfrm>
                <a:off x="2026981" y="2575490"/>
                <a:ext cx="155336" cy="155335"/>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chemeClr val="accent2"/>
              </a:solidFill>
              <a:ln w="13297" cap="flat">
                <a:noFill/>
                <a:prstDash val="solid"/>
                <a:miter/>
              </a:ln>
            </p:spPr>
            <p:txBody>
              <a:bodyPr lIns="0" tIns="0" rIns="0" bIns="0" rtlCol="0" anchor="ctr"/>
              <a:lstStyle/>
              <a:p>
                <a:pPr algn="ctr"/>
                <a:r>
                  <a:rPr lang="es-ES" sz="700" dirty="0">
                    <a:solidFill>
                      <a:schemeClr val="bg1"/>
                    </a:solidFill>
                    <a:latin typeface="Santander Text" panose="020B0504020201020104" pitchFamily="34" charset="0"/>
                  </a:rPr>
                  <a:t>7</a:t>
                </a:r>
              </a:p>
            </p:txBody>
          </p:sp>
          <p:sp>
            <p:nvSpPr>
              <p:cNvPr id="52" name="Forma libre: forma 51">
                <a:extLst>
                  <a:ext uri="{FF2B5EF4-FFF2-40B4-BE49-F238E27FC236}">
                    <a16:creationId xmlns:a16="http://schemas.microsoft.com/office/drawing/2014/main" id="{DA65DCAB-D113-14A3-AA0A-665D3E3CC162}"/>
                  </a:ext>
                </a:extLst>
              </p:cNvPr>
              <p:cNvSpPr/>
              <p:nvPr/>
            </p:nvSpPr>
            <p:spPr>
              <a:xfrm>
                <a:off x="2026981" y="2575490"/>
                <a:ext cx="155336" cy="155335"/>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close/>
                  </a:path>
                </a:pathLst>
              </a:custGeom>
              <a:noFill/>
              <a:ln w="6649" cap="flat">
                <a:solidFill>
                  <a:srgbClr val="FFFFFF"/>
                </a:solidFill>
                <a:prstDash val="solid"/>
                <a:miter/>
              </a:ln>
            </p:spPr>
            <p:txBody>
              <a:bodyPr rtlCol="0" anchor="ctr"/>
              <a:lstStyle/>
              <a:p>
                <a:endParaRPr lang="es-ES"/>
              </a:p>
            </p:txBody>
          </p:sp>
          <p:sp>
            <p:nvSpPr>
              <p:cNvPr id="53" name="CuadroTexto 52">
                <a:extLst>
                  <a:ext uri="{FF2B5EF4-FFF2-40B4-BE49-F238E27FC236}">
                    <a16:creationId xmlns:a16="http://schemas.microsoft.com/office/drawing/2014/main" id="{A715FB38-8177-2843-4819-C3552FD0A88F}"/>
                  </a:ext>
                </a:extLst>
              </p:cNvPr>
              <p:cNvSpPr txBox="1"/>
              <p:nvPr/>
            </p:nvSpPr>
            <p:spPr>
              <a:xfrm>
                <a:off x="3136780" y="3551685"/>
                <a:ext cx="1418540" cy="673944"/>
              </a:xfrm>
              <a:prstGeom prst="rect">
                <a:avLst/>
              </a:prstGeom>
              <a:noFill/>
            </p:spPr>
            <p:txBody>
              <a:bodyPr wrap="square">
                <a:spAutoFit/>
              </a:bodyPr>
              <a:lstStyle/>
              <a:p>
                <a:pPr algn="ctr"/>
                <a:r>
                  <a:rPr lang="en-US" sz="1100" dirty="0">
                    <a:latin typeface="Santander Text SemiBold" panose="020B0704020201010104" pitchFamily="34" charset="0"/>
                    <a:cs typeface="Santander Text SemiBold" panose="020B0704020201010104" pitchFamily="34" charset="0"/>
                  </a:rPr>
                  <a:t>CRAPF</a:t>
                </a:r>
              </a:p>
              <a:p>
                <a:pPr algn="ctr"/>
                <a:r>
                  <a:rPr lang="en-US" sz="1100" dirty="0" err="1">
                    <a:latin typeface="Santander Text SemiBold" panose="020B0704020201010104" pitchFamily="34" charset="0"/>
                    <a:cs typeface="Santander Text SemiBold" panose="020B0704020201010104" pitchFamily="34" charset="0"/>
                  </a:rPr>
                  <a:t>Elaborar</a:t>
                </a:r>
                <a:r>
                  <a:rPr lang="en-US" sz="1100" dirty="0">
                    <a:latin typeface="Santander Text SemiBold" panose="020B0704020201010104" pitchFamily="34" charset="0"/>
                    <a:cs typeface="Santander Text SemiBold" panose="020B0704020201010104" pitchFamily="34" charset="0"/>
                  </a:rPr>
                  <a:t> </a:t>
                </a:r>
                <a:r>
                  <a:rPr lang="en-US" sz="1100" dirty="0" err="1">
                    <a:latin typeface="Santander Text SemiBold" panose="020B0704020201010104" pitchFamily="34" charset="0"/>
                    <a:cs typeface="Santander Text SemiBold" panose="020B0704020201010104" pitchFamily="34" charset="0"/>
                  </a:rPr>
                  <a:t>Políticas</a:t>
                </a:r>
                <a:r>
                  <a:rPr lang="en-US" sz="1100" dirty="0">
                    <a:latin typeface="Santander Text SemiBold" panose="020B0704020201010104" pitchFamily="34" charset="0"/>
                    <a:cs typeface="Santander Text SemiBold" panose="020B0704020201010104" pitchFamily="34" charset="0"/>
                  </a:rPr>
                  <a:t> y </a:t>
                </a:r>
                <a:r>
                  <a:rPr lang="en-US" sz="1100" dirty="0" err="1">
                    <a:latin typeface="Santander Text SemiBold" panose="020B0704020201010104" pitchFamily="34" charset="0"/>
                    <a:cs typeface="Santander Text SemiBold" panose="020B0704020201010104" pitchFamily="34" charset="0"/>
                  </a:rPr>
                  <a:t>Procedimientos</a:t>
                </a:r>
                <a:endParaRPr lang="en-US" sz="1100" dirty="0">
                  <a:latin typeface="Santander Text SemiBold" panose="020B0704020201010104" pitchFamily="34" charset="0"/>
                  <a:cs typeface="Santander Text SemiBold" panose="020B0704020201010104" pitchFamily="34" charset="0"/>
                </a:endParaRPr>
              </a:p>
            </p:txBody>
          </p:sp>
          <p:sp>
            <p:nvSpPr>
              <p:cNvPr id="54" name="object 9">
                <a:extLst>
                  <a:ext uri="{FF2B5EF4-FFF2-40B4-BE49-F238E27FC236}">
                    <a16:creationId xmlns:a16="http://schemas.microsoft.com/office/drawing/2014/main" id="{9E3F0EA8-BA79-D719-93F3-6D1DE778FAA0}"/>
                  </a:ext>
                </a:extLst>
              </p:cNvPr>
              <p:cNvSpPr txBox="1"/>
              <p:nvPr/>
            </p:nvSpPr>
            <p:spPr>
              <a:xfrm>
                <a:off x="1108943" y="2430509"/>
                <a:ext cx="904882" cy="325452"/>
              </a:xfrm>
              <a:prstGeom prst="rect">
                <a:avLst/>
              </a:prstGeom>
            </p:spPr>
            <p:txBody>
              <a:bodyPr vert="horz" wrap="square" lIns="0" tIns="12700" rIns="0" bIns="0" rtlCol="0">
                <a:spAutoFit/>
              </a:bodyPr>
              <a:lstStyle/>
              <a:p>
                <a:pPr marL="12700" marR="5080">
                  <a:spcBef>
                    <a:spcPts val="100"/>
                  </a:spcBef>
                </a:pPr>
                <a:r>
                  <a:rPr lang="da-DK" sz="900" spc="-20" dirty="0">
                    <a:solidFill>
                      <a:srgbClr val="1A232B"/>
                    </a:solidFill>
                    <a:cs typeface="Santander Text Light"/>
                  </a:rPr>
                  <a:t>Difusión de Información</a:t>
                </a:r>
              </a:p>
            </p:txBody>
          </p:sp>
          <p:sp>
            <p:nvSpPr>
              <p:cNvPr id="55" name="Forma libre: forma 54">
                <a:extLst>
                  <a:ext uri="{FF2B5EF4-FFF2-40B4-BE49-F238E27FC236}">
                    <a16:creationId xmlns:a16="http://schemas.microsoft.com/office/drawing/2014/main" id="{5D33A881-A081-D5AB-628C-C21E368B2B1D}"/>
                  </a:ext>
                </a:extLst>
              </p:cNvPr>
              <p:cNvSpPr/>
              <p:nvPr/>
            </p:nvSpPr>
            <p:spPr>
              <a:xfrm>
                <a:off x="1564699" y="4403737"/>
                <a:ext cx="155336" cy="155335"/>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chemeClr val="accent2"/>
              </a:solidFill>
              <a:ln w="13297" cap="flat">
                <a:noFill/>
                <a:prstDash val="solid"/>
                <a:miter/>
              </a:ln>
            </p:spPr>
            <p:txBody>
              <a:bodyPr lIns="0" tIns="0" rIns="0" bIns="0" rtlCol="0" anchor="ctr"/>
              <a:lstStyle/>
              <a:p>
                <a:pPr algn="ctr"/>
                <a:r>
                  <a:rPr lang="es-ES" sz="700" dirty="0">
                    <a:solidFill>
                      <a:schemeClr val="bg1"/>
                    </a:solidFill>
                    <a:latin typeface="Santander Text" panose="020B0504020201020104" pitchFamily="34" charset="0"/>
                  </a:rPr>
                  <a:t>6</a:t>
                </a:r>
              </a:p>
            </p:txBody>
          </p:sp>
          <p:sp>
            <p:nvSpPr>
              <p:cNvPr id="56" name="object 9">
                <a:extLst>
                  <a:ext uri="{FF2B5EF4-FFF2-40B4-BE49-F238E27FC236}">
                    <a16:creationId xmlns:a16="http://schemas.microsoft.com/office/drawing/2014/main" id="{AD0A43AA-1949-FC6F-53D5-DF3E3A8B9EE5}"/>
                  </a:ext>
                </a:extLst>
              </p:cNvPr>
              <p:cNvSpPr txBox="1"/>
              <p:nvPr/>
            </p:nvSpPr>
            <p:spPr>
              <a:xfrm>
                <a:off x="2301064" y="1208158"/>
                <a:ext cx="904883" cy="325452"/>
              </a:xfrm>
              <a:prstGeom prst="rect">
                <a:avLst/>
              </a:prstGeom>
            </p:spPr>
            <p:txBody>
              <a:bodyPr vert="horz" wrap="square" lIns="0" tIns="12700" rIns="0" bIns="0" rtlCol="0">
                <a:spAutoFit/>
              </a:bodyPr>
              <a:lstStyle/>
              <a:p>
                <a:pPr marL="12700" marR="5080">
                  <a:spcBef>
                    <a:spcPts val="100"/>
                  </a:spcBef>
                </a:pPr>
                <a:r>
                  <a:rPr lang="da-DK" sz="900" spc="-20" dirty="0">
                    <a:solidFill>
                      <a:srgbClr val="1A232B"/>
                    </a:solidFill>
                    <a:cs typeface="Santander Text Light"/>
                  </a:rPr>
                  <a:t>Parámetros SSII</a:t>
                </a:r>
              </a:p>
            </p:txBody>
          </p:sp>
          <p:sp>
            <p:nvSpPr>
              <p:cNvPr id="57" name="object 9">
                <a:extLst>
                  <a:ext uri="{FF2B5EF4-FFF2-40B4-BE49-F238E27FC236}">
                    <a16:creationId xmlns:a16="http://schemas.microsoft.com/office/drawing/2014/main" id="{B58C70B3-F07F-72A6-1E48-31D951D96AC4}"/>
                  </a:ext>
                </a:extLst>
              </p:cNvPr>
              <p:cNvSpPr txBox="1"/>
              <p:nvPr/>
            </p:nvSpPr>
            <p:spPr>
              <a:xfrm>
                <a:off x="3776161" y="1304730"/>
                <a:ext cx="904882" cy="325452"/>
              </a:xfrm>
              <a:prstGeom prst="rect">
                <a:avLst/>
              </a:prstGeom>
            </p:spPr>
            <p:txBody>
              <a:bodyPr vert="horz" wrap="square" lIns="0" tIns="12700" rIns="0" bIns="0" rtlCol="0">
                <a:spAutoFit/>
              </a:bodyPr>
              <a:lstStyle/>
              <a:p>
                <a:pPr marL="12700" marR="5080">
                  <a:spcBef>
                    <a:spcPts val="100"/>
                  </a:spcBef>
                </a:pPr>
                <a:r>
                  <a:rPr lang="da-DK" sz="900" spc="-20" dirty="0">
                    <a:solidFill>
                      <a:srgbClr val="1A232B"/>
                    </a:solidFill>
                    <a:cs typeface="Santander Text Light"/>
                  </a:rPr>
                  <a:t>Marco General de Actuación</a:t>
                </a:r>
              </a:p>
            </p:txBody>
          </p:sp>
          <p:sp>
            <p:nvSpPr>
              <p:cNvPr id="58" name="object 9">
                <a:extLst>
                  <a:ext uri="{FF2B5EF4-FFF2-40B4-BE49-F238E27FC236}">
                    <a16:creationId xmlns:a16="http://schemas.microsoft.com/office/drawing/2014/main" id="{64D4ECF2-E995-AFD5-6E0E-66008FA8C1CE}"/>
                  </a:ext>
                </a:extLst>
              </p:cNvPr>
              <p:cNvSpPr txBox="1"/>
              <p:nvPr/>
            </p:nvSpPr>
            <p:spPr>
              <a:xfrm>
                <a:off x="2768294" y="6198584"/>
                <a:ext cx="904882" cy="169925"/>
              </a:xfrm>
              <a:prstGeom prst="rect">
                <a:avLst/>
              </a:prstGeom>
            </p:spPr>
            <p:txBody>
              <a:bodyPr vert="horz" wrap="square" lIns="0" tIns="12700" rIns="0" bIns="0" rtlCol="0">
                <a:spAutoFit/>
              </a:bodyPr>
              <a:lstStyle/>
              <a:p>
                <a:pPr marL="12700" marR="5080">
                  <a:spcBef>
                    <a:spcPts val="100"/>
                  </a:spcBef>
                </a:pPr>
                <a:r>
                  <a:rPr lang="da-DK" sz="900" spc="-20" dirty="0">
                    <a:solidFill>
                      <a:srgbClr val="1A232B"/>
                    </a:solidFill>
                    <a:cs typeface="Santander Text Light"/>
                  </a:rPr>
                  <a:t>Razonabilidad</a:t>
                </a:r>
              </a:p>
            </p:txBody>
          </p:sp>
          <p:sp>
            <p:nvSpPr>
              <p:cNvPr id="59" name="object 9">
                <a:extLst>
                  <a:ext uri="{FF2B5EF4-FFF2-40B4-BE49-F238E27FC236}">
                    <a16:creationId xmlns:a16="http://schemas.microsoft.com/office/drawing/2014/main" id="{CE2DB6F1-8144-B150-4620-B382940A0015}"/>
                  </a:ext>
                </a:extLst>
              </p:cNvPr>
              <p:cNvSpPr txBox="1"/>
              <p:nvPr/>
            </p:nvSpPr>
            <p:spPr>
              <a:xfrm>
                <a:off x="4848935" y="6198584"/>
                <a:ext cx="904882" cy="480977"/>
              </a:xfrm>
              <a:prstGeom prst="rect">
                <a:avLst/>
              </a:prstGeom>
            </p:spPr>
            <p:txBody>
              <a:bodyPr vert="horz" wrap="square" lIns="0" tIns="12700" rIns="0" bIns="0" rtlCol="0">
                <a:spAutoFit/>
              </a:bodyPr>
              <a:lstStyle/>
              <a:p>
                <a:pPr marL="12700" marR="5080">
                  <a:spcBef>
                    <a:spcPts val="100"/>
                  </a:spcBef>
                </a:pPr>
                <a:r>
                  <a:rPr lang="da-DK" sz="900" spc="-20" dirty="0">
                    <a:solidFill>
                      <a:srgbClr val="1A232B"/>
                    </a:solidFill>
                    <a:cs typeface="Santander Text Light"/>
                  </a:rPr>
                  <a:t>Perfil de Productos Financieros</a:t>
                </a:r>
              </a:p>
            </p:txBody>
          </p:sp>
          <p:sp>
            <p:nvSpPr>
              <p:cNvPr id="60" name="Forma libre: forma 59">
                <a:extLst>
                  <a:ext uri="{FF2B5EF4-FFF2-40B4-BE49-F238E27FC236}">
                    <a16:creationId xmlns:a16="http://schemas.microsoft.com/office/drawing/2014/main" id="{5D53E556-1E87-7270-0F58-B97A470EE417}"/>
                  </a:ext>
                </a:extLst>
              </p:cNvPr>
              <p:cNvSpPr/>
              <p:nvPr/>
            </p:nvSpPr>
            <p:spPr>
              <a:xfrm>
                <a:off x="4871822" y="2689864"/>
                <a:ext cx="551386" cy="551386"/>
              </a:xfrm>
              <a:custGeom>
                <a:avLst/>
                <a:gdLst>
                  <a:gd name="connsiteX0" fmla="*/ 274472 w 551386"/>
                  <a:gd name="connsiteY0" fmla="*/ 551338 h 551386"/>
                  <a:gd name="connsiteX1" fmla="*/ 550298 w 551386"/>
                  <a:gd name="connsiteY1" fmla="*/ 275778 h 551386"/>
                  <a:gd name="connsiteX2" fmla="*/ 274738 w 551386"/>
                  <a:gd name="connsiteY2" fmla="*/ -48 h 551386"/>
                  <a:gd name="connsiteX3" fmla="*/ -1088 w 551386"/>
                  <a:gd name="connsiteY3" fmla="*/ 275512 h 551386"/>
                  <a:gd name="connsiteX4" fmla="*/ -1088 w 551386"/>
                  <a:gd name="connsiteY4" fmla="*/ 275645 h 551386"/>
                  <a:gd name="connsiteX5" fmla="*/ 274472 w 551386"/>
                  <a:gd name="connsiteY5" fmla="*/ 551338 h 551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1386" h="551386">
                    <a:moveTo>
                      <a:pt x="274472" y="551338"/>
                    </a:moveTo>
                    <a:cubicBezTo>
                      <a:pt x="426749" y="551418"/>
                      <a:pt x="550165" y="428041"/>
                      <a:pt x="550298" y="275778"/>
                    </a:cubicBezTo>
                    <a:cubicBezTo>
                      <a:pt x="550431" y="123515"/>
                      <a:pt x="427014" y="32"/>
                      <a:pt x="274738" y="-48"/>
                    </a:cubicBezTo>
                    <a:cubicBezTo>
                      <a:pt x="122462" y="-128"/>
                      <a:pt x="-955" y="123249"/>
                      <a:pt x="-1088" y="275512"/>
                    </a:cubicBezTo>
                    <a:cubicBezTo>
                      <a:pt x="-1088" y="275552"/>
                      <a:pt x="-1088" y="275605"/>
                      <a:pt x="-1088" y="275645"/>
                    </a:cubicBezTo>
                    <a:cubicBezTo>
                      <a:pt x="-1088" y="427855"/>
                      <a:pt x="122329" y="551259"/>
                      <a:pt x="274472" y="551338"/>
                    </a:cubicBezTo>
                    <a:close/>
                  </a:path>
                </a:pathLst>
              </a:custGeom>
              <a:solidFill>
                <a:schemeClr val="bg1"/>
              </a:solidFill>
              <a:ln w="6350" cap="flat">
                <a:solidFill>
                  <a:schemeClr val="accent2"/>
                </a:solidFill>
                <a:prstDash val="solid"/>
                <a:miter/>
              </a:ln>
            </p:spPr>
            <p:txBody>
              <a:bodyPr rtlCol="0" anchor="ctr"/>
              <a:lstStyle/>
              <a:p>
                <a:endParaRPr lang="es-ES"/>
              </a:p>
            </p:txBody>
          </p:sp>
        </p:grpSp>
        <p:sp>
          <p:nvSpPr>
            <p:cNvPr id="7" name="Forma libre: forma 6">
              <a:extLst>
                <a:ext uri="{FF2B5EF4-FFF2-40B4-BE49-F238E27FC236}">
                  <a16:creationId xmlns:a16="http://schemas.microsoft.com/office/drawing/2014/main" id="{76BC2EFB-1C27-5185-51BB-35E443EF6667}"/>
                </a:ext>
              </a:extLst>
            </p:cNvPr>
            <p:cNvSpPr/>
            <p:nvPr/>
          </p:nvSpPr>
          <p:spPr>
            <a:xfrm>
              <a:off x="6974589" y="5120730"/>
              <a:ext cx="138331" cy="138330"/>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chemeClr val="accent2"/>
            </a:solidFill>
            <a:ln w="13297" cap="flat">
              <a:noFill/>
              <a:prstDash val="solid"/>
              <a:miter/>
            </a:ln>
          </p:spPr>
          <p:txBody>
            <a:bodyPr lIns="0" tIns="0" rIns="0" bIns="0" rtlCol="0" anchor="ctr"/>
            <a:lstStyle/>
            <a:p>
              <a:pPr algn="ctr"/>
              <a:r>
                <a:rPr lang="es-ES" sz="700" dirty="0">
                  <a:solidFill>
                    <a:schemeClr val="bg1"/>
                  </a:solidFill>
                  <a:latin typeface="Santander Text" panose="020B0504020201020104" pitchFamily="34" charset="0"/>
                </a:rPr>
                <a:t>5</a:t>
              </a:r>
            </a:p>
          </p:txBody>
        </p:sp>
        <p:pic>
          <p:nvPicPr>
            <p:cNvPr id="8" name="Gráfico 7">
              <a:extLst>
                <a:ext uri="{FF2B5EF4-FFF2-40B4-BE49-F238E27FC236}">
                  <a16:creationId xmlns:a16="http://schemas.microsoft.com/office/drawing/2014/main" id="{2667A258-A032-7CAB-5A3B-D61C472AD1F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51864" y="2418308"/>
              <a:ext cx="343722" cy="343722"/>
            </a:xfrm>
            <a:prstGeom prst="rect">
              <a:avLst/>
            </a:prstGeom>
          </p:spPr>
        </p:pic>
        <p:sp>
          <p:nvSpPr>
            <p:cNvPr id="9" name="Forma libre: forma 8">
              <a:extLst>
                <a:ext uri="{FF2B5EF4-FFF2-40B4-BE49-F238E27FC236}">
                  <a16:creationId xmlns:a16="http://schemas.microsoft.com/office/drawing/2014/main" id="{7A169233-38B0-D013-4C92-E10E90AC67B8}"/>
                </a:ext>
              </a:extLst>
            </p:cNvPr>
            <p:cNvSpPr/>
            <p:nvPr/>
          </p:nvSpPr>
          <p:spPr>
            <a:xfrm>
              <a:off x="8700996" y="5120730"/>
              <a:ext cx="138331" cy="138330"/>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chemeClr val="accent2"/>
            </a:solidFill>
            <a:ln w="13297" cap="flat">
              <a:noFill/>
              <a:prstDash val="solid"/>
              <a:miter/>
            </a:ln>
          </p:spPr>
          <p:txBody>
            <a:bodyPr lIns="0" tIns="0" rIns="0" bIns="0" rtlCol="0" anchor="ctr"/>
            <a:lstStyle/>
            <a:p>
              <a:pPr algn="ctr"/>
              <a:r>
                <a:rPr lang="es-ES" sz="700" dirty="0">
                  <a:solidFill>
                    <a:schemeClr val="bg1"/>
                  </a:solidFill>
                  <a:latin typeface="Santander Text" panose="020B0504020201020104" pitchFamily="34" charset="0"/>
                </a:rPr>
                <a:t>4</a:t>
              </a:r>
            </a:p>
          </p:txBody>
        </p:sp>
        <p:sp>
          <p:nvSpPr>
            <p:cNvPr id="10" name="Forma libre: forma 9">
              <a:extLst>
                <a:ext uri="{FF2B5EF4-FFF2-40B4-BE49-F238E27FC236}">
                  <a16:creationId xmlns:a16="http://schemas.microsoft.com/office/drawing/2014/main" id="{A07F77AA-B1D0-D3F3-6CB9-409EA7973090}"/>
                </a:ext>
              </a:extLst>
            </p:cNvPr>
            <p:cNvSpPr/>
            <p:nvPr/>
          </p:nvSpPr>
          <p:spPr>
            <a:xfrm>
              <a:off x="9731179" y="3820453"/>
              <a:ext cx="138331" cy="138330"/>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chemeClr val="accent2"/>
            </a:solidFill>
            <a:ln w="13297" cap="flat">
              <a:noFill/>
              <a:prstDash val="solid"/>
              <a:miter/>
            </a:ln>
          </p:spPr>
          <p:txBody>
            <a:bodyPr lIns="0" tIns="0" rIns="0" bIns="0" rtlCol="0" anchor="ctr"/>
            <a:lstStyle/>
            <a:p>
              <a:pPr algn="ctr"/>
              <a:r>
                <a:rPr lang="es-ES" sz="700" dirty="0">
                  <a:solidFill>
                    <a:schemeClr val="bg1"/>
                  </a:solidFill>
                  <a:latin typeface="Santander Text" panose="020B0504020201020104" pitchFamily="34" charset="0"/>
                </a:rPr>
                <a:t>3</a:t>
              </a:r>
            </a:p>
          </p:txBody>
        </p:sp>
        <p:sp>
          <p:nvSpPr>
            <p:cNvPr id="11" name="object 9">
              <a:extLst>
                <a:ext uri="{FF2B5EF4-FFF2-40B4-BE49-F238E27FC236}">
                  <a16:creationId xmlns:a16="http://schemas.microsoft.com/office/drawing/2014/main" id="{E76022CE-5E46-E2F1-ECFF-FD8CCDD8F046}"/>
                </a:ext>
              </a:extLst>
            </p:cNvPr>
            <p:cNvSpPr txBox="1"/>
            <p:nvPr/>
          </p:nvSpPr>
          <p:spPr>
            <a:xfrm>
              <a:off x="10042774" y="3851657"/>
              <a:ext cx="805821" cy="151323"/>
            </a:xfrm>
            <a:prstGeom prst="rect">
              <a:avLst/>
            </a:prstGeom>
          </p:spPr>
          <p:txBody>
            <a:bodyPr vert="horz" wrap="square" lIns="0" tIns="12700" rIns="0" bIns="0" rtlCol="0">
              <a:spAutoFit/>
            </a:bodyPr>
            <a:lstStyle/>
            <a:p>
              <a:pPr marL="12700" marR="5080">
                <a:spcBef>
                  <a:spcPts val="100"/>
                </a:spcBef>
              </a:pPr>
              <a:r>
                <a:rPr lang="da-DK" sz="900" spc="-20" dirty="0">
                  <a:solidFill>
                    <a:srgbClr val="1A232B"/>
                  </a:solidFill>
                  <a:cs typeface="Santander Text Light"/>
                </a:rPr>
                <a:t>Perfil del Cliente</a:t>
              </a:r>
            </a:p>
          </p:txBody>
        </p:sp>
        <p:sp>
          <p:nvSpPr>
            <p:cNvPr id="12" name="Forma libre: forma 11">
              <a:extLst>
                <a:ext uri="{FF2B5EF4-FFF2-40B4-BE49-F238E27FC236}">
                  <a16:creationId xmlns:a16="http://schemas.microsoft.com/office/drawing/2014/main" id="{8708224C-0042-6568-8C2A-620885B06C34}"/>
                </a:ext>
              </a:extLst>
            </p:cNvPr>
            <p:cNvSpPr/>
            <p:nvPr/>
          </p:nvSpPr>
          <p:spPr>
            <a:xfrm>
              <a:off x="9365948" y="2204189"/>
              <a:ext cx="138331" cy="138330"/>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chemeClr val="accent2"/>
            </a:solidFill>
            <a:ln w="13297" cap="flat">
              <a:noFill/>
              <a:prstDash val="solid"/>
              <a:miter/>
            </a:ln>
          </p:spPr>
          <p:txBody>
            <a:bodyPr lIns="0" tIns="0" rIns="0" bIns="0" rtlCol="0" anchor="ctr"/>
            <a:lstStyle/>
            <a:p>
              <a:pPr algn="ctr"/>
              <a:r>
                <a:rPr lang="es-ES" sz="700" dirty="0">
                  <a:solidFill>
                    <a:schemeClr val="bg1"/>
                  </a:solidFill>
                  <a:latin typeface="Santander Text" panose="020B0504020201020104" pitchFamily="34" charset="0"/>
                </a:rPr>
                <a:t>2</a:t>
              </a:r>
            </a:p>
          </p:txBody>
        </p:sp>
        <p:sp>
          <p:nvSpPr>
            <p:cNvPr id="13" name="Forma libre: forma 12">
              <a:extLst>
                <a:ext uri="{FF2B5EF4-FFF2-40B4-BE49-F238E27FC236}">
                  <a16:creationId xmlns:a16="http://schemas.microsoft.com/office/drawing/2014/main" id="{5E59D406-76B8-529D-B00F-308488B16E12}"/>
                </a:ext>
              </a:extLst>
            </p:cNvPr>
            <p:cNvSpPr/>
            <p:nvPr/>
          </p:nvSpPr>
          <p:spPr>
            <a:xfrm>
              <a:off x="7829557" y="1471451"/>
              <a:ext cx="138331" cy="138330"/>
            </a:xfrm>
            <a:custGeom>
              <a:avLst/>
              <a:gdLst>
                <a:gd name="connsiteX0" fmla="*/ 76448 w 155336"/>
                <a:gd name="connsiteY0" fmla="*/ 155287 h 155335"/>
                <a:gd name="connsiteX1" fmla="*/ 154248 w 155336"/>
                <a:gd name="connsiteY1" fmla="*/ 77752 h 155335"/>
                <a:gd name="connsiteX2" fmla="*/ 76712 w 155336"/>
                <a:gd name="connsiteY2" fmla="*/ -48 h 155335"/>
                <a:gd name="connsiteX3" fmla="*/ -1088 w 155336"/>
                <a:gd name="connsiteY3" fmla="*/ 77486 h 155335"/>
                <a:gd name="connsiteX4" fmla="*/ -1088 w 155336"/>
                <a:gd name="connsiteY4" fmla="*/ 77619 h 155335"/>
                <a:gd name="connsiteX5" fmla="*/ 76315 w 155336"/>
                <a:gd name="connsiteY5" fmla="*/ 155287 h 155335"/>
                <a:gd name="connsiteX6" fmla="*/ 76448 w 155336"/>
                <a:gd name="connsiteY6" fmla="*/ 155287 h 155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336" h="155335">
                  <a:moveTo>
                    <a:pt x="76448" y="155287"/>
                  </a:moveTo>
                  <a:cubicBezTo>
                    <a:pt x="119404" y="155367"/>
                    <a:pt x="154115" y="120642"/>
                    <a:pt x="154248" y="77752"/>
                  </a:cubicBezTo>
                  <a:cubicBezTo>
                    <a:pt x="154381" y="34862"/>
                    <a:pt x="119670" y="32"/>
                    <a:pt x="76712" y="-48"/>
                  </a:cubicBezTo>
                  <a:cubicBezTo>
                    <a:pt x="33756" y="-128"/>
                    <a:pt x="-955" y="34596"/>
                    <a:pt x="-1088" y="77486"/>
                  </a:cubicBezTo>
                  <a:cubicBezTo>
                    <a:pt x="-1088" y="77526"/>
                    <a:pt x="-1088" y="77580"/>
                    <a:pt x="-1088" y="77619"/>
                  </a:cubicBezTo>
                  <a:cubicBezTo>
                    <a:pt x="-1221" y="120443"/>
                    <a:pt x="33490" y="155207"/>
                    <a:pt x="76315" y="155287"/>
                  </a:cubicBezTo>
                  <a:cubicBezTo>
                    <a:pt x="76315" y="155287"/>
                    <a:pt x="76448" y="155287"/>
                    <a:pt x="76448" y="155287"/>
                  </a:cubicBezTo>
                </a:path>
              </a:pathLst>
            </a:custGeom>
            <a:solidFill>
              <a:schemeClr val="accent2"/>
            </a:solidFill>
            <a:ln w="13297" cap="flat">
              <a:noFill/>
              <a:prstDash val="solid"/>
              <a:miter/>
            </a:ln>
          </p:spPr>
          <p:txBody>
            <a:bodyPr lIns="0" tIns="0" rIns="0" bIns="0" rtlCol="0" anchor="ctr"/>
            <a:lstStyle/>
            <a:p>
              <a:pPr algn="ctr"/>
              <a:r>
                <a:rPr lang="es-ES" sz="700" dirty="0">
                  <a:solidFill>
                    <a:schemeClr val="bg1"/>
                  </a:solidFill>
                  <a:latin typeface="Santander Text" panose="020B0504020201020104" pitchFamily="34" charset="0"/>
                </a:rPr>
                <a:t>1</a:t>
              </a:r>
            </a:p>
          </p:txBody>
        </p:sp>
        <p:sp>
          <p:nvSpPr>
            <p:cNvPr id="14" name="object 9">
              <a:extLst>
                <a:ext uri="{FF2B5EF4-FFF2-40B4-BE49-F238E27FC236}">
                  <a16:creationId xmlns:a16="http://schemas.microsoft.com/office/drawing/2014/main" id="{21209BB5-2A40-A56D-EA94-D559B9BC33EC}"/>
                </a:ext>
              </a:extLst>
            </p:cNvPr>
            <p:cNvSpPr txBox="1"/>
            <p:nvPr/>
          </p:nvSpPr>
          <p:spPr>
            <a:xfrm>
              <a:off x="9637347" y="1926408"/>
              <a:ext cx="805821" cy="289823"/>
            </a:xfrm>
            <a:prstGeom prst="rect">
              <a:avLst/>
            </a:prstGeom>
          </p:spPr>
          <p:txBody>
            <a:bodyPr vert="horz" wrap="square" lIns="0" tIns="12700" rIns="0" bIns="0" rtlCol="0">
              <a:spAutoFit/>
            </a:bodyPr>
            <a:lstStyle/>
            <a:p>
              <a:pPr marL="12700" marR="5080">
                <a:spcBef>
                  <a:spcPts val="100"/>
                </a:spcBef>
              </a:pPr>
              <a:r>
                <a:rPr lang="da-DK" sz="900" spc="-20" dirty="0">
                  <a:solidFill>
                    <a:srgbClr val="1A232B"/>
                  </a:solidFill>
                  <a:cs typeface="Santander Text Light"/>
                </a:rPr>
                <a:t>Productos Financieros</a:t>
              </a:r>
            </a:p>
          </p:txBody>
        </p:sp>
        <p:pic>
          <p:nvPicPr>
            <p:cNvPr id="15" name="Gráfico 14">
              <a:extLst>
                <a:ext uri="{FF2B5EF4-FFF2-40B4-BE49-F238E27FC236}">
                  <a16:creationId xmlns:a16="http://schemas.microsoft.com/office/drawing/2014/main" id="{993730CA-2AE1-2825-FD82-8BFE812AEDA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28510" y="4491627"/>
              <a:ext cx="345600" cy="345600"/>
            </a:xfrm>
            <a:prstGeom prst="rect">
              <a:avLst/>
            </a:prstGeom>
          </p:spPr>
        </p:pic>
        <p:pic>
          <p:nvPicPr>
            <p:cNvPr id="16" name="Gráfico 15">
              <a:extLst>
                <a:ext uri="{FF2B5EF4-FFF2-40B4-BE49-F238E27FC236}">
                  <a16:creationId xmlns:a16="http://schemas.microsoft.com/office/drawing/2014/main" id="{E20F3586-9D75-4247-DC19-3252FE8AF98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329159" y="4508187"/>
              <a:ext cx="345600" cy="345600"/>
            </a:xfrm>
            <a:prstGeom prst="rect">
              <a:avLst/>
            </a:prstGeom>
          </p:spPr>
        </p:pic>
        <p:pic>
          <p:nvPicPr>
            <p:cNvPr id="17" name="Gráfico 16">
              <a:extLst>
                <a:ext uri="{FF2B5EF4-FFF2-40B4-BE49-F238E27FC236}">
                  <a16:creationId xmlns:a16="http://schemas.microsoft.com/office/drawing/2014/main" id="{9549E0AE-F160-20FD-7EAC-5F0B8601B23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898816" y="2366916"/>
              <a:ext cx="345600" cy="345600"/>
            </a:xfrm>
            <a:prstGeom prst="rect">
              <a:avLst/>
            </a:prstGeom>
          </p:spPr>
        </p:pic>
        <p:pic>
          <p:nvPicPr>
            <p:cNvPr id="18" name="Gráfico 17">
              <a:extLst>
                <a:ext uri="{FF2B5EF4-FFF2-40B4-BE49-F238E27FC236}">
                  <a16:creationId xmlns:a16="http://schemas.microsoft.com/office/drawing/2014/main" id="{34CE4A3A-772E-6B61-C368-6E61BF2D76E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372535" y="3590206"/>
              <a:ext cx="345600" cy="345600"/>
            </a:xfrm>
            <a:prstGeom prst="rect">
              <a:avLst/>
            </a:prstGeom>
          </p:spPr>
        </p:pic>
        <p:pic>
          <p:nvPicPr>
            <p:cNvPr id="19" name="Gráfico 18">
              <a:extLst>
                <a:ext uri="{FF2B5EF4-FFF2-40B4-BE49-F238E27FC236}">
                  <a16:creationId xmlns:a16="http://schemas.microsoft.com/office/drawing/2014/main" id="{EF9833F1-ADD8-4850-D2C4-2AFE28C80C1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056009" y="1402608"/>
              <a:ext cx="345600" cy="345600"/>
            </a:xfrm>
            <a:prstGeom prst="rect">
              <a:avLst/>
            </a:prstGeom>
          </p:spPr>
        </p:pic>
      </p:grpSp>
      <p:sp>
        <p:nvSpPr>
          <p:cNvPr id="61" name="Rectángulo: esquinas redondeadas 60">
            <a:extLst>
              <a:ext uri="{FF2B5EF4-FFF2-40B4-BE49-F238E27FC236}">
                <a16:creationId xmlns:a16="http://schemas.microsoft.com/office/drawing/2014/main" id="{C315A511-5127-E26A-A203-ACEFB4FA0F5E}"/>
              </a:ext>
            </a:extLst>
          </p:cNvPr>
          <p:cNvSpPr/>
          <p:nvPr/>
        </p:nvSpPr>
        <p:spPr>
          <a:xfrm>
            <a:off x="1026160" y="1431919"/>
            <a:ext cx="10251440" cy="5334641"/>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2" name="CuadroTexto 61">
            <a:extLst>
              <a:ext uri="{FF2B5EF4-FFF2-40B4-BE49-F238E27FC236}">
                <a16:creationId xmlns:a16="http://schemas.microsoft.com/office/drawing/2014/main" id="{3B4A2F11-1410-E5BF-CA11-6003A207625E}"/>
              </a:ext>
            </a:extLst>
          </p:cNvPr>
          <p:cNvSpPr txBox="1"/>
          <p:nvPr/>
        </p:nvSpPr>
        <p:spPr>
          <a:xfrm>
            <a:off x="8471516" y="1655019"/>
            <a:ext cx="2396152" cy="646331"/>
          </a:xfrm>
          <a:prstGeom prst="rect">
            <a:avLst/>
          </a:prstGeom>
          <a:noFill/>
        </p:spPr>
        <p:txBody>
          <a:bodyPr wrap="square" rtlCol="0">
            <a:spAutoFit/>
          </a:bodyPr>
          <a:lstStyle/>
          <a:p>
            <a:pPr algn="ctr"/>
            <a:r>
              <a:rPr lang="es-MX" dirty="0">
                <a:solidFill>
                  <a:srgbClr val="C00000"/>
                </a:solidFill>
              </a:rPr>
              <a:t>CONSEJO DE ADMINISTRACIÓN</a:t>
            </a:r>
          </a:p>
        </p:txBody>
      </p:sp>
      <p:sp>
        <p:nvSpPr>
          <p:cNvPr id="63" name="CuadroTexto 62">
            <a:extLst>
              <a:ext uri="{FF2B5EF4-FFF2-40B4-BE49-F238E27FC236}">
                <a16:creationId xmlns:a16="http://schemas.microsoft.com/office/drawing/2014/main" id="{EF0BFB48-7142-AC97-1976-A455B703CB24}"/>
              </a:ext>
            </a:extLst>
          </p:cNvPr>
          <p:cNvSpPr txBox="1"/>
          <p:nvPr/>
        </p:nvSpPr>
        <p:spPr>
          <a:xfrm>
            <a:off x="8824394" y="2435218"/>
            <a:ext cx="1874938" cy="1754326"/>
          </a:xfrm>
          <a:prstGeom prst="rect">
            <a:avLst/>
          </a:prstGeom>
          <a:noFill/>
          <a:ln>
            <a:solidFill>
              <a:schemeClr val="accent3">
                <a:lumMod val="75000"/>
              </a:schemeClr>
            </a:solidFill>
          </a:ln>
        </p:spPr>
        <p:txBody>
          <a:bodyPr wrap="square" rtlCol="0">
            <a:spAutoFit/>
          </a:bodyPr>
          <a:lstStyle/>
          <a:p>
            <a:r>
              <a:rPr lang="es-MX" sz="1200" dirty="0">
                <a:latin typeface="Santander Text Light" panose="020B0304020201020104" pitchFamily="34" charset="0"/>
              </a:rPr>
              <a:t>Aprueba Políticas y Procedimientos:</a:t>
            </a:r>
          </a:p>
          <a:p>
            <a:pPr marL="171450" indent="-171450">
              <a:buFont typeface="Arial" panose="020B0604020202020204" pitchFamily="34" charset="0"/>
              <a:buChar char="•"/>
            </a:pPr>
            <a:r>
              <a:rPr lang="es-MX" sz="1200" dirty="0">
                <a:latin typeface="Santander Text Light" panose="020B0304020201020104" pitchFamily="34" charset="0"/>
              </a:rPr>
              <a:t>Perfiles de clientes,</a:t>
            </a:r>
          </a:p>
          <a:p>
            <a:pPr marL="171450" indent="-171450">
              <a:buFont typeface="Arial" panose="020B0604020202020204" pitchFamily="34" charset="0"/>
              <a:buChar char="•"/>
            </a:pPr>
            <a:r>
              <a:rPr lang="es-MX" sz="1200" dirty="0">
                <a:latin typeface="Santander Text Light" panose="020B0304020201020104" pitchFamily="34" charset="0"/>
              </a:rPr>
              <a:t>Perfil de Productos Financieros</a:t>
            </a:r>
          </a:p>
          <a:p>
            <a:pPr marL="171450" indent="-171450">
              <a:buFont typeface="Arial" panose="020B0604020202020204" pitchFamily="34" charset="0"/>
              <a:buChar char="•"/>
            </a:pPr>
            <a:r>
              <a:rPr lang="es-MX" sz="1200" dirty="0">
                <a:latin typeface="Santander Text Light" panose="020B0304020201020104" pitchFamily="34" charset="0"/>
              </a:rPr>
              <a:t>Razonabilidad,</a:t>
            </a:r>
          </a:p>
          <a:p>
            <a:pPr marL="171450" indent="-171450">
              <a:buFont typeface="Arial" panose="020B0604020202020204" pitchFamily="34" charset="0"/>
              <a:buChar char="•"/>
            </a:pPr>
            <a:r>
              <a:rPr lang="es-MX" sz="1200" dirty="0">
                <a:latin typeface="Santander Text Light" panose="020B0304020201020104" pitchFamily="34" charset="0"/>
              </a:rPr>
              <a:t>Parámetros en servicios de inversión</a:t>
            </a:r>
          </a:p>
          <a:p>
            <a:pPr marL="171450" indent="-171450">
              <a:buFont typeface="Arial" panose="020B0604020202020204" pitchFamily="34" charset="0"/>
              <a:buChar char="•"/>
            </a:pPr>
            <a:r>
              <a:rPr lang="es-MX" sz="1200" dirty="0">
                <a:latin typeface="Santander Text Light" panose="020B0304020201020104" pitchFamily="34" charset="0"/>
              </a:rPr>
              <a:t>Difusión de información</a:t>
            </a:r>
          </a:p>
        </p:txBody>
      </p:sp>
      <p:sp>
        <p:nvSpPr>
          <p:cNvPr id="64" name="CuadroTexto 63">
            <a:extLst>
              <a:ext uri="{FF2B5EF4-FFF2-40B4-BE49-F238E27FC236}">
                <a16:creationId xmlns:a16="http://schemas.microsoft.com/office/drawing/2014/main" id="{9C3C1CDB-F7DB-31EB-8939-795B2410F85F}"/>
              </a:ext>
            </a:extLst>
          </p:cNvPr>
          <p:cNvSpPr txBox="1"/>
          <p:nvPr/>
        </p:nvSpPr>
        <p:spPr>
          <a:xfrm>
            <a:off x="8823227" y="4640618"/>
            <a:ext cx="1874938" cy="307777"/>
          </a:xfrm>
          <a:prstGeom prst="rect">
            <a:avLst/>
          </a:prstGeom>
          <a:solidFill>
            <a:schemeClr val="accent3">
              <a:lumMod val="20000"/>
              <a:lumOff val="80000"/>
            </a:schemeClr>
          </a:solidFill>
          <a:ln>
            <a:solidFill>
              <a:schemeClr val="accent3">
                <a:lumMod val="75000"/>
              </a:schemeClr>
            </a:solidFill>
          </a:ln>
        </p:spPr>
        <p:txBody>
          <a:bodyPr wrap="square" rtlCol="0">
            <a:spAutoFit/>
          </a:bodyPr>
          <a:lstStyle/>
          <a:p>
            <a:r>
              <a:rPr lang="es-MX" sz="1400" dirty="0">
                <a:latin typeface="Santander Text Light" panose="020B0304020201020104" pitchFamily="34" charset="0"/>
              </a:rPr>
              <a:t>Persona Responsable</a:t>
            </a:r>
            <a:endParaRPr lang="es-ES" sz="1400" dirty="0">
              <a:latin typeface="Santander Text Light" panose="020B0304020201020104" pitchFamily="34" charset="0"/>
            </a:endParaRPr>
          </a:p>
        </p:txBody>
      </p:sp>
      <p:sp>
        <p:nvSpPr>
          <p:cNvPr id="65" name="Signo más 64">
            <a:extLst>
              <a:ext uri="{FF2B5EF4-FFF2-40B4-BE49-F238E27FC236}">
                <a16:creationId xmlns:a16="http://schemas.microsoft.com/office/drawing/2014/main" id="{46A7634E-7FA4-3667-182A-4820458BD6D3}"/>
              </a:ext>
            </a:extLst>
          </p:cNvPr>
          <p:cNvSpPr/>
          <p:nvPr/>
        </p:nvSpPr>
        <p:spPr>
          <a:xfrm>
            <a:off x="9541044" y="4246178"/>
            <a:ext cx="253196" cy="288844"/>
          </a:xfrm>
          <a:prstGeom prst="mathPlus">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s-ES">
              <a:solidFill>
                <a:srgbClr val="C00000"/>
              </a:solidFill>
            </a:endParaRPr>
          </a:p>
        </p:txBody>
      </p:sp>
    </p:spTree>
    <p:extLst>
      <p:ext uri="{BB962C8B-B14F-4D97-AF65-F5344CB8AC3E}">
        <p14:creationId xmlns:p14="http://schemas.microsoft.com/office/powerpoint/2010/main" val="24705243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15C96-4991-5FFC-BC12-F9EC4D00E893}"/>
            </a:ext>
          </a:extLst>
        </p:cNvPr>
        <p:cNvGrpSpPr/>
        <p:nvPr/>
      </p:nvGrpSpPr>
      <p:grpSpPr>
        <a:xfrm>
          <a:off x="0" y="0"/>
          <a:ext cx="0" cy="0"/>
          <a:chOff x="0" y="0"/>
          <a:chExt cx="0" cy="0"/>
        </a:xfrm>
      </p:grpSpPr>
      <p:sp>
        <p:nvSpPr>
          <p:cNvPr id="25" name="object 9">
            <a:extLst>
              <a:ext uri="{FF2B5EF4-FFF2-40B4-BE49-F238E27FC236}">
                <a16:creationId xmlns:a16="http://schemas.microsoft.com/office/drawing/2014/main" id="{1BC50D0C-FA5A-287B-FCDC-856C87315779}"/>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17</a:t>
            </a:fld>
            <a:endParaRPr lang="en-US"/>
          </a:p>
        </p:txBody>
      </p:sp>
      <p:sp>
        <p:nvSpPr>
          <p:cNvPr id="2" name="Título 1">
            <a:extLst>
              <a:ext uri="{FF2B5EF4-FFF2-40B4-BE49-F238E27FC236}">
                <a16:creationId xmlns:a16="http://schemas.microsoft.com/office/drawing/2014/main" id="{E9F90D16-FCD5-6AA9-88A8-5FF052118276}"/>
              </a:ext>
            </a:extLst>
          </p:cNvPr>
          <p:cNvSpPr>
            <a:spLocks noGrp="1"/>
          </p:cNvSpPr>
          <p:nvPr>
            <p:ph type="title"/>
          </p:nvPr>
        </p:nvSpPr>
        <p:spPr>
          <a:xfrm>
            <a:off x="478325" y="1251979"/>
            <a:ext cx="11235350" cy="657916"/>
          </a:xfrm>
        </p:spPr>
        <p:txBody>
          <a:bodyPr/>
          <a:lstStyle/>
          <a:p>
            <a:r>
              <a:rPr lang="es-MX" dirty="0"/>
              <a:t>Conflictos de Interés y Prohibiciones</a:t>
            </a:r>
          </a:p>
        </p:txBody>
      </p:sp>
      <p:sp>
        <p:nvSpPr>
          <p:cNvPr id="3" name="Marcador de contenido 3">
            <a:extLst>
              <a:ext uri="{FF2B5EF4-FFF2-40B4-BE49-F238E27FC236}">
                <a16:creationId xmlns:a16="http://schemas.microsoft.com/office/drawing/2014/main" id="{709E6C31-5188-3B05-F37D-424C87BB0335}"/>
              </a:ext>
            </a:extLst>
          </p:cNvPr>
          <p:cNvSpPr txBox="1">
            <a:spLocks/>
          </p:cNvSpPr>
          <p:nvPr/>
        </p:nvSpPr>
        <p:spPr>
          <a:xfrm>
            <a:off x="752824" y="1938167"/>
            <a:ext cx="10774780" cy="460610"/>
          </a:xfrm>
          <a:prstGeom prst="rect">
            <a:avLst/>
          </a:prstGeom>
        </p:spPr>
        <p:style>
          <a:lnRef idx="2">
            <a:schemeClr val="accent3"/>
          </a:lnRef>
          <a:fillRef idx="1">
            <a:schemeClr val="lt1"/>
          </a:fillRef>
          <a:effectRef idx="0">
            <a:schemeClr val="accent3"/>
          </a:effectRef>
          <a:fontRef idx="minor">
            <a:schemeClr val="dk1"/>
          </a:fontRef>
        </p:style>
        <p:txBody>
          <a:bodyPr>
            <a:noAutofit/>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dk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dk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dk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9pPr>
          </a:lstStyle>
          <a:p>
            <a:r>
              <a:rPr lang="es-MX" sz="1200">
                <a:latin typeface="Santander Text Light" panose="020B0304020201020104" pitchFamily="34" charset="0"/>
              </a:rPr>
              <a:t>El Consejo de Administración aprobará los lineamiento para evitar el </a:t>
            </a:r>
            <a:r>
              <a:rPr lang="es-MX" sz="1200" b="1">
                <a:latin typeface="Santander Text Light" panose="020B0304020201020104" pitchFamily="34" charset="0"/>
              </a:rPr>
              <a:t>Conflicto de Interés</a:t>
            </a:r>
            <a:r>
              <a:rPr lang="es-MX" sz="1200">
                <a:latin typeface="Santander Text Light" panose="020B0304020201020104" pitchFamily="34" charset="0"/>
              </a:rPr>
              <a:t>, mismas que se podrán observar en el Manual de Conducta.</a:t>
            </a:r>
            <a:endParaRPr lang="es-MX" sz="1200" dirty="0">
              <a:latin typeface="Santander Text Light" panose="020B0304020201020104" pitchFamily="34" charset="0"/>
            </a:endParaRPr>
          </a:p>
        </p:txBody>
      </p:sp>
      <p:sp>
        <p:nvSpPr>
          <p:cNvPr id="4" name="Rectángulo 3">
            <a:extLst>
              <a:ext uri="{FF2B5EF4-FFF2-40B4-BE49-F238E27FC236}">
                <a16:creationId xmlns:a16="http://schemas.microsoft.com/office/drawing/2014/main" id="{761B835E-24D0-830C-EDEA-88F2EF18328F}"/>
              </a:ext>
            </a:extLst>
          </p:cNvPr>
          <p:cNvSpPr/>
          <p:nvPr/>
        </p:nvSpPr>
        <p:spPr>
          <a:xfrm>
            <a:off x="752824" y="3693012"/>
            <a:ext cx="10774780" cy="124909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r>
              <a:rPr lang="es-MX" sz="1200" b="1" dirty="0">
                <a:solidFill>
                  <a:srgbClr val="C00000"/>
                </a:solidFill>
                <a:effectLst/>
                <a:latin typeface="Santander Text Light" panose="020B0304020201020104" pitchFamily="34" charset="0"/>
                <a:ea typeface="Calibri" panose="020F0502020204030204" pitchFamily="34" charset="0"/>
                <a:cs typeface="Times New Roman" panose="02020603050405020304" pitchFamily="18" charset="0"/>
              </a:rPr>
              <a:t>PROHIBICIONES:</a:t>
            </a:r>
          </a:p>
          <a:p>
            <a:pPr lvl="0"/>
            <a:endParaRPr lang="es-MX" sz="1200" b="1" dirty="0">
              <a:solidFill>
                <a:srgbClr val="C00000"/>
              </a:solidFill>
              <a:effectLst/>
              <a:latin typeface="Santander Text Light" panose="020B0304020201020104" pitchFamily="34" charset="0"/>
              <a:ea typeface="Calibri" panose="020F0502020204030204" pitchFamily="34" charset="0"/>
              <a:cs typeface="Times New Roman" panose="02020603050405020304" pitchFamily="18" charset="0"/>
            </a:endParaRPr>
          </a:p>
          <a:p>
            <a:pPr marL="742950" lvl="1" indent="-285750">
              <a:buFont typeface="Courier New" panose="02070309020205020404" pitchFamily="49" charset="0"/>
              <a:buChar char="o"/>
            </a:pPr>
            <a:r>
              <a:rPr lang="es-MX" sz="1200" dirty="0">
                <a:solidFill>
                  <a:srgbClr val="000000"/>
                </a:solidFill>
                <a:effectLst/>
                <a:latin typeface="Santander Text Light" panose="020B0304020201020104" pitchFamily="34" charset="0"/>
                <a:ea typeface="Calibri" panose="020F0502020204030204" pitchFamily="34" charset="0"/>
                <a:cs typeface="Times New Roman" panose="02020603050405020304" pitchFamily="18" charset="0"/>
              </a:rPr>
              <a:t>Proporcionar </a:t>
            </a:r>
            <a:r>
              <a:rPr lang="es-MX" sz="1200" b="1" dirty="0">
                <a:solidFill>
                  <a:srgbClr val="000000"/>
                </a:solidFill>
                <a:effectLst/>
                <a:latin typeface="Santander Text Light" panose="020B0304020201020104" pitchFamily="34" charset="0"/>
                <a:ea typeface="Calibri" panose="020F0502020204030204" pitchFamily="34" charset="0"/>
                <a:cs typeface="Times New Roman" panose="02020603050405020304" pitchFamily="18" charset="0"/>
              </a:rPr>
              <a:t>elementos de opinión o juicios </a:t>
            </a:r>
            <a:r>
              <a:rPr lang="es-MX" sz="1200" dirty="0">
                <a:solidFill>
                  <a:srgbClr val="000000"/>
                </a:solidFill>
                <a:effectLst/>
                <a:latin typeface="Santander Text Light" panose="020B0304020201020104" pitchFamily="34" charset="0"/>
                <a:ea typeface="Calibri" panose="020F0502020204030204" pitchFamily="34" charset="0"/>
                <a:cs typeface="Times New Roman" panose="02020603050405020304" pitchFamily="18" charset="0"/>
              </a:rPr>
              <a:t>de valor respecto de Productos financieros, en relación con el cliente de que se trate,</a:t>
            </a:r>
            <a:endParaRPr lang="es-MX" sz="1200" dirty="0">
              <a:effectLst/>
              <a:latin typeface="Santander Text Light" panose="020B0304020201020104" pitchFamily="34" charset="0"/>
              <a:ea typeface="Calibri" panose="020F0502020204030204" pitchFamily="34" charset="0"/>
              <a:cs typeface="Times New Roman" panose="02020603050405020304" pitchFamily="18" charset="0"/>
            </a:endParaRPr>
          </a:p>
          <a:p>
            <a:pPr marL="742950" lvl="1" indent="-285750">
              <a:buFont typeface="Courier New" panose="02070309020205020404" pitchFamily="49" charset="0"/>
              <a:buChar char="o"/>
            </a:pPr>
            <a:r>
              <a:rPr lang="es-MX" sz="1200" dirty="0">
                <a:solidFill>
                  <a:srgbClr val="000000"/>
                </a:solidFill>
                <a:effectLst/>
                <a:latin typeface="Santander Text Light" panose="020B0304020201020104" pitchFamily="34" charset="0"/>
                <a:ea typeface="Calibri" panose="020F0502020204030204" pitchFamily="34" charset="0"/>
                <a:cs typeface="Times New Roman" panose="02020603050405020304" pitchFamily="18" charset="0"/>
              </a:rPr>
              <a:t>Utilizar expresiones o términos, que </a:t>
            </a:r>
            <a:r>
              <a:rPr lang="es-MX" sz="1200" b="1" dirty="0">
                <a:solidFill>
                  <a:srgbClr val="000000"/>
                </a:solidFill>
                <a:effectLst/>
                <a:latin typeface="Santander Text Light" panose="020B0304020201020104" pitchFamily="34" charset="0"/>
                <a:ea typeface="Calibri" panose="020F0502020204030204" pitchFamily="34" charset="0"/>
                <a:cs typeface="Times New Roman" panose="02020603050405020304" pitchFamily="18" charset="0"/>
              </a:rPr>
              <a:t>induzcan</a:t>
            </a:r>
            <a:r>
              <a:rPr lang="es-MX" sz="1200" dirty="0">
                <a:solidFill>
                  <a:srgbClr val="000000"/>
                </a:solidFill>
                <a:effectLst/>
                <a:latin typeface="Santander Text Light" panose="020B0304020201020104" pitchFamily="34" charset="0"/>
                <a:ea typeface="Calibri" panose="020F0502020204030204" pitchFamily="34" charset="0"/>
                <a:cs typeface="Times New Roman" panose="02020603050405020304" pitchFamily="18" charset="0"/>
              </a:rPr>
              <a:t> al cliente de que se trate a tomar decisiones de inversión respecto de Productos financieros,</a:t>
            </a:r>
            <a:endParaRPr lang="es-MX" sz="1200" dirty="0">
              <a:effectLst/>
              <a:latin typeface="Santander Text Light" panose="020B0304020201020104" pitchFamily="34" charset="0"/>
              <a:ea typeface="Calibri" panose="020F0502020204030204" pitchFamily="34" charset="0"/>
              <a:cs typeface="Times New Roman" panose="02020603050405020304" pitchFamily="18" charset="0"/>
            </a:endParaRPr>
          </a:p>
          <a:p>
            <a:pPr marL="742950" lvl="1" indent="-285750">
              <a:spcAft>
                <a:spcPts val="1000"/>
              </a:spcAft>
              <a:buFont typeface="Courier New" panose="02070309020205020404" pitchFamily="49" charset="0"/>
              <a:buChar char="o"/>
            </a:pPr>
            <a:r>
              <a:rPr lang="es-MX" sz="1200" dirty="0">
                <a:solidFill>
                  <a:srgbClr val="000000"/>
                </a:solidFill>
                <a:effectLst/>
                <a:latin typeface="Santander Text Light" panose="020B0304020201020104" pitchFamily="34" charset="0"/>
                <a:ea typeface="Calibri" panose="020F0502020204030204" pitchFamily="34" charset="0"/>
                <a:cs typeface="Times New Roman" panose="02020603050405020304" pitchFamily="18" charset="0"/>
              </a:rPr>
              <a:t>Emplear vocablos o expresiones en la información que proporcionen, relativa a Productos financieros, como la </a:t>
            </a:r>
            <a:r>
              <a:rPr lang="es-MX" sz="1200" b="1" dirty="0">
                <a:solidFill>
                  <a:srgbClr val="000000"/>
                </a:solidFill>
                <a:effectLst/>
                <a:latin typeface="Santander Text Light" panose="020B0304020201020104" pitchFamily="34" charset="0"/>
                <a:ea typeface="Calibri" panose="020F0502020204030204" pitchFamily="34" charset="0"/>
                <a:cs typeface="Times New Roman" panose="02020603050405020304" pitchFamily="18" charset="0"/>
              </a:rPr>
              <a:t>“mejor opción”</a:t>
            </a:r>
            <a:r>
              <a:rPr lang="es-MX" sz="1200" dirty="0">
                <a:solidFill>
                  <a:srgbClr val="000000"/>
                </a:solidFill>
                <a:effectLst/>
                <a:latin typeface="Santander Text Light" panose="020B0304020201020104" pitchFamily="34" charset="0"/>
                <a:ea typeface="Calibri" panose="020F0502020204030204" pitchFamily="34" charset="0"/>
                <a:cs typeface="Times New Roman" panose="02020603050405020304" pitchFamily="18" charset="0"/>
              </a:rPr>
              <a:t> en interés del cliente,</a:t>
            </a:r>
            <a:endParaRPr lang="es-MX" sz="1200" dirty="0">
              <a:effectLst/>
              <a:latin typeface="Santander Text Light" panose="020B0304020201020104" pitchFamily="34" charset="0"/>
              <a:ea typeface="Calibri" panose="020F0502020204030204" pitchFamily="34" charset="0"/>
              <a:cs typeface="Times New Roman" panose="02020603050405020304" pitchFamily="18" charset="0"/>
            </a:endParaRPr>
          </a:p>
        </p:txBody>
      </p:sp>
      <p:pic>
        <p:nvPicPr>
          <p:cNvPr id="5" name="Gráfico 4" descr="Señal de negación con relleno sólido">
            <a:extLst>
              <a:ext uri="{FF2B5EF4-FFF2-40B4-BE49-F238E27FC236}">
                <a16:creationId xmlns:a16="http://schemas.microsoft.com/office/drawing/2014/main" id="{E6B2C2CD-16ED-E5CE-BE7A-B6111EB720A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15770" y="4536185"/>
            <a:ext cx="811834" cy="811834"/>
          </a:xfrm>
          <a:prstGeom prst="rect">
            <a:avLst/>
          </a:prstGeom>
        </p:spPr>
      </p:pic>
      <p:pic>
        <p:nvPicPr>
          <p:cNvPr id="6" name="Gráfico 5" descr="Comentario que gusta contorno">
            <a:extLst>
              <a:ext uri="{FF2B5EF4-FFF2-40B4-BE49-F238E27FC236}">
                <a16:creationId xmlns:a16="http://schemas.microsoft.com/office/drawing/2014/main" id="{95EFB694-0F1C-87D8-424D-B5D65062CC0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13204" y="1988272"/>
            <a:ext cx="914400" cy="914400"/>
          </a:xfrm>
          <a:prstGeom prst="rect">
            <a:avLst/>
          </a:prstGeom>
        </p:spPr>
      </p:pic>
    </p:spTree>
    <p:extLst>
      <p:ext uri="{BB962C8B-B14F-4D97-AF65-F5344CB8AC3E}">
        <p14:creationId xmlns:p14="http://schemas.microsoft.com/office/powerpoint/2010/main" val="15210696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16620-E70B-D720-9B1F-AD9699226488}"/>
            </a:ext>
          </a:extLst>
        </p:cNvPr>
        <p:cNvGrpSpPr/>
        <p:nvPr/>
      </p:nvGrpSpPr>
      <p:grpSpPr>
        <a:xfrm>
          <a:off x="0" y="0"/>
          <a:ext cx="0" cy="0"/>
          <a:chOff x="0" y="0"/>
          <a:chExt cx="0" cy="0"/>
        </a:xfrm>
      </p:grpSpPr>
      <p:sp>
        <p:nvSpPr>
          <p:cNvPr id="25" name="object 9">
            <a:extLst>
              <a:ext uri="{FF2B5EF4-FFF2-40B4-BE49-F238E27FC236}">
                <a16:creationId xmlns:a16="http://schemas.microsoft.com/office/drawing/2014/main" id="{01AD455D-4B07-B17C-9617-A136F7E63154}"/>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18</a:t>
            </a:fld>
            <a:endParaRPr lang="en-US"/>
          </a:p>
        </p:txBody>
      </p:sp>
      <p:sp>
        <p:nvSpPr>
          <p:cNvPr id="2" name="Título 1">
            <a:extLst>
              <a:ext uri="{FF2B5EF4-FFF2-40B4-BE49-F238E27FC236}">
                <a16:creationId xmlns:a16="http://schemas.microsoft.com/office/drawing/2014/main" id="{02F85B7F-ABF2-1BD5-EFDA-FEB2AA115C21}"/>
              </a:ext>
            </a:extLst>
          </p:cNvPr>
          <p:cNvSpPr>
            <a:spLocks noGrp="1"/>
          </p:cNvSpPr>
          <p:nvPr>
            <p:ph type="title"/>
          </p:nvPr>
        </p:nvSpPr>
        <p:spPr>
          <a:xfrm>
            <a:off x="478325" y="1236444"/>
            <a:ext cx="11235350" cy="657916"/>
          </a:xfrm>
        </p:spPr>
        <p:txBody>
          <a:bodyPr/>
          <a:lstStyle/>
          <a:p>
            <a:r>
              <a:rPr lang="es-MX" dirty="0"/>
              <a:t>Conducta en los Negocios</a:t>
            </a:r>
          </a:p>
        </p:txBody>
      </p:sp>
      <p:sp>
        <p:nvSpPr>
          <p:cNvPr id="3" name="Marcador de contenido 3">
            <a:extLst>
              <a:ext uri="{FF2B5EF4-FFF2-40B4-BE49-F238E27FC236}">
                <a16:creationId xmlns:a16="http://schemas.microsoft.com/office/drawing/2014/main" id="{2978AE36-1A8B-05F7-2ED6-342680A279C5}"/>
              </a:ext>
            </a:extLst>
          </p:cNvPr>
          <p:cNvSpPr txBox="1">
            <a:spLocks/>
          </p:cNvSpPr>
          <p:nvPr/>
        </p:nvSpPr>
        <p:spPr>
          <a:xfrm>
            <a:off x="478325" y="2211463"/>
            <a:ext cx="11235351" cy="4147682"/>
          </a:xfrm>
          <a:prstGeom prst="rect">
            <a:avLst/>
          </a:prstGeom>
        </p:spPr>
        <p:style>
          <a:lnRef idx="2">
            <a:schemeClr val="accent1"/>
          </a:lnRef>
          <a:fillRef idx="1">
            <a:schemeClr val="lt1"/>
          </a:fillRef>
          <a:effectRef idx="0">
            <a:schemeClr val="accent1"/>
          </a:effectRef>
          <a:fontRef idx="minor">
            <a:schemeClr val="dk1"/>
          </a:fontRef>
        </p:style>
        <p:txBody>
          <a:bodyPr>
            <a:noAutofit/>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dk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dk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dk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9pPr>
          </a:lstStyle>
          <a:p>
            <a:pPr marL="0" indent="0">
              <a:lnSpc>
                <a:spcPct val="100000"/>
              </a:lnSpc>
              <a:spcBef>
                <a:spcPts val="0"/>
              </a:spcBef>
              <a:buFont typeface="Arial" panose="020B0604020202020204" pitchFamily="34" charset="0"/>
              <a:buNone/>
            </a:pPr>
            <a:r>
              <a:rPr lang="es-MX" sz="1400">
                <a:latin typeface="Santander Text Light" panose="020B0304020201020104" pitchFamily="34" charset="0"/>
              </a:rPr>
              <a:t>Se considera contrario a un sano uso o práctica bursátil, a cualquier empleado que:</a:t>
            </a:r>
          </a:p>
          <a:p>
            <a:pPr>
              <a:lnSpc>
                <a:spcPct val="100000"/>
              </a:lnSpc>
              <a:spcBef>
                <a:spcPts val="0"/>
              </a:spcBef>
            </a:pPr>
            <a:r>
              <a:rPr lang="es-MX" sz="1400" b="1">
                <a:latin typeface="Santander Text Light" panose="020B0304020201020104" pitchFamily="34" charset="0"/>
              </a:rPr>
              <a:t>Revele</a:t>
            </a:r>
            <a:r>
              <a:rPr lang="es-MX" sz="1400">
                <a:latin typeface="Santander Text Light" panose="020B0304020201020104" pitchFamily="34" charset="0"/>
              </a:rPr>
              <a:t> a los clientes </a:t>
            </a:r>
            <a:r>
              <a:rPr lang="es-MX" sz="1400" b="1">
                <a:latin typeface="Santander Text Light" panose="020B0304020201020104" pitchFamily="34" charset="0"/>
              </a:rPr>
              <a:t>información</a:t>
            </a:r>
            <a:r>
              <a:rPr lang="es-MX" sz="1400">
                <a:latin typeface="Santander Text Light" panose="020B0304020201020104" pitchFamily="34" charset="0"/>
              </a:rPr>
              <a:t> que induzca al error o falsa, siempre y cuando exista </a:t>
            </a:r>
            <a:r>
              <a:rPr lang="es-MX" sz="1400" b="1">
                <a:latin typeface="Santander Text Light" panose="020B0304020201020104" pitchFamily="34" charset="0"/>
              </a:rPr>
              <a:t>dolo o negligencia</a:t>
            </a:r>
            <a:r>
              <a:rPr lang="es-MX" sz="1400">
                <a:latin typeface="Santander Text Light" panose="020B0304020201020104" pitchFamily="34" charset="0"/>
              </a:rPr>
              <a:t>, relacionada con:</a:t>
            </a:r>
          </a:p>
          <a:p>
            <a:pPr lvl="1">
              <a:lnSpc>
                <a:spcPct val="100000"/>
              </a:lnSpc>
              <a:spcBef>
                <a:spcPts val="0"/>
              </a:spcBef>
            </a:pPr>
            <a:r>
              <a:rPr lang="es-MX" sz="1400">
                <a:latin typeface="Santander Text Light" panose="020B0304020201020104" pitchFamily="34" charset="0"/>
              </a:rPr>
              <a:t>Las </a:t>
            </a:r>
            <a:r>
              <a:rPr lang="es-MX" sz="1400" b="1">
                <a:latin typeface="Santander Text Light" panose="020B0304020201020104" pitchFamily="34" charset="0"/>
              </a:rPr>
              <a:t>características o riesgos </a:t>
            </a:r>
            <a:r>
              <a:rPr lang="es-MX" sz="1400">
                <a:latin typeface="Santander Text Light" panose="020B0304020201020104" pitchFamily="34" charset="0"/>
              </a:rPr>
              <a:t>de un Producto financiero o de los Servicios de inversión;</a:t>
            </a:r>
          </a:p>
          <a:p>
            <a:pPr lvl="1">
              <a:lnSpc>
                <a:spcPct val="100000"/>
              </a:lnSpc>
              <a:spcBef>
                <a:spcPts val="0"/>
              </a:spcBef>
            </a:pPr>
            <a:r>
              <a:rPr lang="es-MX" sz="1400">
                <a:latin typeface="Santander Text Light" panose="020B0304020201020104" pitchFamily="34" charset="0"/>
              </a:rPr>
              <a:t>Los </a:t>
            </a:r>
            <a:r>
              <a:rPr lang="es-MX" sz="1400" b="1">
                <a:latin typeface="Santander Text Light" panose="020B0304020201020104" pitchFamily="34" charset="0"/>
              </a:rPr>
              <a:t>reportes de rendimientos </a:t>
            </a:r>
            <a:r>
              <a:rPr lang="es-MX" sz="1400">
                <a:latin typeface="Santander Text Light" panose="020B0304020201020104" pitchFamily="34" charset="0"/>
              </a:rPr>
              <a:t>de los Productos financieros;</a:t>
            </a:r>
          </a:p>
          <a:p>
            <a:pPr lvl="1">
              <a:lnSpc>
                <a:spcPct val="100000"/>
              </a:lnSpc>
              <a:spcBef>
                <a:spcPts val="0"/>
              </a:spcBef>
            </a:pPr>
            <a:r>
              <a:rPr lang="es-MX" sz="1400">
                <a:latin typeface="Santander Text Light" panose="020B0304020201020104" pitchFamily="34" charset="0"/>
              </a:rPr>
              <a:t>Las </a:t>
            </a:r>
            <a:r>
              <a:rPr lang="es-MX" sz="1400" b="1">
                <a:latin typeface="Santander Text Light" panose="020B0304020201020104" pitchFamily="34" charset="0"/>
              </a:rPr>
              <a:t>comisiones, contraprestaciones, precios o tasas en relación</a:t>
            </a:r>
            <a:r>
              <a:rPr lang="es-MX" sz="1400">
                <a:latin typeface="Santander Text Light" panose="020B0304020201020104" pitchFamily="34" charset="0"/>
              </a:rPr>
              <a:t> con la operación de Productos financieros;</a:t>
            </a:r>
          </a:p>
          <a:p>
            <a:pPr lvl="1">
              <a:lnSpc>
                <a:spcPct val="100000"/>
              </a:lnSpc>
              <a:spcBef>
                <a:spcPts val="0"/>
              </a:spcBef>
            </a:pPr>
            <a:r>
              <a:rPr lang="es-MX" sz="1400">
                <a:latin typeface="Santander Text Light" panose="020B0304020201020104" pitchFamily="34" charset="0"/>
              </a:rPr>
              <a:t>El desempeño de Valores, Instrumentos financieros derivados o Estrategias de inversión, o bien, con </a:t>
            </a:r>
            <a:r>
              <a:rPr lang="es-MX" sz="1400" b="1">
                <a:latin typeface="Santander Text Light" panose="020B0304020201020104" pitchFamily="34" charset="0"/>
              </a:rPr>
              <a:t>estimaciones</a:t>
            </a:r>
            <a:r>
              <a:rPr lang="es-MX" sz="1400">
                <a:latin typeface="Santander Text Light" panose="020B0304020201020104" pitchFamily="34" charset="0"/>
              </a:rPr>
              <a:t> respecto de los rendimientos futuros;</a:t>
            </a:r>
          </a:p>
          <a:p>
            <a:pPr lvl="1">
              <a:lnSpc>
                <a:spcPct val="100000"/>
              </a:lnSpc>
              <a:spcBef>
                <a:spcPts val="0"/>
              </a:spcBef>
            </a:pPr>
            <a:r>
              <a:rPr lang="es-MX" sz="1400">
                <a:latin typeface="Santander Text Light" panose="020B0304020201020104" pitchFamily="34" charset="0"/>
              </a:rPr>
              <a:t>Las </a:t>
            </a:r>
            <a:r>
              <a:rPr lang="es-MX" sz="1400" b="1">
                <a:latin typeface="Santander Text Light" panose="020B0304020201020104" pitchFamily="34" charset="0"/>
              </a:rPr>
              <a:t>aportaciones adicionales y desembolsos </a:t>
            </a:r>
            <a:r>
              <a:rPr lang="es-MX" sz="1400">
                <a:latin typeface="Santander Text Light" panose="020B0304020201020104" pitchFamily="34" charset="0"/>
              </a:rPr>
              <a:t>que un cliente pudiera estar obligado a realizar al invertir en un Valor o Instrumento financiero derivado;</a:t>
            </a:r>
          </a:p>
          <a:p>
            <a:pPr lvl="1">
              <a:lnSpc>
                <a:spcPct val="100000"/>
              </a:lnSpc>
              <a:spcBef>
                <a:spcPts val="0"/>
              </a:spcBef>
            </a:pPr>
            <a:r>
              <a:rPr lang="es-MX" sz="1400">
                <a:latin typeface="Santander Text Light" panose="020B0304020201020104" pitchFamily="34" charset="0"/>
              </a:rPr>
              <a:t>Las </a:t>
            </a:r>
            <a:r>
              <a:rPr lang="es-MX" sz="1400" b="1">
                <a:latin typeface="Santander Text Light" panose="020B0304020201020104" pitchFamily="34" charset="0"/>
              </a:rPr>
              <a:t>valuaciones</a:t>
            </a:r>
            <a:r>
              <a:rPr lang="es-MX" sz="1400">
                <a:latin typeface="Santander Text Light" panose="020B0304020201020104" pitchFamily="34" charset="0"/>
              </a:rPr>
              <a:t> de los Valores o Instrumentos financieros derivados;</a:t>
            </a:r>
          </a:p>
          <a:p>
            <a:pPr lvl="1">
              <a:lnSpc>
                <a:spcPct val="100000"/>
              </a:lnSpc>
              <a:spcBef>
                <a:spcPts val="0"/>
              </a:spcBef>
            </a:pPr>
            <a:r>
              <a:rPr lang="es-MX" sz="1400">
                <a:latin typeface="Santander Text Light" panose="020B0304020201020104" pitchFamily="34" charset="0"/>
              </a:rPr>
              <a:t>La </a:t>
            </a:r>
            <a:r>
              <a:rPr lang="es-MX" sz="1400" b="1">
                <a:latin typeface="Santander Text Light" panose="020B0304020201020104" pitchFamily="34" charset="0"/>
              </a:rPr>
              <a:t>calidad crediticia </a:t>
            </a:r>
            <a:r>
              <a:rPr lang="es-MX" sz="1400">
                <a:latin typeface="Santander Text Light" panose="020B0304020201020104" pitchFamily="34" charset="0"/>
              </a:rPr>
              <a:t>de un Valor o contraparte de un Instrumento financiero derivado;</a:t>
            </a:r>
          </a:p>
          <a:p>
            <a:pPr lvl="1">
              <a:lnSpc>
                <a:spcPct val="100000"/>
              </a:lnSpc>
              <a:spcBef>
                <a:spcPts val="0"/>
              </a:spcBef>
            </a:pPr>
            <a:r>
              <a:rPr lang="es-MX" sz="1400">
                <a:latin typeface="Santander Text Light" panose="020B0304020201020104" pitchFamily="34" charset="0"/>
              </a:rPr>
              <a:t>Los </a:t>
            </a:r>
            <a:r>
              <a:rPr lang="es-MX" sz="1400" b="1">
                <a:latin typeface="Santander Text Light" panose="020B0304020201020104" pitchFamily="34" charset="0"/>
              </a:rPr>
              <a:t>conflictos de interés </a:t>
            </a:r>
            <a:r>
              <a:rPr lang="es-MX" sz="1400">
                <a:latin typeface="Santander Text Light" panose="020B0304020201020104" pitchFamily="34" charset="0"/>
              </a:rPr>
              <a:t>en la prestación de Servicios de inversión;</a:t>
            </a:r>
          </a:p>
          <a:p>
            <a:pPr lvl="1">
              <a:lnSpc>
                <a:spcPct val="100000"/>
              </a:lnSpc>
              <a:spcBef>
                <a:spcPts val="0"/>
              </a:spcBef>
            </a:pPr>
            <a:r>
              <a:rPr lang="es-MX" sz="1400">
                <a:latin typeface="Santander Text Light" panose="020B0304020201020104" pitchFamily="34" charset="0"/>
              </a:rPr>
              <a:t>La </a:t>
            </a:r>
            <a:r>
              <a:rPr lang="es-MX" sz="1400" b="1">
                <a:latin typeface="Santander Text Light" panose="020B0304020201020104" pitchFamily="34" charset="0"/>
              </a:rPr>
              <a:t>liquidez</a:t>
            </a:r>
            <a:r>
              <a:rPr lang="es-MX" sz="1400">
                <a:latin typeface="Santander Text Light" panose="020B0304020201020104" pitchFamily="34" charset="0"/>
              </a:rPr>
              <a:t> de los Valores, </a:t>
            </a:r>
          </a:p>
          <a:p>
            <a:pPr lvl="1">
              <a:lnSpc>
                <a:spcPct val="100000"/>
              </a:lnSpc>
              <a:spcBef>
                <a:spcPts val="0"/>
              </a:spcBef>
            </a:pPr>
            <a:r>
              <a:rPr lang="es-MX" sz="1400">
                <a:latin typeface="Santander Text Light" panose="020B0304020201020104" pitchFamily="34" charset="0"/>
              </a:rPr>
              <a:t>Los </a:t>
            </a:r>
            <a:r>
              <a:rPr lang="es-MX" sz="1400" b="1">
                <a:latin typeface="Santander Text Light" panose="020B0304020201020104" pitchFamily="34" charset="0"/>
              </a:rPr>
              <a:t>requisitos</a:t>
            </a:r>
            <a:r>
              <a:rPr lang="es-MX" sz="1400">
                <a:latin typeface="Santander Text Light" panose="020B0304020201020104" pitchFamily="34" charset="0"/>
              </a:rPr>
              <a:t> que conforme a las disposiciones aplicables sean necesarios para realizar o ejecutar operaciones con Valores o Instrumentos financieros derivados.</a:t>
            </a:r>
          </a:p>
          <a:p>
            <a:pPr>
              <a:lnSpc>
                <a:spcPct val="100000"/>
              </a:lnSpc>
              <a:spcBef>
                <a:spcPts val="0"/>
              </a:spcBef>
            </a:pPr>
            <a:r>
              <a:rPr lang="es-MX" sz="1400" b="1">
                <a:latin typeface="Santander Text Light" panose="020B0304020201020104" pitchFamily="34" charset="0"/>
              </a:rPr>
              <a:t>Actúen en contra </a:t>
            </a:r>
            <a:r>
              <a:rPr lang="es-MX" sz="1400">
                <a:latin typeface="Santander Text Light" panose="020B0304020201020104" pitchFamily="34" charset="0"/>
              </a:rPr>
              <a:t>del interés del cliente, </a:t>
            </a:r>
          </a:p>
          <a:p>
            <a:pPr>
              <a:lnSpc>
                <a:spcPct val="100000"/>
              </a:lnSpc>
              <a:spcBef>
                <a:spcPts val="0"/>
              </a:spcBef>
            </a:pPr>
            <a:r>
              <a:rPr lang="es-MX" sz="1400" b="1">
                <a:latin typeface="Santander Text Light" panose="020B0304020201020104" pitchFamily="34" charset="0"/>
              </a:rPr>
              <a:t>Manipulen, modifiquen, alteren o induzcan </a:t>
            </a:r>
            <a:r>
              <a:rPr lang="es-MX" sz="1400">
                <a:latin typeface="Santander Text Light" panose="020B0304020201020104" pitchFamily="34" charset="0"/>
              </a:rPr>
              <a:t>cambios en los resultados de la evaluación del cliente (</a:t>
            </a:r>
            <a:r>
              <a:rPr lang="es-MX" sz="1400" b="1">
                <a:latin typeface="Santander Text Light" panose="020B0304020201020104" pitchFamily="34" charset="0"/>
              </a:rPr>
              <a:t>Perfilamiento del Cliente</a:t>
            </a:r>
            <a:r>
              <a:rPr lang="es-MX" sz="1400">
                <a:latin typeface="Santander Text Light" panose="020B0304020201020104" pitchFamily="34" charset="0"/>
              </a:rPr>
              <a:t>) o del análisis del Producto financiero (</a:t>
            </a:r>
            <a:r>
              <a:rPr lang="es-MX" sz="1400" b="1">
                <a:latin typeface="Santander Text Light" panose="020B0304020201020104" pitchFamily="34" charset="0"/>
              </a:rPr>
              <a:t>Perfilamiento del Producto</a:t>
            </a:r>
            <a:r>
              <a:rPr lang="es-MX" sz="1400">
                <a:latin typeface="Santander Text Light" panose="020B0304020201020104" pitchFamily="34" charset="0"/>
              </a:rPr>
              <a:t>).</a:t>
            </a:r>
          </a:p>
          <a:p>
            <a:pPr>
              <a:lnSpc>
                <a:spcPct val="100000"/>
              </a:lnSpc>
              <a:spcBef>
                <a:spcPts val="0"/>
              </a:spcBef>
            </a:pPr>
            <a:endParaRPr lang="es-MX" sz="1400">
              <a:latin typeface="Santander Text Light" panose="020B0304020201020104" pitchFamily="34" charset="0"/>
            </a:endParaRPr>
          </a:p>
          <a:p>
            <a:pPr>
              <a:lnSpc>
                <a:spcPct val="100000"/>
              </a:lnSpc>
              <a:spcBef>
                <a:spcPts val="0"/>
              </a:spcBef>
            </a:pPr>
            <a:endParaRPr lang="es-MX" sz="1400" dirty="0">
              <a:latin typeface="Santander Text Light" panose="020B0304020201020104" pitchFamily="34" charset="0"/>
            </a:endParaRPr>
          </a:p>
        </p:txBody>
      </p:sp>
    </p:spTree>
    <p:extLst>
      <p:ext uri="{BB962C8B-B14F-4D97-AF65-F5344CB8AC3E}">
        <p14:creationId xmlns:p14="http://schemas.microsoft.com/office/powerpoint/2010/main" val="1730105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E7065-D3D3-2518-AB43-01CE924A9490}"/>
            </a:ext>
          </a:extLst>
        </p:cNvPr>
        <p:cNvGrpSpPr/>
        <p:nvPr/>
      </p:nvGrpSpPr>
      <p:grpSpPr>
        <a:xfrm>
          <a:off x="0" y="0"/>
          <a:ext cx="0" cy="0"/>
          <a:chOff x="0" y="0"/>
          <a:chExt cx="0" cy="0"/>
        </a:xfrm>
      </p:grpSpPr>
      <p:sp>
        <p:nvSpPr>
          <p:cNvPr id="25" name="object 9">
            <a:extLst>
              <a:ext uri="{FF2B5EF4-FFF2-40B4-BE49-F238E27FC236}">
                <a16:creationId xmlns:a16="http://schemas.microsoft.com/office/drawing/2014/main" id="{04F9BF7E-5072-DD9F-B9D9-0D29CC970891}"/>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19</a:t>
            </a:fld>
            <a:endParaRPr lang="en-US"/>
          </a:p>
        </p:txBody>
      </p:sp>
      <p:sp>
        <p:nvSpPr>
          <p:cNvPr id="9" name="Título 1">
            <a:extLst>
              <a:ext uri="{FF2B5EF4-FFF2-40B4-BE49-F238E27FC236}">
                <a16:creationId xmlns:a16="http://schemas.microsoft.com/office/drawing/2014/main" id="{69EE0561-BD77-3DC4-1E32-0B9424D13972}"/>
              </a:ext>
            </a:extLst>
          </p:cNvPr>
          <p:cNvSpPr>
            <a:spLocks noGrp="1"/>
          </p:cNvSpPr>
          <p:nvPr>
            <p:ph type="title"/>
          </p:nvPr>
        </p:nvSpPr>
        <p:spPr>
          <a:xfrm>
            <a:off x="478325" y="1083722"/>
            <a:ext cx="11235350" cy="589911"/>
          </a:xfrm>
        </p:spPr>
        <p:txBody>
          <a:bodyPr/>
          <a:lstStyle/>
          <a:p>
            <a:r>
              <a:rPr lang="es-MX" dirty="0"/>
              <a:t>Políticas en Materia de Difusión de Información / Cumplimiento</a:t>
            </a:r>
          </a:p>
        </p:txBody>
      </p:sp>
      <p:sp>
        <p:nvSpPr>
          <p:cNvPr id="10" name="Marcador de contenido 3">
            <a:extLst>
              <a:ext uri="{FF2B5EF4-FFF2-40B4-BE49-F238E27FC236}">
                <a16:creationId xmlns:a16="http://schemas.microsoft.com/office/drawing/2014/main" id="{97D0055A-BAE5-8817-985E-3E1EA24BBE17}"/>
              </a:ext>
            </a:extLst>
          </p:cNvPr>
          <p:cNvSpPr txBox="1">
            <a:spLocks/>
          </p:cNvSpPr>
          <p:nvPr/>
        </p:nvSpPr>
        <p:spPr>
          <a:xfrm>
            <a:off x="478325" y="1742247"/>
            <a:ext cx="11235351" cy="4718277"/>
          </a:xfrm>
          <a:prstGeom prst="rect">
            <a:avLst/>
          </a:prstGeom>
        </p:spPr>
        <p:style>
          <a:lnRef idx="2">
            <a:schemeClr val="accent1"/>
          </a:lnRef>
          <a:fillRef idx="1">
            <a:schemeClr val="lt1"/>
          </a:fillRef>
          <a:effectRef idx="0">
            <a:schemeClr val="accent1"/>
          </a:effectRef>
          <a:fontRef idx="minor">
            <a:schemeClr val="dk1"/>
          </a:fontRef>
        </p:style>
        <p:txBody>
          <a:bodyPr>
            <a:noAutofit/>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dk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dk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dk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9pPr>
          </a:lstStyle>
          <a:p>
            <a:pPr marL="0" indent="0">
              <a:lnSpc>
                <a:spcPct val="100000"/>
              </a:lnSpc>
              <a:spcBef>
                <a:spcPts val="0"/>
              </a:spcBef>
              <a:buFont typeface="Arial" panose="020B0604020202020204" pitchFamily="34" charset="0"/>
              <a:buNone/>
            </a:pPr>
            <a:r>
              <a:rPr lang="es-MX" sz="1400" dirty="0">
                <a:latin typeface="Santander Text Light" panose="020B0304020201020104" pitchFamily="34" charset="0"/>
              </a:rPr>
              <a:t>Las áreas de negocio deben dar cumplimiento a las Políticas en </a:t>
            </a:r>
            <a:r>
              <a:rPr lang="es-MX" sz="1400" dirty="0">
                <a:solidFill>
                  <a:srgbClr val="565655"/>
                </a:solidFill>
                <a:latin typeface="Santander Text Light" panose="020B0304020201020104" pitchFamily="34" charset="0"/>
                <a:ea typeface="Calibri" panose="020F0502020204030204" pitchFamily="34" charset="0"/>
                <a:cs typeface="Times New Roman" panose="02020603050405020304" pitchFamily="18" charset="0"/>
              </a:rPr>
              <a:t>materia de difusión </a:t>
            </a:r>
            <a:r>
              <a:rPr lang="es-MX" sz="1400" spc="35" dirty="0">
                <a:solidFill>
                  <a:srgbClr val="565655"/>
                </a:solidFill>
                <a:latin typeface="Santander Text Light" panose="020B0304020201020104" pitchFamily="34" charset="0"/>
                <a:ea typeface="Calibri" panose="020F0502020204030204" pitchFamily="34" charset="0"/>
                <a:cs typeface="Times New Roman" panose="02020603050405020304" pitchFamily="18" charset="0"/>
              </a:rPr>
              <a:t> </a:t>
            </a:r>
            <a:r>
              <a:rPr lang="es-MX" sz="1400" dirty="0">
                <a:solidFill>
                  <a:srgbClr val="565655"/>
                </a:solidFill>
                <a:latin typeface="Santander Text Light" panose="020B0304020201020104" pitchFamily="34" charset="0"/>
                <a:ea typeface="Calibri" panose="020F0502020204030204" pitchFamily="34" charset="0"/>
                <a:cs typeface="Times New Roman" panose="02020603050405020304" pitchFamily="18" charset="0"/>
              </a:rPr>
              <a:t>de</a:t>
            </a:r>
            <a:r>
              <a:rPr lang="es-MX" sz="1400" spc="40" dirty="0">
                <a:solidFill>
                  <a:srgbClr val="565655"/>
                </a:solidFill>
                <a:latin typeface="Santander Text Light" panose="020B0304020201020104" pitchFamily="34" charset="0"/>
                <a:ea typeface="Calibri" panose="020F0502020204030204" pitchFamily="34" charset="0"/>
                <a:cs typeface="Times New Roman" panose="02020603050405020304" pitchFamily="18" charset="0"/>
              </a:rPr>
              <a:t> </a:t>
            </a:r>
            <a:r>
              <a:rPr lang="es-MX" sz="1400" dirty="0">
                <a:solidFill>
                  <a:srgbClr val="565655"/>
                </a:solidFill>
                <a:latin typeface="Santander Text Light" panose="020B0304020201020104" pitchFamily="34" charset="0"/>
                <a:ea typeface="Calibri" panose="020F0502020204030204" pitchFamily="34" charset="0"/>
                <a:cs typeface="Times New Roman" panose="02020603050405020304" pitchFamily="18" charset="0"/>
              </a:rPr>
              <a:t>información, que se encuentran dentro del Manual de Servicios de Inversión, así como someter a aprobación de C&amp;L la información con su correspondiente </a:t>
            </a:r>
            <a:r>
              <a:rPr lang="es-MX" sz="1400" b="1" dirty="0">
                <a:solidFill>
                  <a:srgbClr val="565655"/>
                </a:solidFill>
                <a:latin typeface="Santander Text Light" panose="020B0304020201020104" pitchFamily="34" charset="0"/>
                <a:ea typeface="Calibri" panose="020F0502020204030204" pitchFamily="34" charset="0"/>
                <a:cs typeface="Times New Roman" panose="02020603050405020304" pitchFamily="18" charset="0"/>
              </a:rPr>
              <a:t>Matriz de Cumplimiento</a:t>
            </a:r>
            <a:r>
              <a:rPr lang="es-MX" sz="1400" dirty="0">
                <a:solidFill>
                  <a:srgbClr val="565655"/>
                </a:solidFill>
                <a:latin typeface="Santander Text Light" panose="020B0304020201020104" pitchFamily="34" charset="0"/>
                <a:ea typeface="Calibri" panose="020F0502020204030204" pitchFamily="34" charset="0"/>
                <a:cs typeface="Times New Roman" panose="02020603050405020304" pitchFamily="18" charset="0"/>
              </a:rPr>
              <a:t> que desean compartir con Clientes, Distribuidores y Clientes Prospecto.</a:t>
            </a:r>
          </a:p>
          <a:p>
            <a:pPr marL="15875" marR="65405" indent="0" algn="just">
              <a:spcBef>
                <a:spcPts val="965"/>
              </a:spcBef>
              <a:buFont typeface="Arial" panose="020B0604020202020204" pitchFamily="34" charset="0"/>
              <a:buNone/>
            </a:pPr>
            <a:r>
              <a:rPr lang="es-MX" sz="1400" dirty="0">
                <a:latin typeface="Santander Text Light" panose="020B0304020201020104" pitchFamily="34" charset="0"/>
                <a:ea typeface="Georgia" panose="02040502050405020303" pitchFamily="18" charset="0"/>
                <a:cs typeface="Georgia" panose="02040502050405020303" pitchFamily="18" charset="0"/>
              </a:rPr>
              <a:t>Los documentos a través de los cuales SAM difunde información sobre los Productos financieros que ofrece, así como las actividades y servicios que presta, así como las comisiones cobradas son, en su caso, los siguientes:</a:t>
            </a:r>
          </a:p>
          <a:p>
            <a:pPr marL="15875" marR="65405" indent="0" algn="just">
              <a:spcBef>
                <a:spcPts val="965"/>
              </a:spcBef>
              <a:buFont typeface="Arial" panose="020B0604020202020204" pitchFamily="34" charset="0"/>
              <a:buNone/>
            </a:pPr>
            <a:endParaRPr lang="es-MX" sz="1800" dirty="0">
              <a:latin typeface="Santander Text Light" panose="020B0304020201020104" pitchFamily="34" charset="0"/>
              <a:ea typeface="Georgia" panose="02040502050405020303" pitchFamily="18" charset="0"/>
              <a:cs typeface="Georgia" panose="02040502050405020303" pitchFamily="18" charset="0"/>
            </a:endParaRPr>
          </a:p>
          <a:p>
            <a:pPr marL="15875" marR="65405" indent="0" algn="just">
              <a:spcBef>
                <a:spcPts val="965"/>
              </a:spcBef>
              <a:buFont typeface="Arial" panose="020B0604020202020204" pitchFamily="34" charset="0"/>
              <a:buNone/>
            </a:pPr>
            <a:endParaRPr lang="es-MX" sz="1800" dirty="0">
              <a:latin typeface="Santander Text Light" panose="020B0304020201020104" pitchFamily="34" charset="0"/>
              <a:ea typeface="Georgia" panose="02040502050405020303" pitchFamily="18" charset="0"/>
              <a:cs typeface="Georgia" panose="02040502050405020303" pitchFamily="18" charset="0"/>
            </a:endParaRPr>
          </a:p>
          <a:p>
            <a:pPr marL="15875" marR="65405" indent="0" algn="just">
              <a:spcBef>
                <a:spcPts val="965"/>
              </a:spcBef>
              <a:buFont typeface="Arial" panose="020B0604020202020204" pitchFamily="34" charset="0"/>
              <a:buNone/>
            </a:pPr>
            <a:endParaRPr lang="es-MX" sz="1800" dirty="0">
              <a:latin typeface="Santander Text Light" panose="020B0304020201020104" pitchFamily="34" charset="0"/>
              <a:ea typeface="Georgia" panose="02040502050405020303" pitchFamily="18" charset="0"/>
              <a:cs typeface="Georgia" panose="02040502050405020303" pitchFamily="18" charset="0"/>
            </a:endParaRPr>
          </a:p>
          <a:p>
            <a:pPr marL="15875" marR="65405" indent="0" algn="just">
              <a:spcBef>
                <a:spcPts val="965"/>
              </a:spcBef>
              <a:buFont typeface="Arial" panose="020B0604020202020204" pitchFamily="34" charset="0"/>
              <a:buNone/>
            </a:pPr>
            <a:endParaRPr lang="es-MX" sz="1800" dirty="0">
              <a:latin typeface="Santander Text Light" panose="020B0304020201020104" pitchFamily="34" charset="0"/>
              <a:ea typeface="Georgia" panose="02040502050405020303" pitchFamily="18" charset="0"/>
              <a:cs typeface="Georgia" panose="02040502050405020303" pitchFamily="18" charset="0"/>
            </a:endParaRPr>
          </a:p>
          <a:p>
            <a:pPr marL="15875" marR="65405" indent="0" algn="just">
              <a:spcBef>
                <a:spcPts val="965"/>
              </a:spcBef>
              <a:buFont typeface="Arial" panose="020B0604020202020204" pitchFamily="34" charset="0"/>
              <a:buNone/>
            </a:pPr>
            <a:endParaRPr lang="es-MX" sz="1800" dirty="0">
              <a:latin typeface="Santander Text Light" panose="020B0304020201020104" pitchFamily="34" charset="0"/>
              <a:ea typeface="Georgia" panose="02040502050405020303" pitchFamily="18" charset="0"/>
              <a:cs typeface="Georgia" panose="02040502050405020303" pitchFamily="18" charset="0"/>
            </a:endParaRPr>
          </a:p>
          <a:p>
            <a:pPr marL="15875" marR="65405" indent="0" algn="just">
              <a:spcBef>
                <a:spcPts val="965"/>
              </a:spcBef>
              <a:buFont typeface="Arial" panose="020B0604020202020204" pitchFamily="34" charset="0"/>
              <a:buNone/>
            </a:pPr>
            <a:endParaRPr lang="es-MX" sz="1800" dirty="0">
              <a:latin typeface="Santander Text Light" panose="020B0304020201020104" pitchFamily="34" charset="0"/>
              <a:ea typeface="Georgia" panose="02040502050405020303" pitchFamily="18" charset="0"/>
              <a:cs typeface="Georgia" panose="02040502050405020303" pitchFamily="18" charset="0"/>
            </a:endParaRPr>
          </a:p>
          <a:p>
            <a:pPr marL="15875" marR="65405" indent="0" algn="just">
              <a:spcBef>
                <a:spcPts val="965"/>
              </a:spcBef>
              <a:buFont typeface="Arial" panose="020B0604020202020204" pitchFamily="34" charset="0"/>
              <a:buNone/>
            </a:pPr>
            <a:endParaRPr lang="es-MX" sz="1800" dirty="0">
              <a:latin typeface="Santander Text Light" panose="020B0304020201020104" pitchFamily="34" charset="0"/>
              <a:ea typeface="Georgia" panose="02040502050405020303" pitchFamily="18" charset="0"/>
              <a:cs typeface="Georgia" panose="02040502050405020303" pitchFamily="18" charset="0"/>
            </a:endParaRPr>
          </a:p>
          <a:p>
            <a:pPr marL="15875" marR="65405" indent="0" algn="just">
              <a:spcBef>
                <a:spcPts val="965"/>
              </a:spcBef>
              <a:buFont typeface="Arial" panose="020B0604020202020204" pitchFamily="34" charset="0"/>
              <a:buNone/>
            </a:pPr>
            <a:endParaRPr lang="es-MX" sz="1800" dirty="0">
              <a:latin typeface="Santander Text Light" panose="020B0304020201020104" pitchFamily="34" charset="0"/>
              <a:ea typeface="Calibri" panose="020F0502020204030204" pitchFamily="34" charset="0"/>
              <a:cs typeface="Times New Roman" panose="02020603050405020304" pitchFamily="18" charset="0"/>
            </a:endParaRPr>
          </a:p>
          <a:p>
            <a:pPr marL="15875" marR="65405" indent="0" algn="just">
              <a:spcBef>
                <a:spcPts val="965"/>
              </a:spcBef>
              <a:buFont typeface="Arial" panose="020B0604020202020204" pitchFamily="34" charset="0"/>
              <a:buNone/>
            </a:pPr>
            <a:r>
              <a:rPr lang="es-MX" sz="1400" dirty="0">
                <a:latin typeface="Santander Text Light" panose="020B0304020201020104" pitchFamily="34" charset="0"/>
                <a:ea typeface="Calibri" panose="020F0502020204030204" pitchFamily="34" charset="0"/>
                <a:cs typeface="Times New Roman" panose="02020603050405020304" pitchFamily="18" charset="0"/>
              </a:rPr>
              <a:t>La información sobre productos financieros debe ser únicamente respecto de valores que se encuentren vinculados al servicio de inversión prestado y tipo de cliente de que se trate. </a:t>
            </a:r>
            <a:endParaRPr lang="es-MX" sz="1400" dirty="0">
              <a:latin typeface="Santander Text Light" panose="020B0304020201020104" pitchFamily="34" charset="0"/>
            </a:endParaRPr>
          </a:p>
        </p:txBody>
      </p:sp>
      <p:graphicFrame>
        <p:nvGraphicFramePr>
          <p:cNvPr id="11" name="Tabla 10">
            <a:extLst>
              <a:ext uri="{FF2B5EF4-FFF2-40B4-BE49-F238E27FC236}">
                <a16:creationId xmlns:a16="http://schemas.microsoft.com/office/drawing/2014/main" id="{AFB11D00-CEE7-99E0-10ED-BDF988670569}"/>
              </a:ext>
            </a:extLst>
          </p:cNvPr>
          <p:cNvGraphicFramePr>
            <a:graphicFrameLocks noGrp="1"/>
          </p:cNvGraphicFramePr>
          <p:nvPr>
            <p:extLst>
              <p:ext uri="{D42A27DB-BD31-4B8C-83A1-F6EECF244321}">
                <p14:modId xmlns:p14="http://schemas.microsoft.com/office/powerpoint/2010/main" val="121879654"/>
              </p:ext>
            </p:extLst>
          </p:nvPr>
        </p:nvGraphicFramePr>
        <p:xfrm>
          <a:off x="738027" y="3077970"/>
          <a:ext cx="10715946" cy="2213930"/>
        </p:xfrm>
        <a:graphic>
          <a:graphicData uri="http://schemas.openxmlformats.org/drawingml/2006/table">
            <a:tbl>
              <a:tblPr firstRow="1" bandRow="1">
                <a:tableStyleId>{00A15C55-8517-42AA-B614-E9B94910E393}</a:tableStyleId>
              </a:tblPr>
              <a:tblGrid>
                <a:gridCol w="5357973">
                  <a:extLst>
                    <a:ext uri="{9D8B030D-6E8A-4147-A177-3AD203B41FA5}">
                      <a16:colId xmlns:a16="http://schemas.microsoft.com/office/drawing/2014/main" val="1997864146"/>
                    </a:ext>
                  </a:extLst>
                </a:gridCol>
                <a:gridCol w="5357973">
                  <a:extLst>
                    <a:ext uri="{9D8B030D-6E8A-4147-A177-3AD203B41FA5}">
                      <a16:colId xmlns:a16="http://schemas.microsoft.com/office/drawing/2014/main" val="3162126357"/>
                    </a:ext>
                  </a:extLst>
                </a:gridCol>
              </a:tblGrid>
              <a:tr h="464601">
                <a:tc>
                  <a:txBody>
                    <a:bodyPr/>
                    <a:lstStyle/>
                    <a:p>
                      <a:r>
                        <a:rPr lang="es-MX" sz="1400" dirty="0">
                          <a:solidFill>
                            <a:schemeClr val="accent3">
                              <a:lumMod val="40000"/>
                              <a:lumOff val="60000"/>
                            </a:schemeClr>
                          </a:solidFill>
                          <a:latin typeface="Santander Text Light" panose="020B0304020201020104" pitchFamily="34" charset="0"/>
                        </a:rPr>
                        <a:t>Documentos que deben ser entregados al cliente previo a la apertura del Contrato</a:t>
                      </a:r>
                      <a:endParaRPr lang="es-ES" sz="1400" dirty="0">
                        <a:solidFill>
                          <a:schemeClr val="accent3">
                            <a:lumMod val="40000"/>
                            <a:lumOff val="60000"/>
                          </a:schemeClr>
                        </a:solidFill>
                        <a:latin typeface="Santander Text Light" panose="020B0304020201020104" pitchFamily="34" charset="0"/>
                      </a:endParaRPr>
                    </a:p>
                  </a:txBody>
                  <a:tcPr/>
                </a:tc>
                <a:tc>
                  <a:txBody>
                    <a:bodyPr/>
                    <a:lstStyle/>
                    <a:p>
                      <a:pPr algn="ctr"/>
                      <a:r>
                        <a:rPr lang="es-MX" sz="1400" dirty="0">
                          <a:solidFill>
                            <a:schemeClr val="accent3">
                              <a:lumMod val="40000"/>
                              <a:lumOff val="60000"/>
                            </a:schemeClr>
                          </a:solidFill>
                          <a:latin typeface="Santander Text Light" panose="020B0304020201020104" pitchFamily="34" charset="0"/>
                        </a:rPr>
                        <a:t>Requieren aprobación del CRAPF</a:t>
                      </a:r>
                      <a:endParaRPr lang="es-ES" sz="1400" dirty="0">
                        <a:solidFill>
                          <a:schemeClr val="accent3">
                            <a:lumMod val="40000"/>
                            <a:lumOff val="60000"/>
                          </a:schemeClr>
                        </a:solidFill>
                        <a:latin typeface="Santander Text Light" panose="020B0304020201020104" pitchFamily="34" charset="0"/>
                      </a:endParaRPr>
                    </a:p>
                  </a:txBody>
                  <a:tcPr/>
                </a:tc>
                <a:extLst>
                  <a:ext uri="{0D108BD9-81ED-4DB2-BD59-A6C34878D82A}">
                    <a16:rowId xmlns:a16="http://schemas.microsoft.com/office/drawing/2014/main" val="4148930920"/>
                  </a:ext>
                </a:extLst>
              </a:tr>
              <a:tr h="805379">
                <a:tc>
                  <a:txBody>
                    <a:bodyPr/>
                    <a:lstStyle/>
                    <a:p>
                      <a:pPr lvl="0" algn="ctr"/>
                      <a:r>
                        <a:rPr lang="es-MX" sz="1400" kern="1200" dirty="0">
                          <a:solidFill>
                            <a:schemeClr val="dk1"/>
                          </a:solidFill>
                          <a:effectLst/>
                          <a:latin typeface="Santander Text Light" panose="020B0304020201020104" pitchFamily="34" charset="0"/>
                          <a:ea typeface="+mn-ea"/>
                          <a:cs typeface="+mn-cs"/>
                        </a:rPr>
                        <a:t>Guía de Servicios de Inversión</a:t>
                      </a:r>
                      <a:endParaRPr lang="es-ES" sz="1400" dirty="0">
                        <a:latin typeface="Santander Text Light" panose="020B0304020201020104" pitchFamily="34" charset="0"/>
                      </a:endParaRPr>
                    </a:p>
                  </a:txBody>
                  <a:tcPr/>
                </a:tc>
                <a:tc>
                  <a:txBody>
                    <a:bodyPr/>
                    <a:lstStyle/>
                    <a:p>
                      <a:pPr algn="ctr"/>
                      <a:r>
                        <a:rPr lang="es-MX" sz="1400" kern="1200" dirty="0">
                          <a:solidFill>
                            <a:schemeClr val="dk1"/>
                          </a:solidFill>
                          <a:effectLst/>
                          <a:latin typeface="Santander Text Light" panose="020B0304020201020104" pitchFamily="34" charset="0"/>
                          <a:ea typeface="+mn-ea"/>
                          <a:cs typeface="+mn-cs"/>
                        </a:rPr>
                        <a:t>Información sobre Productos Financieros y Servicios de Inversión de SAM </a:t>
                      </a:r>
                      <a:endParaRPr lang="es-ES" sz="1400" dirty="0">
                        <a:latin typeface="Santander Text Light" panose="020B0304020201020104" pitchFamily="34" charset="0"/>
                      </a:endParaRPr>
                    </a:p>
                  </a:txBody>
                  <a:tcPr/>
                </a:tc>
                <a:extLst>
                  <a:ext uri="{0D108BD9-81ED-4DB2-BD59-A6C34878D82A}">
                    <a16:rowId xmlns:a16="http://schemas.microsoft.com/office/drawing/2014/main" val="37568209"/>
                  </a:ext>
                </a:extLst>
              </a:tr>
              <a:tr h="563765">
                <a:tc>
                  <a:txBody>
                    <a:bodyPr/>
                    <a:lstStyle/>
                    <a:p>
                      <a:pPr lvl="0" algn="ctr"/>
                      <a:r>
                        <a:rPr lang="es-MX" sz="1400" kern="1200" dirty="0">
                          <a:solidFill>
                            <a:schemeClr val="dk1"/>
                          </a:solidFill>
                          <a:effectLst/>
                          <a:latin typeface="Santander Text Light" panose="020B0304020201020104" pitchFamily="34" charset="0"/>
                          <a:ea typeface="+mn-ea"/>
                          <a:cs typeface="+mn-cs"/>
                        </a:rPr>
                        <a:t>Informe de Perfil</a:t>
                      </a:r>
                      <a:endParaRPr lang="es-ES" sz="1400" dirty="0">
                        <a:latin typeface="Santander Text Light" panose="020B0304020201020104" pitchFamily="34" charset="0"/>
                      </a:endParaRPr>
                    </a:p>
                  </a:txBody>
                  <a:tcPr/>
                </a:tc>
                <a:tc>
                  <a:txBody>
                    <a:bodyPr/>
                    <a:lstStyle/>
                    <a:p>
                      <a:pPr algn="ctr"/>
                      <a:r>
                        <a:rPr lang="es-MX" sz="1400" kern="1200" dirty="0">
                          <a:solidFill>
                            <a:schemeClr val="dk1"/>
                          </a:solidFill>
                          <a:effectLst/>
                          <a:latin typeface="Santander Text Light" panose="020B0304020201020104" pitchFamily="34" charset="0"/>
                          <a:ea typeface="+mn-ea"/>
                          <a:cs typeface="+mn-cs"/>
                        </a:rPr>
                        <a:t>Informes adicionales asociados a la prestación de Servicios de Inversión</a:t>
                      </a:r>
                      <a:endParaRPr lang="es-ES" sz="1400" dirty="0">
                        <a:latin typeface="Santander Text Light" panose="020B0304020201020104" pitchFamily="34" charset="0"/>
                      </a:endParaRPr>
                    </a:p>
                  </a:txBody>
                  <a:tcPr/>
                </a:tc>
                <a:extLst>
                  <a:ext uri="{0D108BD9-81ED-4DB2-BD59-A6C34878D82A}">
                    <a16:rowId xmlns:a16="http://schemas.microsoft.com/office/drawing/2014/main" val="3801222874"/>
                  </a:ext>
                </a:extLst>
              </a:tr>
              <a:tr h="32662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1400" kern="1200" dirty="0">
                          <a:solidFill>
                            <a:schemeClr val="dk1"/>
                          </a:solidFill>
                          <a:effectLst/>
                          <a:latin typeface="Santander Text Light" panose="020B0304020201020104" pitchFamily="34" charset="0"/>
                          <a:ea typeface="+mn-ea"/>
                          <a:cs typeface="+mn-cs"/>
                        </a:rPr>
                        <a:t>Marco general de actuación </a:t>
                      </a:r>
                      <a:endParaRPr lang="es-ES" sz="1400" dirty="0">
                        <a:latin typeface="Santander Text Light" panose="020B0304020201020104" pitchFamily="34" charset="0"/>
                      </a:endParaRPr>
                    </a:p>
                  </a:txBody>
                  <a:tcPr/>
                </a:tc>
                <a:tc>
                  <a:txBody>
                    <a:bodyPr/>
                    <a:lstStyle/>
                    <a:p>
                      <a:pPr algn="ctr"/>
                      <a:r>
                        <a:rPr lang="es-MX" sz="1400" kern="1200" dirty="0">
                          <a:solidFill>
                            <a:schemeClr val="dk1"/>
                          </a:solidFill>
                          <a:effectLst/>
                          <a:latin typeface="Santander Text Light" panose="020B0304020201020104" pitchFamily="34" charset="0"/>
                          <a:ea typeface="+mn-ea"/>
                          <a:cs typeface="+mn-cs"/>
                        </a:rPr>
                        <a:t>Otros reportes relevantes</a:t>
                      </a:r>
                      <a:endParaRPr lang="es-ES" sz="1400" dirty="0">
                        <a:latin typeface="Santander Text Light" panose="020B0304020201020104" pitchFamily="34" charset="0"/>
                      </a:endParaRPr>
                    </a:p>
                  </a:txBody>
                  <a:tcPr/>
                </a:tc>
                <a:extLst>
                  <a:ext uri="{0D108BD9-81ED-4DB2-BD59-A6C34878D82A}">
                    <a16:rowId xmlns:a16="http://schemas.microsoft.com/office/drawing/2014/main" val="872553637"/>
                  </a:ext>
                </a:extLst>
              </a:tr>
            </a:tbl>
          </a:graphicData>
        </a:graphic>
      </p:graphicFrame>
      <p:pic>
        <p:nvPicPr>
          <p:cNvPr id="12" name="Gráfico 11" descr="Comentario que gusta contorno">
            <a:extLst>
              <a:ext uri="{FF2B5EF4-FFF2-40B4-BE49-F238E27FC236}">
                <a16:creationId xmlns:a16="http://schemas.microsoft.com/office/drawing/2014/main" id="{43080044-E4BC-4234-90C3-F27806C07A7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81420" y="5261312"/>
            <a:ext cx="914400" cy="819884"/>
          </a:xfrm>
          <a:prstGeom prst="rect">
            <a:avLst/>
          </a:prstGeom>
        </p:spPr>
      </p:pic>
    </p:spTree>
    <p:extLst>
      <p:ext uri="{BB962C8B-B14F-4D97-AF65-F5344CB8AC3E}">
        <p14:creationId xmlns:p14="http://schemas.microsoft.com/office/powerpoint/2010/main" val="12765517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72626-BF14-D460-AE22-E970F24CEFCB}"/>
            </a:ext>
          </a:extLst>
        </p:cNvPr>
        <p:cNvGrpSpPr/>
        <p:nvPr/>
      </p:nvGrpSpPr>
      <p:grpSpPr>
        <a:xfrm>
          <a:off x="0" y="0"/>
          <a:ext cx="0" cy="0"/>
          <a:chOff x="0" y="0"/>
          <a:chExt cx="0" cy="0"/>
        </a:xfrm>
      </p:grpSpPr>
      <p:sp>
        <p:nvSpPr>
          <p:cNvPr id="25" name="object 9">
            <a:extLst>
              <a:ext uri="{FF2B5EF4-FFF2-40B4-BE49-F238E27FC236}">
                <a16:creationId xmlns:a16="http://schemas.microsoft.com/office/drawing/2014/main" id="{8DCB62E5-7EF6-ECED-64E6-87C793242F08}"/>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20</a:t>
            </a:fld>
            <a:endParaRPr lang="en-US"/>
          </a:p>
        </p:txBody>
      </p:sp>
      <p:sp>
        <p:nvSpPr>
          <p:cNvPr id="2" name="Título 1">
            <a:extLst>
              <a:ext uri="{FF2B5EF4-FFF2-40B4-BE49-F238E27FC236}">
                <a16:creationId xmlns:a16="http://schemas.microsoft.com/office/drawing/2014/main" id="{B0B3EF2E-A16B-6BAB-523A-B482CCA63F4E}"/>
              </a:ext>
            </a:extLst>
          </p:cNvPr>
          <p:cNvSpPr>
            <a:spLocks noGrp="1"/>
          </p:cNvSpPr>
          <p:nvPr>
            <p:ph type="title"/>
          </p:nvPr>
        </p:nvSpPr>
        <p:spPr>
          <a:xfrm>
            <a:off x="478325" y="1022638"/>
            <a:ext cx="11235350" cy="657916"/>
          </a:xfrm>
        </p:spPr>
        <p:txBody>
          <a:bodyPr/>
          <a:lstStyle/>
          <a:p>
            <a:r>
              <a:rPr lang="es-MX" dirty="0"/>
              <a:t>Políticas en Materia de Difusión de Información / Cumplimiento</a:t>
            </a:r>
          </a:p>
        </p:txBody>
      </p:sp>
      <p:sp>
        <p:nvSpPr>
          <p:cNvPr id="3" name="Marcador de contenido 3">
            <a:extLst>
              <a:ext uri="{FF2B5EF4-FFF2-40B4-BE49-F238E27FC236}">
                <a16:creationId xmlns:a16="http://schemas.microsoft.com/office/drawing/2014/main" id="{C36A973B-A206-F0BD-3AC8-5F1E26B21BB9}"/>
              </a:ext>
            </a:extLst>
          </p:cNvPr>
          <p:cNvSpPr txBox="1">
            <a:spLocks/>
          </p:cNvSpPr>
          <p:nvPr/>
        </p:nvSpPr>
        <p:spPr>
          <a:xfrm>
            <a:off x="479834" y="1506117"/>
            <a:ext cx="11235351" cy="3712059"/>
          </a:xfrm>
          <a:prstGeom prst="rect">
            <a:avLst/>
          </a:prstGeom>
        </p:spPr>
        <p:style>
          <a:lnRef idx="2">
            <a:schemeClr val="accent1"/>
          </a:lnRef>
          <a:fillRef idx="1">
            <a:schemeClr val="lt1"/>
          </a:fillRef>
          <a:effectRef idx="0">
            <a:schemeClr val="accent1"/>
          </a:effectRef>
          <a:fontRef idx="minor">
            <a:schemeClr val="dk1"/>
          </a:fontRef>
        </p:style>
        <p:txBody>
          <a:bodyPr>
            <a:noAutofit/>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dk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dk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dk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9pPr>
          </a:lstStyle>
          <a:p>
            <a:pPr marL="164465" indent="0" algn="just">
              <a:spcBef>
                <a:spcPts val="965"/>
              </a:spcBef>
              <a:buFont typeface="Arial" panose="020B0604020202020204" pitchFamily="34" charset="0"/>
              <a:buNone/>
              <a:tabLst>
                <a:tab pos="450215" algn="l"/>
              </a:tabLst>
            </a:pPr>
            <a:r>
              <a:rPr lang="es-MX" sz="1400">
                <a:latin typeface="Santander Text Light" panose="020B0304020201020104" pitchFamily="34" charset="0"/>
                <a:ea typeface="Georgia" panose="02040502050405020303" pitchFamily="18" charset="0"/>
                <a:cs typeface="Georgia" panose="02040502050405020303" pitchFamily="18" charset="0"/>
              </a:rPr>
              <a:t>La información que se pretende difundir deberá cumplir con lo que se detalla a continuación:</a:t>
            </a:r>
          </a:p>
          <a:p>
            <a:pPr marL="164465" indent="0" algn="just">
              <a:spcBef>
                <a:spcPts val="965"/>
              </a:spcBef>
              <a:buFont typeface="Arial" panose="020B0604020202020204" pitchFamily="34" charset="0"/>
              <a:buNone/>
              <a:tabLst>
                <a:tab pos="450215" algn="l"/>
              </a:tabLst>
            </a:pPr>
            <a:endParaRPr lang="es-ES" sz="1400">
              <a:latin typeface="Santander Text Light" panose="020B0304020201020104" pitchFamily="34" charset="0"/>
              <a:ea typeface="Georgia" panose="02040502050405020303" pitchFamily="18" charset="0"/>
              <a:cs typeface="Georgia" panose="02040502050405020303" pitchFamily="18" charset="0"/>
            </a:endParaRPr>
          </a:p>
          <a:p>
            <a:pPr marL="342900" indent="-342900" algn="just">
              <a:lnSpc>
                <a:spcPct val="100000"/>
              </a:lnSpc>
              <a:spcBef>
                <a:spcPts val="0"/>
              </a:spcBef>
              <a:buFont typeface="+mj-lt"/>
              <a:buAutoNum type="alphaLcPeriod"/>
            </a:pPr>
            <a:r>
              <a:rPr lang="es-MX" sz="1400">
                <a:latin typeface="Santander Text Light" panose="020B0304020201020104" pitchFamily="34" charset="0"/>
                <a:ea typeface="Georgia" panose="02040502050405020303" pitchFamily="18" charset="0"/>
                <a:cs typeface="Georgia" panose="02040502050405020303" pitchFamily="18" charset="0"/>
              </a:rPr>
              <a:t>En caso de que el cliente requiera información de algún producto financiero en particular, deberá indicarse la fuente de información oficial, fecha de emisión e indicarse que puede consultar el prospecto o reporte correspondiente en las siguientes direcciones en Internet:</a:t>
            </a:r>
            <a:endParaRPr lang="es-ES" sz="1400">
              <a:latin typeface="Santander Text Light" panose="020B0304020201020104" pitchFamily="34" charset="0"/>
              <a:ea typeface="Georgia" panose="02040502050405020303" pitchFamily="18" charset="0"/>
              <a:cs typeface="Georgia" panose="02040502050405020303" pitchFamily="18" charset="0"/>
            </a:endParaRPr>
          </a:p>
          <a:p>
            <a:pPr marL="2686050" lvl="6" indent="-1520825" algn="just">
              <a:lnSpc>
                <a:spcPct val="100000"/>
              </a:lnSpc>
              <a:spcBef>
                <a:spcPts val="0"/>
              </a:spcBef>
              <a:buFont typeface="Arial" panose="020B0604020202020204" pitchFamily="34" charset="0"/>
              <a:buNone/>
            </a:pPr>
            <a:r>
              <a:rPr lang="es-MX" sz="1400">
                <a:latin typeface="Santander Text Light" panose="020B0304020201020104" pitchFamily="34" charset="0"/>
                <a:ea typeface="Calibri" panose="020F0502020204030204" pitchFamily="34" charset="0"/>
                <a:cs typeface="Times New Roman" panose="02020603050405020304" pitchFamily="18" charset="0"/>
              </a:rPr>
              <a:t>http://www.bmv.com.mx;</a:t>
            </a:r>
            <a:endParaRPr lang="es-ES" sz="1400">
              <a:latin typeface="Santander Text Light" panose="020B0304020201020104" pitchFamily="34" charset="0"/>
              <a:ea typeface="Calibri" panose="020F0502020204030204" pitchFamily="34" charset="0"/>
              <a:cs typeface="Times New Roman" panose="02020603050405020304" pitchFamily="18" charset="0"/>
            </a:endParaRPr>
          </a:p>
          <a:p>
            <a:pPr marL="2686050" lvl="6" indent="-1520825" algn="just">
              <a:lnSpc>
                <a:spcPct val="100000"/>
              </a:lnSpc>
              <a:spcBef>
                <a:spcPts val="0"/>
              </a:spcBef>
              <a:buFont typeface="Arial" panose="020B0604020202020204" pitchFamily="34" charset="0"/>
              <a:buNone/>
            </a:pPr>
            <a:r>
              <a:rPr lang="es-MX" sz="1400">
                <a:latin typeface="Santander Text Light" panose="020B0304020201020104" pitchFamily="34" charset="0"/>
                <a:ea typeface="Calibri" panose="020F0502020204030204" pitchFamily="34" charset="0"/>
                <a:cs typeface="Times New Roman" panose="02020603050405020304" pitchFamily="18" charset="0"/>
              </a:rPr>
              <a:t>http://www.cnbv.gob.mx; y/o</a:t>
            </a:r>
            <a:endParaRPr lang="es-ES" sz="1400">
              <a:latin typeface="Santander Text Light" panose="020B0304020201020104" pitchFamily="34" charset="0"/>
              <a:ea typeface="Calibri" panose="020F0502020204030204" pitchFamily="34" charset="0"/>
              <a:cs typeface="Times New Roman" panose="02020603050405020304" pitchFamily="18" charset="0"/>
            </a:endParaRPr>
          </a:p>
          <a:p>
            <a:pPr marL="2686050" lvl="6" indent="-1520825" algn="just">
              <a:lnSpc>
                <a:spcPct val="100000"/>
              </a:lnSpc>
              <a:spcBef>
                <a:spcPts val="0"/>
              </a:spcBef>
              <a:buFont typeface="Arial" panose="020B0604020202020204" pitchFamily="34" charset="0"/>
              <a:buNone/>
            </a:pPr>
            <a:r>
              <a:rPr lang="es-MX" sz="1400">
                <a:latin typeface="Santander Text Light" panose="020B0304020201020104" pitchFamily="34" charset="0"/>
                <a:ea typeface="Calibri" panose="020F0502020204030204" pitchFamily="34" charset="0"/>
                <a:cs typeface="Times New Roman" panose="02020603050405020304" pitchFamily="18" charset="0"/>
                <a:hlinkClick r:id="rId2"/>
              </a:rPr>
              <a:t>http://www.banxico.org.mx</a:t>
            </a:r>
            <a:endParaRPr lang="es-MX" sz="1400">
              <a:latin typeface="Santander Text Light" panose="020B0304020201020104" pitchFamily="34" charset="0"/>
              <a:ea typeface="Calibri" panose="020F0502020204030204" pitchFamily="34" charset="0"/>
              <a:cs typeface="Times New Roman" panose="02020603050405020304" pitchFamily="18" charset="0"/>
            </a:endParaRPr>
          </a:p>
          <a:p>
            <a:pPr marL="2686050" lvl="6" indent="-1520825" algn="just">
              <a:lnSpc>
                <a:spcPct val="100000"/>
              </a:lnSpc>
              <a:spcBef>
                <a:spcPts val="0"/>
              </a:spcBef>
              <a:buFont typeface="Arial" panose="020B0604020202020204" pitchFamily="34" charset="0"/>
              <a:buNone/>
            </a:pPr>
            <a:r>
              <a:rPr lang="es-MX" sz="1400">
                <a:latin typeface="Santander Text Light" panose="020B0304020201020104" pitchFamily="34" charset="0"/>
                <a:ea typeface="Georgia" panose="02040502050405020303" pitchFamily="18" charset="0"/>
                <a:cs typeface="Georgia" panose="02040502050405020303" pitchFamily="18" charset="0"/>
              </a:rPr>
              <a:t>http:// </a:t>
            </a:r>
            <a:r>
              <a:rPr lang="es-MX" sz="1400" u="sng">
                <a:solidFill>
                  <a:srgbClr val="0563C1"/>
                </a:solidFill>
                <a:latin typeface="Santander Text Light" panose="020B0304020201020104" pitchFamily="34" charset="0"/>
                <a:ea typeface="Georgia" panose="02040502050405020303" pitchFamily="18" charset="0"/>
                <a:cs typeface="Georgia" panose="02040502050405020303" pitchFamily="18" charset="0"/>
                <a:hlinkClick r:id="rId3"/>
              </a:rPr>
              <a:t>www.samassetmanagement.com.mx</a:t>
            </a:r>
            <a:r>
              <a:rPr lang="es-MX" sz="1400">
                <a:latin typeface="Santander Text Light" panose="020B0304020201020104" pitchFamily="34" charset="0"/>
                <a:ea typeface="Georgia" panose="02040502050405020303" pitchFamily="18" charset="0"/>
                <a:cs typeface="Georgia" panose="02040502050405020303" pitchFamily="18" charset="0"/>
              </a:rPr>
              <a:t>, tratándose de fondos de inversión de SAM </a:t>
            </a:r>
            <a:endParaRPr lang="es-ES" sz="1400">
              <a:latin typeface="Santander Text Light" panose="020B0304020201020104" pitchFamily="34" charset="0"/>
              <a:ea typeface="Georgia" panose="02040502050405020303" pitchFamily="18" charset="0"/>
              <a:cs typeface="Georgia" panose="02040502050405020303" pitchFamily="18" charset="0"/>
            </a:endParaRPr>
          </a:p>
          <a:p>
            <a:pPr marL="2686050" lvl="6" indent="0" algn="just">
              <a:lnSpc>
                <a:spcPct val="100000"/>
              </a:lnSpc>
              <a:spcBef>
                <a:spcPts val="0"/>
              </a:spcBef>
              <a:buFont typeface="Arial" panose="020B0604020202020204" pitchFamily="34" charset="0"/>
              <a:buNone/>
            </a:pPr>
            <a:endParaRPr lang="es-ES" sz="1400">
              <a:latin typeface="Santander Text Light" panose="020B0304020201020104" pitchFamily="34" charset="0"/>
              <a:ea typeface="Calibri" panose="020F0502020204030204" pitchFamily="34" charset="0"/>
              <a:cs typeface="Times New Roman" panose="02020603050405020304" pitchFamily="18" charset="0"/>
            </a:endParaRPr>
          </a:p>
          <a:p>
            <a:pPr marL="342900" indent="-342900" algn="just">
              <a:spcAft>
                <a:spcPts val="1000"/>
              </a:spcAft>
              <a:buFont typeface="+mj-lt"/>
              <a:buAutoNum type="alphaLcPeriod" startAt="2"/>
            </a:pPr>
            <a:r>
              <a:rPr lang="es-MX" sz="1400">
                <a:latin typeface="Santander Text Light" panose="020B0304020201020104" pitchFamily="34" charset="0"/>
                <a:ea typeface="Georgia" panose="02040502050405020303" pitchFamily="18" charset="0"/>
                <a:cs typeface="Georgia" panose="02040502050405020303" pitchFamily="18" charset="0"/>
              </a:rPr>
              <a:t>En el documento debe utilizarse un leguaje claro y objetivo, no deberá contener recomendación, consejo o sugerencia para la realización de operaciones con productos financieros con SAM.</a:t>
            </a:r>
            <a:endParaRPr lang="es-ES" sz="1400">
              <a:latin typeface="Santander Text Light" panose="020B0304020201020104" pitchFamily="34" charset="0"/>
              <a:ea typeface="Georgia" panose="02040502050405020303" pitchFamily="18" charset="0"/>
              <a:cs typeface="Georgia" panose="02040502050405020303" pitchFamily="18" charset="0"/>
            </a:endParaRPr>
          </a:p>
          <a:p>
            <a:pPr marL="342900" indent="-342900" algn="just">
              <a:buFont typeface="+mj-lt"/>
              <a:buAutoNum type="alphaLcPeriod" startAt="3"/>
            </a:pPr>
            <a:r>
              <a:rPr lang="es-MX" sz="1400">
                <a:latin typeface="Santander Text Light" panose="020B0304020201020104" pitchFamily="34" charset="0"/>
                <a:ea typeface="Georgia" panose="02040502050405020303" pitchFamily="18" charset="0"/>
                <a:cs typeface="Georgia" panose="02040502050405020303" pitchFamily="18" charset="0"/>
              </a:rPr>
              <a:t>Deberá contener la leyenda (“disclaimer”) autorizada por el Comité responsable del análisis de los Productos Financieros, previa validación de la persona responsable de supervisar el cumplimiento y el Área Jurídica.  </a:t>
            </a:r>
            <a:endParaRPr lang="es-ES" sz="1400">
              <a:latin typeface="Santander Text Light" panose="020B0304020201020104" pitchFamily="34" charset="0"/>
              <a:ea typeface="Georgia" panose="02040502050405020303" pitchFamily="18" charset="0"/>
              <a:cs typeface="Georgia" panose="02040502050405020303" pitchFamily="18" charset="0"/>
            </a:endParaRPr>
          </a:p>
          <a:p>
            <a:pPr marL="0" indent="0">
              <a:lnSpc>
                <a:spcPct val="100000"/>
              </a:lnSpc>
              <a:spcBef>
                <a:spcPts val="0"/>
              </a:spcBef>
              <a:buFont typeface="Arial" panose="020B0604020202020204" pitchFamily="34" charset="0"/>
              <a:buNone/>
            </a:pPr>
            <a:endParaRPr lang="es-MX" sz="1400" dirty="0">
              <a:latin typeface="Santander Text Light" panose="020B0304020201020104" pitchFamily="34" charset="0"/>
            </a:endParaRPr>
          </a:p>
        </p:txBody>
      </p:sp>
    </p:spTree>
    <p:extLst>
      <p:ext uri="{BB962C8B-B14F-4D97-AF65-F5344CB8AC3E}">
        <p14:creationId xmlns:p14="http://schemas.microsoft.com/office/powerpoint/2010/main" val="4444331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3550E-D953-DE38-FCF1-2875C421EB02}"/>
            </a:ext>
          </a:extLst>
        </p:cNvPr>
        <p:cNvGrpSpPr/>
        <p:nvPr/>
      </p:nvGrpSpPr>
      <p:grpSpPr>
        <a:xfrm>
          <a:off x="0" y="0"/>
          <a:ext cx="0" cy="0"/>
          <a:chOff x="0" y="0"/>
          <a:chExt cx="0" cy="0"/>
        </a:xfrm>
      </p:grpSpPr>
      <p:sp>
        <p:nvSpPr>
          <p:cNvPr id="25" name="object 9">
            <a:extLst>
              <a:ext uri="{FF2B5EF4-FFF2-40B4-BE49-F238E27FC236}">
                <a16:creationId xmlns:a16="http://schemas.microsoft.com/office/drawing/2014/main" id="{A7585B14-B729-6BCF-A061-66721A29332C}"/>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21</a:t>
            </a:fld>
            <a:endParaRPr lang="en-US"/>
          </a:p>
        </p:txBody>
      </p:sp>
      <p:sp>
        <p:nvSpPr>
          <p:cNvPr id="2" name="Título 1">
            <a:extLst>
              <a:ext uri="{FF2B5EF4-FFF2-40B4-BE49-F238E27FC236}">
                <a16:creationId xmlns:a16="http://schemas.microsoft.com/office/drawing/2014/main" id="{E667933C-5032-8D74-E59D-688B941399FA}"/>
              </a:ext>
            </a:extLst>
          </p:cNvPr>
          <p:cNvSpPr>
            <a:spLocks noGrp="1"/>
          </p:cNvSpPr>
          <p:nvPr>
            <p:ph type="title"/>
          </p:nvPr>
        </p:nvSpPr>
        <p:spPr>
          <a:xfrm>
            <a:off x="478325" y="1255648"/>
            <a:ext cx="11235350" cy="657916"/>
          </a:xfrm>
        </p:spPr>
        <p:txBody>
          <a:bodyPr/>
          <a:lstStyle/>
          <a:p>
            <a:r>
              <a:rPr lang="es-MX" dirty="0"/>
              <a:t>Políticas en Materia de Difusión de Información / Prohibiciones</a:t>
            </a:r>
          </a:p>
        </p:txBody>
      </p:sp>
      <p:sp>
        <p:nvSpPr>
          <p:cNvPr id="3" name="Marcador de contenido 3">
            <a:extLst>
              <a:ext uri="{FF2B5EF4-FFF2-40B4-BE49-F238E27FC236}">
                <a16:creationId xmlns:a16="http://schemas.microsoft.com/office/drawing/2014/main" id="{028B2E6D-D24E-B8CB-8A07-77C9B84B27F0}"/>
              </a:ext>
            </a:extLst>
          </p:cNvPr>
          <p:cNvSpPr txBox="1">
            <a:spLocks/>
          </p:cNvSpPr>
          <p:nvPr/>
        </p:nvSpPr>
        <p:spPr>
          <a:xfrm>
            <a:off x="590085" y="1661565"/>
            <a:ext cx="11235351" cy="3234539"/>
          </a:xfrm>
          <a:prstGeom prst="rect">
            <a:avLst/>
          </a:prstGeom>
        </p:spPr>
        <p:style>
          <a:lnRef idx="2">
            <a:schemeClr val="accent1"/>
          </a:lnRef>
          <a:fillRef idx="1">
            <a:schemeClr val="lt1"/>
          </a:fillRef>
          <a:effectRef idx="0">
            <a:schemeClr val="accent1"/>
          </a:effectRef>
          <a:fontRef idx="minor">
            <a:schemeClr val="dk1"/>
          </a:fontRef>
        </p:style>
        <p:txBody>
          <a:bodyPr>
            <a:noAutofit/>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dk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dk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dk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9pPr>
          </a:lstStyle>
          <a:p>
            <a:pPr marL="0" indent="0">
              <a:lnSpc>
                <a:spcPct val="100000"/>
              </a:lnSpc>
              <a:spcBef>
                <a:spcPts val="0"/>
              </a:spcBef>
              <a:buFont typeface="Arial" panose="020B0604020202020204" pitchFamily="34" charset="0"/>
              <a:buNone/>
            </a:pPr>
            <a:r>
              <a:rPr lang="es-MX" sz="1400">
                <a:latin typeface="Santander Text Light" panose="020B0304020201020104" pitchFamily="34" charset="0"/>
              </a:rPr>
              <a:t>Se establecen las siguientes prohibiciones para el personal de SAM en relación con las comunicaciones con los clientes:</a:t>
            </a:r>
          </a:p>
          <a:p>
            <a:pPr marL="0" indent="0">
              <a:lnSpc>
                <a:spcPct val="100000"/>
              </a:lnSpc>
              <a:spcBef>
                <a:spcPts val="600"/>
              </a:spcBef>
              <a:spcAft>
                <a:spcPts val="600"/>
              </a:spcAft>
              <a:buFont typeface="Arial" panose="020B0604020202020204" pitchFamily="34" charset="0"/>
              <a:buNone/>
              <a:tabLst>
                <a:tab pos="358775" algn="l"/>
              </a:tabLst>
            </a:pPr>
            <a:r>
              <a:rPr lang="es-MX" sz="1400">
                <a:latin typeface="Santander Text Light" panose="020B0304020201020104" pitchFamily="34" charset="0"/>
              </a:rPr>
              <a:t>a.	Garantizar, directa o indirectamente, resultados o rendimientos; otorgar predicciones o proyecciones de desempeño;</a:t>
            </a:r>
          </a:p>
          <a:p>
            <a:pPr marL="0" indent="0">
              <a:lnSpc>
                <a:spcPct val="100000"/>
              </a:lnSpc>
              <a:spcBef>
                <a:spcPts val="600"/>
              </a:spcBef>
              <a:spcAft>
                <a:spcPts val="600"/>
              </a:spcAft>
              <a:buFont typeface="Arial" panose="020B0604020202020204" pitchFamily="34" charset="0"/>
              <a:buNone/>
              <a:tabLst>
                <a:tab pos="358775" algn="l"/>
              </a:tabLst>
            </a:pPr>
            <a:r>
              <a:rPr lang="es-MX" sz="1400">
                <a:latin typeface="Santander Text Light" panose="020B0304020201020104" pitchFamily="34" charset="0"/>
              </a:rPr>
              <a:t>b.	Dar a entender que los rendimientos o comportamientos pasados volverán a ocurrir;</a:t>
            </a:r>
          </a:p>
          <a:p>
            <a:pPr marL="0" indent="0">
              <a:lnSpc>
                <a:spcPct val="100000"/>
              </a:lnSpc>
              <a:spcBef>
                <a:spcPts val="600"/>
              </a:spcBef>
              <a:spcAft>
                <a:spcPts val="600"/>
              </a:spcAft>
              <a:buFont typeface="Arial" panose="020B0604020202020204" pitchFamily="34" charset="0"/>
              <a:buNone/>
              <a:tabLst>
                <a:tab pos="358775" algn="l"/>
              </a:tabLst>
            </a:pPr>
            <a:r>
              <a:rPr lang="es-MX" sz="1400">
                <a:latin typeface="Santander Text Light" panose="020B0304020201020104" pitchFamily="34" charset="0"/>
              </a:rPr>
              <a:t>c.	Modificar el contenido de documentos autorizados por la Comisión o SAM para posteriormente enviarlos a un cliente;</a:t>
            </a:r>
          </a:p>
          <a:p>
            <a:pPr marL="0" indent="0">
              <a:lnSpc>
                <a:spcPct val="100000"/>
              </a:lnSpc>
              <a:spcBef>
                <a:spcPts val="600"/>
              </a:spcBef>
              <a:spcAft>
                <a:spcPts val="600"/>
              </a:spcAft>
              <a:buFont typeface="Arial" panose="020B0604020202020204" pitchFamily="34" charset="0"/>
              <a:buNone/>
              <a:tabLst>
                <a:tab pos="358775" algn="l"/>
              </a:tabLst>
            </a:pPr>
            <a:r>
              <a:rPr lang="es-MX" sz="1400">
                <a:latin typeface="Santander Text Light" panose="020B0304020201020104" pitchFamily="34" charset="0"/>
              </a:rPr>
              <a:t>d.	Comunicar dentro de cualquier herramienta de promoción, información histórica que no exprese el desempeño real de un producto financiero;</a:t>
            </a:r>
          </a:p>
          <a:p>
            <a:pPr marL="0" indent="0">
              <a:lnSpc>
                <a:spcPct val="100000"/>
              </a:lnSpc>
              <a:spcBef>
                <a:spcPts val="600"/>
              </a:spcBef>
              <a:spcAft>
                <a:spcPts val="600"/>
              </a:spcAft>
              <a:buFont typeface="Arial" panose="020B0604020202020204" pitchFamily="34" charset="0"/>
              <a:buNone/>
              <a:tabLst>
                <a:tab pos="358775" algn="l"/>
              </a:tabLst>
            </a:pPr>
            <a:r>
              <a:rPr lang="es-MX" sz="1400">
                <a:latin typeface="Santander Text Light" panose="020B0304020201020104" pitchFamily="34" charset="0"/>
              </a:rPr>
              <a:t>e.	Revelar información que tenga carácter de “información confidencial o privilegiada”. Esto incluye, pero no se limita, a información material del negocio de un cliente, o a cualquier transacción entre SAM y otro cliente.</a:t>
            </a:r>
          </a:p>
          <a:p>
            <a:pPr marL="0" indent="0">
              <a:lnSpc>
                <a:spcPct val="100000"/>
              </a:lnSpc>
              <a:spcBef>
                <a:spcPts val="600"/>
              </a:spcBef>
              <a:spcAft>
                <a:spcPts val="600"/>
              </a:spcAft>
              <a:buFont typeface="Arial" panose="020B0604020202020204" pitchFamily="34" charset="0"/>
              <a:buNone/>
              <a:tabLst>
                <a:tab pos="358775" algn="l"/>
              </a:tabLst>
            </a:pPr>
            <a:r>
              <a:rPr lang="es-MX" sz="1400">
                <a:latin typeface="Santander Text Light" panose="020B0304020201020104" pitchFamily="34" charset="0"/>
              </a:rPr>
              <a:t>f.	Difundir o enviar documentos que no cumplan con las políticas, mecanismos y lineamientos contenidos en este Manual, no cuenten con la aprobación del Comité responsable del Análisis de Productos Financieros o bien con la validación del Contralor Normativo, Persona Responsable y en su caso áreas técnicas en que se apoye.</a:t>
            </a:r>
          </a:p>
          <a:p>
            <a:pPr marL="0" indent="0">
              <a:lnSpc>
                <a:spcPct val="100000"/>
              </a:lnSpc>
              <a:spcBef>
                <a:spcPts val="0"/>
              </a:spcBef>
              <a:buFont typeface="Arial" panose="020B0604020202020204" pitchFamily="34" charset="0"/>
              <a:buNone/>
            </a:pPr>
            <a:r>
              <a:rPr lang="es-MX" sz="1400">
                <a:latin typeface="Santander Text Light" panose="020B0304020201020104" pitchFamily="34" charset="0"/>
              </a:rPr>
              <a:t>	</a:t>
            </a:r>
            <a:endParaRPr lang="es-MX" sz="1400" dirty="0">
              <a:latin typeface="Santander Text Light" panose="020B0304020201020104" pitchFamily="34" charset="0"/>
            </a:endParaRPr>
          </a:p>
        </p:txBody>
      </p:sp>
    </p:spTree>
    <p:extLst>
      <p:ext uri="{BB962C8B-B14F-4D97-AF65-F5344CB8AC3E}">
        <p14:creationId xmlns:p14="http://schemas.microsoft.com/office/powerpoint/2010/main" val="11881913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6FF81-759E-7182-8443-78C282E813A3}"/>
            </a:ext>
          </a:extLst>
        </p:cNvPr>
        <p:cNvGrpSpPr/>
        <p:nvPr/>
      </p:nvGrpSpPr>
      <p:grpSpPr>
        <a:xfrm>
          <a:off x="0" y="0"/>
          <a:ext cx="0" cy="0"/>
          <a:chOff x="0" y="0"/>
          <a:chExt cx="0" cy="0"/>
        </a:xfrm>
      </p:grpSpPr>
      <p:sp>
        <p:nvSpPr>
          <p:cNvPr id="25" name="object 9">
            <a:extLst>
              <a:ext uri="{FF2B5EF4-FFF2-40B4-BE49-F238E27FC236}">
                <a16:creationId xmlns:a16="http://schemas.microsoft.com/office/drawing/2014/main" id="{5123A61C-5E7F-BC7C-13F3-83EE12B12EB0}"/>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22</a:t>
            </a:fld>
            <a:endParaRPr lang="en-US"/>
          </a:p>
        </p:txBody>
      </p:sp>
      <p:sp>
        <p:nvSpPr>
          <p:cNvPr id="2" name="Título 1">
            <a:extLst>
              <a:ext uri="{FF2B5EF4-FFF2-40B4-BE49-F238E27FC236}">
                <a16:creationId xmlns:a16="http://schemas.microsoft.com/office/drawing/2014/main" id="{24526BC2-0683-FBF2-9F8F-DFFD553D2121}"/>
              </a:ext>
            </a:extLst>
          </p:cNvPr>
          <p:cNvSpPr>
            <a:spLocks noGrp="1"/>
          </p:cNvSpPr>
          <p:nvPr>
            <p:ph type="title"/>
          </p:nvPr>
        </p:nvSpPr>
        <p:spPr>
          <a:xfrm>
            <a:off x="478324" y="1360978"/>
            <a:ext cx="11235350" cy="657916"/>
          </a:xfrm>
        </p:spPr>
        <p:txBody>
          <a:bodyPr/>
          <a:lstStyle/>
          <a:p>
            <a:r>
              <a:rPr lang="es-MX" dirty="0"/>
              <a:t>Políticas en Materia de Difusión de Información / Prohibiciones</a:t>
            </a:r>
          </a:p>
        </p:txBody>
      </p:sp>
      <p:sp>
        <p:nvSpPr>
          <p:cNvPr id="3" name="Marcador de contenido 3">
            <a:extLst>
              <a:ext uri="{FF2B5EF4-FFF2-40B4-BE49-F238E27FC236}">
                <a16:creationId xmlns:a16="http://schemas.microsoft.com/office/drawing/2014/main" id="{946988B0-602B-5D33-0741-6CABB3C062AF}"/>
              </a:ext>
            </a:extLst>
          </p:cNvPr>
          <p:cNvSpPr txBox="1">
            <a:spLocks/>
          </p:cNvSpPr>
          <p:nvPr/>
        </p:nvSpPr>
        <p:spPr>
          <a:xfrm>
            <a:off x="509082" y="1929455"/>
            <a:ext cx="11235351" cy="2630353"/>
          </a:xfrm>
          <a:prstGeom prst="rect">
            <a:avLst/>
          </a:prstGeom>
        </p:spPr>
        <p:style>
          <a:lnRef idx="2">
            <a:schemeClr val="accent1"/>
          </a:lnRef>
          <a:fillRef idx="1">
            <a:schemeClr val="lt1"/>
          </a:fillRef>
          <a:effectRef idx="0">
            <a:schemeClr val="accent1"/>
          </a:effectRef>
          <a:fontRef idx="minor">
            <a:schemeClr val="dk1"/>
          </a:fontRef>
        </p:style>
        <p:txBody>
          <a:bodyPr>
            <a:noAutofit/>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dk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dk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dk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9pPr>
          </a:lstStyle>
          <a:p>
            <a:pPr marL="0" indent="0" defTabSz="358775">
              <a:lnSpc>
                <a:spcPct val="100000"/>
              </a:lnSpc>
              <a:spcBef>
                <a:spcPts val="0"/>
              </a:spcBef>
              <a:buFont typeface="Arial" panose="020B0604020202020204" pitchFamily="34" charset="0"/>
              <a:buNone/>
            </a:pPr>
            <a:r>
              <a:rPr lang="es-MX" sz="1400">
                <a:latin typeface="Santander Text Light" panose="020B0304020201020104" pitchFamily="34" charset="0"/>
              </a:rPr>
              <a:t>g.	Difundir o redistribuir documentos que sean considerados Reporte de Análisis, o documentos similares, elaborados por terceros distintos a SAM o al Grupo Empresarial al que pertenece. </a:t>
            </a:r>
          </a:p>
          <a:p>
            <a:pPr marL="0" indent="0" defTabSz="358775">
              <a:lnSpc>
                <a:spcPct val="100000"/>
              </a:lnSpc>
              <a:spcBef>
                <a:spcPts val="0"/>
              </a:spcBef>
              <a:buFont typeface="Arial" panose="020B0604020202020204" pitchFamily="34" charset="0"/>
              <a:buNone/>
            </a:pPr>
            <a:endParaRPr lang="es-MX" sz="1400">
              <a:latin typeface="Santander Text Light" panose="020B0304020201020104" pitchFamily="34" charset="0"/>
            </a:endParaRPr>
          </a:p>
          <a:p>
            <a:pPr marL="0" indent="0" defTabSz="358775">
              <a:lnSpc>
                <a:spcPct val="100000"/>
              </a:lnSpc>
              <a:spcBef>
                <a:spcPts val="0"/>
              </a:spcBef>
              <a:buFont typeface="Arial" panose="020B0604020202020204" pitchFamily="34" charset="0"/>
              <a:buNone/>
            </a:pPr>
            <a:r>
              <a:rPr lang="es-MX" sz="1400">
                <a:latin typeface="Santander Text Light" panose="020B0304020201020104" pitchFamily="34" charset="0"/>
              </a:rPr>
              <a:t>h.	Utilizar medios de comunicación distintos a los institucionales.</a:t>
            </a:r>
          </a:p>
          <a:p>
            <a:pPr marL="0" indent="0" defTabSz="358775">
              <a:lnSpc>
                <a:spcPct val="100000"/>
              </a:lnSpc>
              <a:spcBef>
                <a:spcPts val="0"/>
              </a:spcBef>
              <a:buFont typeface="Arial" panose="020B0604020202020204" pitchFamily="34" charset="0"/>
              <a:buNone/>
            </a:pPr>
            <a:endParaRPr lang="es-MX" sz="1400">
              <a:latin typeface="Santander Text Light" panose="020B0304020201020104" pitchFamily="34" charset="0"/>
            </a:endParaRPr>
          </a:p>
          <a:p>
            <a:pPr marL="0" indent="0" defTabSz="358775">
              <a:lnSpc>
                <a:spcPct val="100000"/>
              </a:lnSpc>
              <a:spcBef>
                <a:spcPts val="0"/>
              </a:spcBef>
              <a:buFont typeface="Arial" panose="020B0604020202020204" pitchFamily="34" charset="0"/>
              <a:buNone/>
            </a:pPr>
            <a:r>
              <a:rPr lang="es-MX" sz="1400">
                <a:latin typeface="Santander Text Light" panose="020B0304020201020104" pitchFamily="34" charset="0"/>
              </a:rPr>
              <a:t>i.	Utilizar expresiones o argumentos falsos, engañosos o que induzcan a error, así como; asumir la obligación de devolver la suerte principal de los recursos que les hayan sido entregados para la celebración de operaciones con valores, salvo tratándose de reportos o préstamos de valores; responsabilizarse de las pérdidas que puedan sufrir sus clientes como consecuencia de dichas operaciones, o en cualquier forma asumir el riesgo de las variaciones en el diferencial del precio o tasa a favor de sus clientes.</a:t>
            </a:r>
          </a:p>
          <a:p>
            <a:pPr marL="0" indent="0" defTabSz="358775">
              <a:lnSpc>
                <a:spcPct val="100000"/>
              </a:lnSpc>
              <a:spcBef>
                <a:spcPts val="0"/>
              </a:spcBef>
              <a:buFont typeface="Arial" panose="020B0604020202020204" pitchFamily="34" charset="0"/>
              <a:buNone/>
            </a:pPr>
            <a:endParaRPr lang="es-MX" sz="1400">
              <a:latin typeface="Santander Text Light" panose="020B0304020201020104" pitchFamily="34" charset="0"/>
            </a:endParaRPr>
          </a:p>
          <a:p>
            <a:pPr marL="0" indent="0" defTabSz="358775">
              <a:lnSpc>
                <a:spcPct val="100000"/>
              </a:lnSpc>
              <a:spcBef>
                <a:spcPts val="0"/>
              </a:spcBef>
              <a:buFont typeface="Arial" panose="020B0604020202020204" pitchFamily="34" charset="0"/>
              <a:buNone/>
            </a:pPr>
            <a:r>
              <a:rPr lang="es-MX" sz="1400">
                <a:latin typeface="Santander Text Light" panose="020B0304020201020104" pitchFamily="34" charset="0"/>
              </a:rPr>
              <a:t>j.	Utilizar lenguaje ofensivo o inapropiado en cualquier comunicación dirigida a los clientes. </a:t>
            </a:r>
          </a:p>
          <a:p>
            <a:pPr marL="0" indent="0">
              <a:lnSpc>
                <a:spcPct val="100000"/>
              </a:lnSpc>
              <a:spcBef>
                <a:spcPts val="0"/>
              </a:spcBef>
              <a:buFont typeface="Arial" panose="020B0604020202020204" pitchFamily="34" charset="0"/>
              <a:buNone/>
            </a:pPr>
            <a:endParaRPr lang="es-MX" sz="1400" dirty="0">
              <a:latin typeface="Santander Text Light" panose="020B0304020201020104" pitchFamily="34" charset="0"/>
            </a:endParaRPr>
          </a:p>
        </p:txBody>
      </p:sp>
    </p:spTree>
    <p:extLst>
      <p:ext uri="{BB962C8B-B14F-4D97-AF65-F5344CB8AC3E}">
        <p14:creationId xmlns:p14="http://schemas.microsoft.com/office/powerpoint/2010/main" val="15957201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64A54-8E73-B9AC-7626-2A8311F0E027}"/>
            </a:ext>
          </a:extLst>
        </p:cNvPr>
        <p:cNvGrpSpPr/>
        <p:nvPr/>
      </p:nvGrpSpPr>
      <p:grpSpPr>
        <a:xfrm>
          <a:off x="0" y="0"/>
          <a:ext cx="0" cy="0"/>
          <a:chOff x="0" y="0"/>
          <a:chExt cx="0" cy="0"/>
        </a:xfrm>
      </p:grpSpPr>
      <p:sp>
        <p:nvSpPr>
          <p:cNvPr id="25" name="object 9">
            <a:extLst>
              <a:ext uri="{FF2B5EF4-FFF2-40B4-BE49-F238E27FC236}">
                <a16:creationId xmlns:a16="http://schemas.microsoft.com/office/drawing/2014/main" id="{91834E5D-9DFC-A125-D1A1-4C504236BFB8}"/>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23</a:t>
            </a:fld>
            <a:endParaRPr lang="en-US"/>
          </a:p>
        </p:txBody>
      </p:sp>
      <p:sp>
        <p:nvSpPr>
          <p:cNvPr id="2" name="Título 1">
            <a:extLst>
              <a:ext uri="{FF2B5EF4-FFF2-40B4-BE49-F238E27FC236}">
                <a16:creationId xmlns:a16="http://schemas.microsoft.com/office/drawing/2014/main" id="{8909716F-903F-8C72-F232-BA6B0E08D4EC}"/>
              </a:ext>
            </a:extLst>
          </p:cNvPr>
          <p:cNvSpPr>
            <a:spLocks noGrp="1"/>
          </p:cNvSpPr>
          <p:nvPr>
            <p:ph type="title"/>
          </p:nvPr>
        </p:nvSpPr>
        <p:spPr>
          <a:xfrm>
            <a:off x="478325" y="1167384"/>
            <a:ext cx="11235350" cy="657916"/>
          </a:xfrm>
        </p:spPr>
        <p:txBody>
          <a:bodyPr/>
          <a:lstStyle/>
          <a:p>
            <a:r>
              <a:rPr lang="es-MX" dirty="0"/>
              <a:t>Políticas en Materia de Difusión de Información / Mecanismos</a:t>
            </a:r>
          </a:p>
        </p:txBody>
      </p:sp>
      <p:sp>
        <p:nvSpPr>
          <p:cNvPr id="3" name="Marcador de contenido 3">
            <a:extLst>
              <a:ext uri="{FF2B5EF4-FFF2-40B4-BE49-F238E27FC236}">
                <a16:creationId xmlns:a16="http://schemas.microsoft.com/office/drawing/2014/main" id="{31A2BD71-2B87-F5AE-6391-A73936F2A96C}"/>
              </a:ext>
            </a:extLst>
          </p:cNvPr>
          <p:cNvSpPr txBox="1">
            <a:spLocks/>
          </p:cNvSpPr>
          <p:nvPr/>
        </p:nvSpPr>
        <p:spPr>
          <a:xfrm>
            <a:off x="478324" y="2287791"/>
            <a:ext cx="11235351" cy="3681579"/>
          </a:xfrm>
          <a:prstGeom prst="rect">
            <a:avLst/>
          </a:prstGeom>
        </p:spPr>
        <p:style>
          <a:lnRef idx="2">
            <a:schemeClr val="accent1"/>
          </a:lnRef>
          <a:fillRef idx="1">
            <a:schemeClr val="lt1"/>
          </a:fillRef>
          <a:effectRef idx="0">
            <a:schemeClr val="accent1"/>
          </a:effectRef>
          <a:fontRef idx="minor">
            <a:schemeClr val="dk1"/>
          </a:fontRef>
        </p:style>
        <p:txBody>
          <a:bodyPr>
            <a:noAutofit/>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dk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dk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dk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9pPr>
          </a:lstStyle>
          <a:p>
            <a:pPr defTabSz="358775">
              <a:lnSpc>
                <a:spcPct val="100000"/>
              </a:lnSpc>
              <a:spcBef>
                <a:spcPts val="0"/>
              </a:spcBef>
              <a:buFont typeface="Wingdings" panose="05000000000000000000" pitchFamily="2" charset="2"/>
              <a:buChar char="v"/>
            </a:pPr>
            <a:r>
              <a:rPr lang="es-MX" sz="1400">
                <a:latin typeface="Santander Text Light" panose="020B0304020201020104" pitchFamily="34" charset="0"/>
              </a:rPr>
              <a:t>Anualmente se imparte un curso a todo el personal de SAM, en el cual se divulga entre otros, las obligaciones para la difusión de información relacionada con los Servicios de Inversión.</a:t>
            </a:r>
          </a:p>
          <a:p>
            <a:pPr marL="0" indent="0" defTabSz="358775">
              <a:lnSpc>
                <a:spcPct val="100000"/>
              </a:lnSpc>
              <a:spcBef>
                <a:spcPts val="0"/>
              </a:spcBef>
              <a:buFont typeface="Arial" panose="020B0604020202020204" pitchFamily="34" charset="0"/>
              <a:buNone/>
            </a:pPr>
            <a:endParaRPr lang="es-MX" sz="1400">
              <a:latin typeface="Santander Text Light" panose="020B0304020201020104" pitchFamily="34" charset="0"/>
            </a:endParaRPr>
          </a:p>
          <a:p>
            <a:pPr defTabSz="358775">
              <a:lnSpc>
                <a:spcPct val="100000"/>
              </a:lnSpc>
              <a:spcBef>
                <a:spcPts val="0"/>
              </a:spcBef>
              <a:buFont typeface="Wingdings" panose="05000000000000000000" pitchFamily="2" charset="2"/>
              <a:buChar char="v"/>
            </a:pPr>
            <a:r>
              <a:rPr lang="es-MX" sz="1400">
                <a:latin typeface="Santander Text Light" panose="020B0304020201020104" pitchFamily="34" charset="0"/>
              </a:rPr>
              <a:t>La difusión de información a clientes debe realizarse tomando en consideración lo previsto en el artículo 25 de las Disposiciones y de forma escrita, a través de los medios autorizados por SAM como son:</a:t>
            </a:r>
          </a:p>
          <a:p>
            <a:pPr marL="446088" indent="0" defTabSz="358775">
              <a:lnSpc>
                <a:spcPct val="100000"/>
              </a:lnSpc>
              <a:spcBef>
                <a:spcPts val="0"/>
              </a:spcBef>
              <a:buFont typeface="Arial" panose="020B0604020202020204" pitchFamily="34" charset="0"/>
              <a:buNone/>
            </a:pPr>
            <a:r>
              <a:rPr lang="es-MX" sz="1400">
                <a:latin typeface="Santander Text Light" panose="020B0304020201020104" pitchFamily="34" charset="0"/>
              </a:rPr>
              <a:t>•	Entrega física (ya sea de forma personal o a través de algún servicio de mensajería contratado por la SAM)</a:t>
            </a:r>
          </a:p>
          <a:p>
            <a:pPr marL="446088" indent="0" defTabSz="358775">
              <a:lnSpc>
                <a:spcPct val="100000"/>
              </a:lnSpc>
              <a:spcBef>
                <a:spcPts val="0"/>
              </a:spcBef>
              <a:buFont typeface="Arial" panose="020B0604020202020204" pitchFamily="34" charset="0"/>
              <a:buNone/>
            </a:pPr>
            <a:r>
              <a:rPr lang="es-MX" sz="1400">
                <a:latin typeface="Santander Text Light" panose="020B0304020201020104" pitchFamily="34" charset="0"/>
              </a:rPr>
              <a:t>•	Correo electrónico institucional</a:t>
            </a:r>
          </a:p>
          <a:p>
            <a:pPr marL="0" indent="0" defTabSz="358775">
              <a:lnSpc>
                <a:spcPct val="100000"/>
              </a:lnSpc>
              <a:spcBef>
                <a:spcPts val="0"/>
              </a:spcBef>
              <a:buFont typeface="Arial" panose="020B0604020202020204" pitchFamily="34" charset="0"/>
              <a:buNone/>
            </a:pPr>
            <a:endParaRPr lang="es-MX" sz="1400">
              <a:latin typeface="Santander Text Light" panose="020B0304020201020104" pitchFamily="34" charset="0"/>
            </a:endParaRPr>
          </a:p>
          <a:p>
            <a:pPr defTabSz="358775">
              <a:lnSpc>
                <a:spcPct val="100000"/>
              </a:lnSpc>
              <a:spcBef>
                <a:spcPts val="0"/>
              </a:spcBef>
              <a:buFont typeface="Wingdings" panose="05000000000000000000" pitchFamily="2" charset="2"/>
              <a:buChar char="v"/>
            </a:pPr>
            <a:r>
              <a:rPr lang="es-MX" sz="1400">
                <a:latin typeface="Santander Text Light" panose="020B0304020201020104" pitchFamily="34" charset="0"/>
              </a:rPr>
              <a:t>La persona que responsable de supervisar el cumplimiento de las Disposiciones verificará que los reportes a que hace referencia el artículo 46, último párrafo de las Disposiciones se encuentre contenido en el Apéndice 6.</a:t>
            </a:r>
          </a:p>
          <a:p>
            <a:pPr marL="0" indent="0" defTabSz="358775">
              <a:lnSpc>
                <a:spcPct val="100000"/>
              </a:lnSpc>
              <a:spcBef>
                <a:spcPts val="0"/>
              </a:spcBef>
              <a:buFont typeface="Arial" panose="020B0604020202020204" pitchFamily="34" charset="0"/>
              <a:buNone/>
            </a:pPr>
            <a:endParaRPr lang="es-MX" sz="1400">
              <a:latin typeface="Santander Text Light" panose="020B0304020201020104" pitchFamily="34" charset="0"/>
            </a:endParaRPr>
          </a:p>
          <a:p>
            <a:pPr defTabSz="358775">
              <a:lnSpc>
                <a:spcPct val="100000"/>
              </a:lnSpc>
              <a:spcBef>
                <a:spcPts val="0"/>
              </a:spcBef>
              <a:buFont typeface="Wingdings" panose="05000000000000000000" pitchFamily="2" charset="2"/>
              <a:buChar char="v"/>
            </a:pPr>
            <a:r>
              <a:rPr lang="es-MX" sz="1400">
                <a:latin typeface="Santander Text Light" panose="020B0304020201020104" pitchFamily="34" charset="0"/>
              </a:rPr>
              <a:t>El personal de SAM que difunda información a los clientes tiene la obligación de difundir de manera simultánea la información para todos los miembros de determinada lista y los administradores de la misma.</a:t>
            </a:r>
          </a:p>
          <a:p>
            <a:pPr marL="0" indent="0" defTabSz="358775">
              <a:lnSpc>
                <a:spcPct val="100000"/>
              </a:lnSpc>
              <a:spcBef>
                <a:spcPts val="0"/>
              </a:spcBef>
              <a:buFont typeface="Arial" panose="020B0604020202020204" pitchFamily="34" charset="0"/>
              <a:buNone/>
            </a:pPr>
            <a:endParaRPr lang="es-MX" sz="1400">
              <a:latin typeface="Santander Text Light" panose="020B0304020201020104" pitchFamily="34" charset="0"/>
            </a:endParaRPr>
          </a:p>
          <a:p>
            <a:pPr defTabSz="358775">
              <a:lnSpc>
                <a:spcPct val="100000"/>
              </a:lnSpc>
              <a:spcBef>
                <a:spcPts val="0"/>
              </a:spcBef>
              <a:buFont typeface="Wingdings" panose="05000000000000000000" pitchFamily="2" charset="2"/>
              <a:buChar char="v"/>
            </a:pPr>
            <a:r>
              <a:rPr lang="es-MX" sz="1400">
                <a:latin typeface="Santander Text Light" panose="020B0304020201020104" pitchFamily="34" charset="0"/>
              </a:rPr>
              <a:t>Adicionalmente, se implementarán los mecanismos necesarios para que las áreas responsables de la generación y difusión de la información, material y/o documentación los mantengan actualizados y en repositorios exclusivos para tales efectos, respectivamente. </a:t>
            </a:r>
          </a:p>
          <a:p>
            <a:pPr marL="0" indent="0" defTabSz="358775">
              <a:lnSpc>
                <a:spcPct val="100000"/>
              </a:lnSpc>
              <a:spcBef>
                <a:spcPts val="0"/>
              </a:spcBef>
              <a:buFont typeface="Arial" panose="020B0604020202020204" pitchFamily="34" charset="0"/>
              <a:buNone/>
            </a:pPr>
            <a:endParaRPr lang="es-MX" sz="1400" dirty="0">
              <a:latin typeface="Santander Text Light" panose="020B0304020201020104" pitchFamily="34" charset="0"/>
            </a:endParaRPr>
          </a:p>
        </p:txBody>
      </p:sp>
    </p:spTree>
    <p:extLst>
      <p:ext uri="{BB962C8B-B14F-4D97-AF65-F5344CB8AC3E}">
        <p14:creationId xmlns:p14="http://schemas.microsoft.com/office/powerpoint/2010/main" val="994101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3C8E2-70FA-58A2-7FC4-418F833CA594}"/>
            </a:ext>
          </a:extLst>
        </p:cNvPr>
        <p:cNvGrpSpPr/>
        <p:nvPr/>
      </p:nvGrpSpPr>
      <p:grpSpPr>
        <a:xfrm>
          <a:off x="0" y="0"/>
          <a:ext cx="0" cy="0"/>
          <a:chOff x="0" y="0"/>
          <a:chExt cx="0" cy="0"/>
        </a:xfrm>
      </p:grpSpPr>
      <p:sp>
        <p:nvSpPr>
          <p:cNvPr id="25" name="object 9">
            <a:extLst>
              <a:ext uri="{FF2B5EF4-FFF2-40B4-BE49-F238E27FC236}">
                <a16:creationId xmlns:a16="http://schemas.microsoft.com/office/drawing/2014/main" id="{D9E6A951-E04C-0B56-75F4-E5F99B97359F}"/>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24</a:t>
            </a:fld>
            <a:endParaRPr lang="en-US"/>
          </a:p>
        </p:txBody>
      </p:sp>
      <p:sp>
        <p:nvSpPr>
          <p:cNvPr id="2" name="Título 1">
            <a:extLst>
              <a:ext uri="{FF2B5EF4-FFF2-40B4-BE49-F238E27FC236}">
                <a16:creationId xmlns:a16="http://schemas.microsoft.com/office/drawing/2014/main" id="{A8CFE379-F9C0-62E4-7265-20D0FBC057F8}"/>
              </a:ext>
            </a:extLst>
          </p:cNvPr>
          <p:cNvSpPr>
            <a:spLocks noGrp="1"/>
          </p:cNvSpPr>
          <p:nvPr>
            <p:ph type="title"/>
          </p:nvPr>
        </p:nvSpPr>
        <p:spPr>
          <a:xfrm>
            <a:off x="478324" y="1050973"/>
            <a:ext cx="11235350" cy="657916"/>
          </a:xfrm>
        </p:spPr>
        <p:txBody>
          <a:bodyPr/>
          <a:lstStyle/>
          <a:p>
            <a:r>
              <a:rPr lang="es-MX" dirty="0"/>
              <a:t>Políticas en Materia de Difusión de Información / Procedimientos</a:t>
            </a:r>
          </a:p>
        </p:txBody>
      </p:sp>
      <p:sp>
        <p:nvSpPr>
          <p:cNvPr id="3" name="Marcador de contenido 3">
            <a:extLst>
              <a:ext uri="{FF2B5EF4-FFF2-40B4-BE49-F238E27FC236}">
                <a16:creationId xmlns:a16="http://schemas.microsoft.com/office/drawing/2014/main" id="{AED06985-6826-6BE4-4C12-0062A3F61BC9}"/>
              </a:ext>
            </a:extLst>
          </p:cNvPr>
          <p:cNvSpPr txBox="1">
            <a:spLocks/>
          </p:cNvSpPr>
          <p:nvPr/>
        </p:nvSpPr>
        <p:spPr>
          <a:xfrm>
            <a:off x="529125" y="1508173"/>
            <a:ext cx="11235351" cy="1862939"/>
          </a:xfrm>
          <a:prstGeom prst="rect">
            <a:avLst/>
          </a:prstGeom>
        </p:spPr>
        <p:style>
          <a:lnRef idx="2">
            <a:schemeClr val="accent1"/>
          </a:lnRef>
          <a:fillRef idx="1">
            <a:schemeClr val="lt1"/>
          </a:fillRef>
          <a:effectRef idx="0">
            <a:schemeClr val="accent1"/>
          </a:effectRef>
          <a:fontRef idx="minor">
            <a:schemeClr val="dk1"/>
          </a:fontRef>
        </p:style>
        <p:txBody>
          <a:bodyPr>
            <a:noAutofit/>
          </a:bodyPr>
          <a:lstStyle>
            <a:lvl1pPr marL="185738" indent="-185738" algn="l" defTabSz="742950" rtl="0" eaLnBrk="1" latinLnBrk="0" hangingPunct="1">
              <a:lnSpc>
                <a:spcPct val="90000"/>
              </a:lnSpc>
              <a:spcBef>
                <a:spcPts val="813"/>
              </a:spcBef>
              <a:buFont typeface="Arial" panose="020B0604020202020204" pitchFamily="34" charset="0"/>
              <a:buChar char="•"/>
              <a:defRPr sz="2275" kern="1200">
                <a:solidFill>
                  <a:schemeClr val="dk1"/>
                </a:solidFill>
                <a:latin typeface="+mn-lt"/>
                <a:ea typeface="+mn-ea"/>
                <a:cs typeface="+mn-cs"/>
              </a:defRPr>
            </a:lvl1pPr>
            <a:lvl2pPr marL="557213" indent="-185738" algn="l" defTabSz="742950" rtl="0" eaLnBrk="1" latinLnBrk="0" hangingPunct="1">
              <a:lnSpc>
                <a:spcPct val="90000"/>
              </a:lnSpc>
              <a:spcBef>
                <a:spcPts val="406"/>
              </a:spcBef>
              <a:buFont typeface="Arial" panose="020B0604020202020204" pitchFamily="34" charset="0"/>
              <a:buChar char="•"/>
              <a:defRPr sz="1950" kern="1200">
                <a:solidFill>
                  <a:schemeClr val="dk1"/>
                </a:solidFill>
                <a:latin typeface="+mn-lt"/>
                <a:ea typeface="+mn-ea"/>
                <a:cs typeface="+mn-cs"/>
              </a:defRPr>
            </a:lvl2pPr>
            <a:lvl3pPr marL="928688" indent="-185738" algn="l" defTabSz="742950" rtl="0" eaLnBrk="1" latinLnBrk="0" hangingPunct="1">
              <a:lnSpc>
                <a:spcPct val="90000"/>
              </a:lnSpc>
              <a:spcBef>
                <a:spcPts val="406"/>
              </a:spcBef>
              <a:buFont typeface="Arial" panose="020B0604020202020204" pitchFamily="34" charset="0"/>
              <a:buChar char="•"/>
              <a:defRPr sz="1625" kern="1200">
                <a:solidFill>
                  <a:schemeClr val="dk1"/>
                </a:solidFill>
                <a:latin typeface="+mn-lt"/>
                <a:ea typeface="+mn-ea"/>
                <a:cs typeface="+mn-cs"/>
              </a:defRPr>
            </a:lvl3pPr>
            <a:lvl4pPr marL="1300163"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4pPr>
            <a:lvl5pPr marL="1671638"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5pPr>
            <a:lvl6pPr marL="2043113"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6pPr>
            <a:lvl7pPr marL="2414588"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7pPr>
            <a:lvl8pPr marL="2786063"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8pPr>
            <a:lvl9pPr marL="3157538" indent="-185738" algn="l" defTabSz="742950" rtl="0" eaLnBrk="1" latinLnBrk="0" hangingPunct="1">
              <a:lnSpc>
                <a:spcPct val="90000"/>
              </a:lnSpc>
              <a:spcBef>
                <a:spcPts val="406"/>
              </a:spcBef>
              <a:buFont typeface="Arial" panose="020B0604020202020204" pitchFamily="34" charset="0"/>
              <a:buChar char="•"/>
              <a:defRPr sz="1463" kern="1200">
                <a:solidFill>
                  <a:schemeClr val="dk1"/>
                </a:solidFill>
                <a:latin typeface="+mn-lt"/>
                <a:ea typeface="+mn-ea"/>
                <a:cs typeface="+mn-cs"/>
              </a:defRPr>
            </a:lvl9pPr>
          </a:lstStyle>
          <a:p>
            <a:pPr>
              <a:lnSpc>
                <a:spcPct val="100000"/>
              </a:lnSpc>
              <a:spcBef>
                <a:spcPts val="0"/>
              </a:spcBef>
              <a:buFont typeface="Wingdings" panose="05000000000000000000" pitchFamily="2" charset="2"/>
              <a:buChar char="v"/>
            </a:pPr>
            <a:r>
              <a:rPr lang="es-MX" sz="1400">
                <a:latin typeface="Santander Text Light" panose="020B0304020201020104" pitchFamily="34" charset="0"/>
              </a:rPr>
              <a:t>Previo a la divulgación de información relacionada con los Servicios de Inversión, el personal de SAM deberá entregar la Matriz de Cumplimiento Normativo a la persona responsable de supervisar el cumplimiento de las disposiciones  quien dará su Vo.Bo., y en su caso validación acompañado de la revisión de áreas técnicas tales como el Área Jurídica y Riesgos en los que el Comité se apoye.</a:t>
            </a:r>
          </a:p>
          <a:p>
            <a:pPr marL="0" indent="0">
              <a:lnSpc>
                <a:spcPct val="100000"/>
              </a:lnSpc>
              <a:spcBef>
                <a:spcPts val="0"/>
              </a:spcBef>
              <a:buFont typeface="Arial" panose="020B0604020202020204" pitchFamily="34" charset="0"/>
              <a:buNone/>
            </a:pPr>
            <a:endParaRPr lang="es-MX" sz="1400">
              <a:latin typeface="Santander Text Light" panose="020B0304020201020104" pitchFamily="34" charset="0"/>
            </a:endParaRPr>
          </a:p>
          <a:p>
            <a:pPr>
              <a:lnSpc>
                <a:spcPct val="100000"/>
              </a:lnSpc>
              <a:spcBef>
                <a:spcPts val="0"/>
              </a:spcBef>
              <a:buFont typeface="Wingdings" panose="05000000000000000000" pitchFamily="2" charset="2"/>
              <a:buChar char="v"/>
            </a:pPr>
            <a:r>
              <a:rPr lang="es-MX" sz="1400">
                <a:latin typeface="Santander Text Light" panose="020B0304020201020104" pitchFamily="34" charset="0"/>
              </a:rPr>
              <a:t>De manera previa a la prestación de servicios de inversión, SAM deberá proporcionar a sus clientes potenciales, en formato estandarizado y lenguaje claro, la Guía de Servicios de Inversión, o bien señalar la página electrónica donde podrán consultarla. En ambos casos deberán dejar constancia de haber proporcionado la información a los clientes.</a:t>
            </a:r>
          </a:p>
          <a:p>
            <a:pPr marL="0" indent="0">
              <a:lnSpc>
                <a:spcPct val="100000"/>
              </a:lnSpc>
              <a:spcBef>
                <a:spcPts val="0"/>
              </a:spcBef>
              <a:buFont typeface="Arial" panose="020B0604020202020204" pitchFamily="34" charset="0"/>
              <a:buNone/>
            </a:pPr>
            <a:endParaRPr lang="es-MX" sz="1400" dirty="0">
              <a:latin typeface="Santander Text Light" panose="020B0304020201020104" pitchFamily="34" charset="0"/>
            </a:endParaRPr>
          </a:p>
        </p:txBody>
      </p:sp>
      <p:pic>
        <p:nvPicPr>
          <p:cNvPr id="4" name="Imagen 3">
            <a:extLst>
              <a:ext uri="{FF2B5EF4-FFF2-40B4-BE49-F238E27FC236}">
                <a16:creationId xmlns:a16="http://schemas.microsoft.com/office/drawing/2014/main" id="{BDC772DB-AD31-8E57-5086-6C0545D89222}"/>
              </a:ext>
            </a:extLst>
          </p:cNvPr>
          <p:cNvPicPr>
            <a:picLocks noChangeAspect="1"/>
          </p:cNvPicPr>
          <p:nvPr/>
        </p:nvPicPr>
        <p:blipFill>
          <a:blip r:embed="rId2"/>
          <a:stretch>
            <a:fillRect/>
          </a:stretch>
        </p:blipFill>
        <p:spPr>
          <a:xfrm>
            <a:off x="527859" y="3815584"/>
            <a:ext cx="11136279" cy="800212"/>
          </a:xfrm>
          <a:prstGeom prst="rect">
            <a:avLst/>
          </a:prstGeom>
        </p:spPr>
      </p:pic>
      <p:sp>
        <p:nvSpPr>
          <p:cNvPr id="5" name="1 Título">
            <a:extLst>
              <a:ext uri="{FF2B5EF4-FFF2-40B4-BE49-F238E27FC236}">
                <a16:creationId xmlns:a16="http://schemas.microsoft.com/office/drawing/2014/main" id="{D94DF264-43D0-0303-0E7F-0E899057CF4D}"/>
              </a:ext>
            </a:extLst>
          </p:cNvPr>
          <p:cNvSpPr txBox="1">
            <a:spLocks/>
          </p:cNvSpPr>
          <p:nvPr/>
        </p:nvSpPr>
        <p:spPr>
          <a:xfrm>
            <a:off x="447566" y="5792127"/>
            <a:ext cx="10626930" cy="502679"/>
          </a:xfrm>
          <a:prstGeom prst="rect">
            <a:avLst/>
          </a:prstGeom>
        </p:spPr>
        <p:txBody>
          <a:bodyPr lIns="0" tIns="0" rIns="0" bIns="0" anchor="t" anchorCtr="0">
            <a:noAutofit/>
          </a:bodyPr>
          <a:lstStyle>
            <a:lvl1pPr algn="l" rtl="0" eaLnBrk="1" fontAlgn="base" hangingPunct="1">
              <a:lnSpc>
                <a:spcPct val="90000"/>
              </a:lnSpc>
              <a:spcBef>
                <a:spcPct val="0"/>
              </a:spcBef>
              <a:spcAft>
                <a:spcPct val="0"/>
              </a:spcAft>
              <a:defRPr sz="2031" kern="1200">
                <a:solidFill>
                  <a:schemeClr val="accent1"/>
                </a:solidFill>
                <a:latin typeface="Arial" panose="020B0604020202020204" pitchFamily="34" charset="0"/>
                <a:ea typeface="+mj-ea"/>
                <a:cs typeface="Arial" panose="020B0604020202020204" pitchFamily="34" charset="0"/>
              </a:defRPr>
            </a:lvl1pPr>
            <a:lvl2pPr algn="l" rtl="0" eaLnBrk="1" fontAlgn="base" hangingPunct="1">
              <a:lnSpc>
                <a:spcPct val="90000"/>
              </a:lnSpc>
              <a:spcBef>
                <a:spcPct val="0"/>
              </a:spcBef>
              <a:spcAft>
                <a:spcPct val="0"/>
              </a:spcAft>
              <a:defRPr sz="3575">
                <a:solidFill>
                  <a:schemeClr val="tx1"/>
                </a:solidFill>
                <a:latin typeface="Santander Headline"/>
              </a:defRPr>
            </a:lvl2pPr>
            <a:lvl3pPr algn="l" rtl="0" eaLnBrk="1" fontAlgn="base" hangingPunct="1">
              <a:lnSpc>
                <a:spcPct val="90000"/>
              </a:lnSpc>
              <a:spcBef>
                <a:spcPct val="0"/>
              </a:spcBef>
              <a:spcAft>
                <a:spcPct val="0"/>
              </a:spcAft>
              <a:defRPr sz="3575">
                <a:solidFill>
                  <a:schemeClr val="tx1"/>
                </a:solidFill>
                <a:latin typeface="Santander Headline"/>
              </a:defRPr>
            </a:lvl3pPr>
            <a:lvl4pPr algn="l" rtl="0" eaLnBrk="1" fontAlgn="base" hangingPunct="1">
              <a:lnSpc>
                <a:spcPct val="90000"/>
              </a:lnSpc>
              <a:spcBef>
                <a:spcPct val="0"/>
              </a:spcBef>
              <a:spcAft>
                <a:spcPct val="0"/>
              </a:spcAft>
              <a:defRPr sz="3575">
                <a:solidFill>
                  <a:schemeClr val="tx1"/>
                </a:solidFill>
                <a:latin typeface="Santander Headline"/>
              </a:defRPr>
            </a:lvl4pPr>
            <a:lvl5pPr algn="l" rtl="0" eaLnBrk="1" fontAlgn="base" hangingPunct="1">
              <a:lnSpc>
                <a:spcPct val="90000"/>
              </a:lnSpc>
              <a:spcBef>
                <a:spcPct val="0"/>
              </a:spcBef>
              <a:spcAft>
                <a:spcPct val="0"/>
              </a:spcAft>
              <a:defRPr sz="3575">
                <a:solidFill>
                  <a:schemeClr val="tx1"/>
                </a:solidFill>
                <a:latin typeface="Santander Headline"/>
              </a:defRPr>
            </a:lvl5pPr>
            <a:lvl6pPr marL="371475" algn="l" rtl="0" eaLnBrk="1" fontAlgn="base" hangingPunct="1">
              <a:lnSpc>
                <a:spcPct val="90000"/>
              </a:lnSpc>
              <a:spcBef>
                <a:spcPct val="0"/>
              </a:spcBef>
              <a:spcAft>
                <a:spcPct val="0"/>
              </a:spcAft>
              <a:defRPr sz="3575">
                <a:solidFill>
                  <a:schemeClr val="tx1"/>
                </a:solidFill>
                <a:latin typeface="Santander Headline"/>
              </a:defRPr>
            </a:lvl6pPr>
            <a:lvl7pPr marL="742950" algn="l" rtl="0" eaLnBrk="1" fontAlgn="base" hangingPunct="1">
              <a:lnSpc>
                <a:spcPct val="90000"/>
              </a:lnSpc>
              <a:spcBef>
                <a:spcPct val="0"/>
              </a:spcBef>
              <a:spcAft>
                <a:spcPct val="0"/>
              </a:spcAft>
              <a:defRPr sz="3575">
                <a:solidFill>
                  <a:schemeClr val="tx1"/>
                </a:solidFill>
                <a:latin typeface="Santander Headline"/>
              </a:defRPr>
            </a:lvl7pPr>
            <a:lvl8pPr marL="1114425" algn="l" rtl="0" eaLnBrk="1" fontAlgn="base" hangingPunct="1">
              <a:lnSpc>
                <a:spcPct val="90000"/>
              </a:lnSpc>
              <a:spcBef>
                <a:spcPct val="0"/>
              </a:spcBef>
              <a:spcAft>
                <a:spcPct val="0"/>
              </a:spcAft>
              <a:defRPr sz="3575">
                <a:solidFill>
                  <a:schemeClr val="tx1"/>
                </a:solidFill>
                <a:latin typeface="Santander Headline"/>
              </a:defRPr>
            </a:lvl8pPr>
            <a:lvl9pPr marL="1485900" algn="l" rtl="0" eaLnBrk="1" fontAlgn="base" hangingPunct="1">
              <a:lnSpc>
                <a:spcPct val="90000"/>
              </a:lnSpc>
              <a:spcBef>
                <a:spcPct val="0"/>
              </a:spcBef>
              <a:spcAft>
                <a:spcPct val="0"/>
              </a:spcAft>
              <a:defRPr sz="3575">
                <a:solidFill>
                  <a:schemeClr val="tx1"/>
                </a:solidFill>
                <a:latin typeface="Santander Headline"/>
              </a:defRPr>
            </a:lvl9pPr>
          </a:lstStyle>
          <a:p>
            <a:pPr algn="ctr" defTabSz="685800">
              <a:defRPr/>
            </a:pPr>
            <a:r>
              <a:rPr lang="es-MX" sz="1600" b="1" i="1" dirty="0">
                <a:solidFill>
                  <a:srgbClr val="EC0000">
                    <a:lumMod val="75000"/>
                  </a:srgbClr>
                </a:solidFill>
                <a:latin typeface="Santander Text Light" panose="020B0304020201020104" pitchFamily="34" charset="0"/>
              </a:rPr>
              <a:t>Para cualquier duda, y antes de difundir o entregar cualquier tipo de información: ACÉRCATE A COMPLIANCE!!!</a:t>
            </a:r>
            <a:endParaRPr lang="en-US" sz="1600" b="1" i="1" dirty="0">
              <a:solidFill>
                <a:srgbClr val="EC0000">
                  <a:lumMod val="75000"/>
                </a:srgbClr>
              </a:solidFill>
              <a:latin typeface="Santander Text Light" panose="020B0304020201020104" pitchFamily="34" charset="0"/>
            </a:endParaRPr>
          </a:p>
        </p:txBody>
      </p:sp>
    </p:spTree>
    <p:extLst>
      <p:ext uri="{BB962C8B-B14F-4D97-AF65-F5344CB8AC3E}">
        <p14:creationId xmlns:p14="http://schemas.microsoft.com/office/powerpoint/2010/main" val="23608306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47B57-098B-CEAC-C888-4A389017E323}"/>
            </a:ext>
          </a:extLst>
        </p:cNvPr>
        <p:cNvGrpSpPr/>
        <p:nvPr/>
      </p:nvGrpSpPr>
      <p:grpSpPr>
        <a:xfrm>
          <a:off x="0" y="0"/>
          <a:ext cx="0" cy="0"/>
          <a:chOff x="0" y="0"/>
          <a:chExt cx="0" cy="0"/>
        </a:xfrm>
      </p:grpSpPr>
      <p:sp>
        <p:nvSpPr>
          <p:cNvPr id="25" name="object 9">
            <a:extLst>
              <a:ext uri="{FF2B5EF4-FFF2-40B4-BE49-F238E27FC236}">
                <a16:creationId xmlns:a16="http://schemas.microsoft.com/office/drawing/2014/main" id="{B14A8C66-6D81-8FA4-1C0C-FC07A347E762}"/>
              </a:ext>
            </a:extLst>
          </p:cNvPr>
          <p:cNvSpPr txBox="1">
            <a:spLocks noGrp="1"/>
          </p:cNvSpPr>
          <p:nvPr>
            <p:ph type="sldNum" sz="quarter" idx="4"/>
          </p:nvPr>
        </p:nvSpPr>
        <p:spPr>
          <a:xfrm>
            <a:off x="11775946" y="6460524"/>
            <a:ext cx="358904" cy="123111"/>
          </a:xfrm>
          <a:prstGeom prst="rect">
            <a:avLst/>
          </a:prstGeom>
        </p:spPr>
        <p:txBody>
          <a:bodyPr vert="horz" wrap="square" lIns="0" tIns="0" rIns="0" bIns="0" rtlCol="0">
            <a:spAutoFit/>
          </a:bodyPr>
          <a:lstStyle>
            <a:lvl1pPr algn="l" rtl="0">
              <a:defRPr lang="es-ES" sz="800" b="0" i="0" smtClean="0">
                <a:solidFill>
                  <a:srgbClr val="005370"/>
                </a:solidFill>
                <a:latin typeface="Santander Headline"/>
                <a:cs typeface="Santander Headline"/>
              </a:defRPr>
            </a:lvl1pPr>
          </a:lstStyle>
          <a:p>
            <a:pPr>
              <a:spcBef>
                <a:spcPts val="204"/>
              </a:spcBef>
            </a:pPr>
            <a:fld id="{81D60167-4931-47E6-BA6A-407CBD079E47}" type="slidenum">
              <a:rPr lang="en-US" smtClean="0"/>
              <a:pPr>
                <a:spcBef>
                  <a:spcPts val="204"/>
                </a:spcBef>
              </a:pPr>
              <a:t>25</a:t>
            </a:fld>
            <a:endParaRPr lang="en-US"/>
          </a:p>
        </p:txBody>
      </p:sp>
      <p:pic>
        <p:nvPicPr>
          <p:cNvPr id="2" name="Imagen 1" descr="Tabla&#10;&#10;Descripción generada automáticamente">
            <a:extLst>
              <a:ext uri="{FF2B5EF4-FFF2-40B4-BE49-F238E27FC236}">
                <a16:creationId xmlns:a16="http://schemas.microsoft.com/office/drawing/2014/main" id="{1467410E-AF63-AED5-44B0-B54D975ACAB7}"/>
              </a:ext>
            </a:extLst>
          </p:cNvPr>
          <p:cNvPicPr>
            <a:picLocks noChangeAspect="1"/>
          </p:cNvPicPr>
          <p:nvPr/>
        </p:nvPicPr>
        <p:blipFill>
          <a:blip r:embed="rId2"/>
          <a:stretch>
            <a:fillRect/>
          </a:stretch>
        </p:blipFill>
        <p:spPr>
          <a:xfrm>
            <a:off x="366846" y="1325417"/>
            <a:ext cx="11457316" cy="4928019"/>
          </a:xfrm>
          <a:prstGeom prst="rect">
            <a:avLst/>
          </a:prstGeom>
        </p:spPr>
      </p:pic>
    </p:spTree>
    <p:extLst>
      <p:ext uri="{BB962C8B-B14F-4D97-AF65-F5344CB8AC3E}">
        <p14:creationId xmlns:p14="http://schemas.microsoft.com/office/powerpoint/2010/main" val="24153769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B2F06E4D-F194-18BD-F051-2A8E4154999E}"/>
              </a:ext>
            </a:extLst>
          </p:cNvPr>
          <p:cNvSpPr>
            <a:spLocks noGrp="1"/>
          </p:cNvSpPr>
          <p:nvPr>
            <p:ph type="body" sz="quarter" idx="49"/>
          </p:nvPr>
        </p:nvSpPr>
        <p:spPr/>
        <p:txBody>
          <a:bodyPr/>
          <a:lstStyle/>
          <a:p>
            <a:r>
              <a:rPr lang="es-ES" err="1"/>
              <a:t>Thank</a:t>
            </a:r>
            <a:r>
              <a:rPr lang="es-ES"/>
              <a:t> </a:t>
            </a:r>
            <a:r>
              <a:rPr lang="es-ES" err="1"/>
              <a:t>You</a:t>
            </a:r>
            <a:endParaRPr lang="es-ES"/>
          </a:p>
        </p:txBody>
      </p:sp>
      <p:sp>
        <p:nvSpPr>
          <p:cNvPr id="3" name="Marcador de texto 2">
            <a:extLst>
              <a:ext uri="{FF2B5EF4-FFF2-40B4-BE49-F238E27FC236}">
                <a16:creationId xmlns:a16="http://schemas.microsoft.com/office/drawing/2014/main" id="{BAD21326-3B08-DEC4-5A32-4A02F3D3A71F}"/>
              </a:ext>
            </a:extLst>
          </p:cNvPr>
          <p:cNvSpPr>
            <a:spLocks noGrp="1"/>
          </p:cNvSpPr>
          <p:nvPr>
            <p:ph type="body" sz="quarter" idx="50"/>
          </p:nvPr>
        </p:nvSpPr>
        <p:spPr/>
        <p:txBody>
          <a:bodyPr/>
          <a:lstStyle/>
          <a:p>
            <a:r>
              <a:rPr lang="es-ES"/>
              <a:t>Gracias</a:t>
            </a:r>
          </a:p>
        </p:txBody>
      </p:sp>
    </p:spTree>
    <p:extLst>
      <p:ext uri="{BB962C8B-B14F-4D97-AF65-F5344CB8AC3E}">
        <p14:creationId xmlns:p14="http://schemas.microsoft.com/office/powerpoint/2010/main" val="41214917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AM Template">
  <a:themeElements>
    <a:clrScheme name="SAM COLORES DEFINITIVOS">
      <a:dk1>
        <a:srgbClr val="000715"/>
      </a:dk1>
      <a:lt1>
        <a:srgbClr val="FFFFFF"/>
      </a:lt1>
      <a:dk2>
        <a:srgbClr val="E8E8E8"/>
      </a:dk2>
      <a:lt2>
        <a:srgbClr val="AEAEAE"/>
      </a:lt2>
      <a:accent1>
        <a:srgbClr val="002630"/>
      </a:accent1>
      <a:accent2>
        <a:srgbClr val="005471"/>
      </a:accent2>
      <a:accent3>
        <a:srgbClr val="EC0000"/>
      </a:accent3>
      <a:accent4>
        <a:srgbClr val="E8E8E8"/>
      </a:accent4>
      <a:accent5>
        <a:srgbClr val="9A004F"/>
      </a:accent5>
      <a:accent6>
        <a:srgbClr val="D0B047"/>
      </a:accent6>
      <a:hlink>
        <a:srgbClr val="005471"/>
      </a:hlink>
      <a:folHlink>
        <a:srgbClr val="D0D0D0"/>
      </a:folHlink>
    </a:clrScheme>
    <a:fontScheme name="Personalizado 7">
      <a:majorFont>
        <a:latin typeface="Santander Headline"/>
        <a:ea typeface=""/>
        <a:cs typeface=""/>
      </a:majorFont>
      <a:minorFont>
        <a:latin typeface="Santander T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E916749-190E-45F9-A073-DD20677149D6}">
  <we:reference id="wa104038830" version="1.0.0.3" store="es-ES" storeType="OMEX"/>
  <we:alternateReferences>
    <we:reference id="wa104038830" version="1.0.0.3" store="wa104038830"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44526CD282F02A44869A9D2B36E84B2A" ma:contentTypeVersion="5" ma:contentTypeDescription="Crear nuevo documento." ma:contentTypeScope="" ma:versionID="4f65e74797fd73c9dfcce1cb58a6d8fc">
  <xsd:schema xmlns:xsd="http://www.w3.org/2001/XMLSchema" xmlns:xs="http://www.w3.org/2001/XMLSchema" xmlns:p="http://schemas.microsoft.com/office/2006/metadata/properties" xmlns:ns2="6a3a5e9b-ee09-41e2-808a-978ed94a5e6b" targetNamespace="http://schemas.microsoft.com/office/2006/metadata/properties" ma:root="true" ma:fieldsID="d92b696e926173bb3ecfe7820df93b29" ns2:_="">
    <xsd:import namespace="6a3a5e9b-ee09-41e2-808a-978ed94a5e6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3a5e9b-ee09-41e2-808a-978ed94a5e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D80A52F-0007-436D-858B-9C2DFCD1745E}">
  <ds:schemaRefs>
    <ds:schemaRef ds:uri="15bf3627-e75a-4965-8e67-080ecda9c9e8"/>
    <ds:schemaRef ds:uri="6a9c8a1f-63c6-4195-95bb-3ca98dcaa59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CF94D08-AB9C-43E0-B85E-3071591DBAFB}"/>
</file>

<file path=customXml/itemProps3.xml><?xml version="1.0" encoding="utf-8"?>
<ds:datastoreItem xmlns:ds="http://schemas.openxmlformats.org/officeDocument/2006/customXml" ds:itemID="{E2F0701E-18B0-4B77-BEF5-71F2BA78AB3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3293</Words>
  <Application>Microsoft Office PowerPoint</Application>
  <PresentationFormat>Panorámica</PresentationFormat>
  <Paragraphs>347</Paragraphs>
  <Slides>26</Slides>
  <Notes>1</Notes>
  <HiddenSlides>0</HiddenSlides>
  <MMClips>0</MMClips>
  <ScaleCrop>false</ScaleCrop>
  <HeadingPairs>
    <vt:vector size="8" baseType="variant">
      <vt:variant>
        <vt:lpstr>Fuentes usadas</vt:lpstr>
      </vt:variant>
      <vt:variant>
        <vt:i4>10</vt:i4>
      </vt:variant>
      <vt:variant>
        <vt:lpstr>Tema</vt:lpstr>
      </vt:variant>
      <vt:variant>
        <vt:i4>1</vt:i4>
      </vt:variant>
      <vt:variant>
        <vt:lpstr>Servidores OLE incrustados</vt:lpstr>
      </vt:variant>
      <vt:variant>
        <vt:i4>1</vt:i4>
      </vt:variant>
      <vt:variant>
        <vt:lpstr>Títulos de diapositiva</vt:lpstr>
      </vt:variant>
      <vt:variant>
        <vt:i4>26</vt:i4>
      </vt:variant>
    </vt:vector>
  </HeadingPairs>
  <TitlesOfParts>
    <vt:vector size="38" baseType="lpstr">
      <vt:lpstr>Santander Headline</vt:lpstr>
      <vt:lpstr>Arial</vt:lpstr>
      <vt:lpstr>Calibri</vt:lpstr>
      <vt:lpstr>Courier New</vt:lpstr>
      <vt:lpstr>Georgia</vt:lpstr>
      <vt:lpstr>Santander Text</vt:lpstr>
      <vt:lpstr>Santander Text Light</vt:lpstr>
      <vt:lpstr>Santander Text SemiBold</vt:lpstr>
      <vt:lpstr>Symbol</vt:lpstr>
      <vt:lpstr>Wingdings</vt:lpstr>
      <vt:lpstr>SAM Template</vt:lpstr>
      <vt:lpstr>Diapositiva de think-cell</vt:lpstr>
      <vt:lpstr>Presentación de PowerPoint</vt:lpstr>
      <vt:lpstr>Presentación de PowerPoint</vt:lpstr>
      <vt:lpstr>Presentación de PowerPoint</vt:lpstr>
      <vt:lpstr>Consideraciones previas a la contratación</vt:lpstr>
      <vt:lpstr>Consideraciones previas…</vt:lpstr>
      <vt:lpstr>Clasificación de Servicios de Inversión</vt:lpstr>
      <vt:lpstr>Servicios de Inversión que ofrece SAM Mx</vt:lpstr>
      <vt:lpstr>Presentación de PowerPoint</vt:lpstr>
      <vt:lpstr>Productos financieros de acuerdo con el tipo de cliente (inversionista)</vt:lpstr>
      <vt:lpstr>Presentación de PowerPoint</vt:lpstr>
      <vt:lpstr>Presentación de PowerPoint</vt:lpstr>
      <vt:lpstr>Presentación de PowerPoint</vt:lpstr>
      <vt:lpstr>Razonabilidad</vt:lpstr>
      <vt:lpstr>Dudas</vt:lpstr>
      <vt:lpstr>Integración de Expediente del Cliente</vt:lpstr>
      <vt:lpstr>Presentación de PowerPoint</vt:lpstr>
      <vt:lpstr>Conflictos de Interés y Prohibiciones</vt:lpstr>
      <vt:lpstr>Conducta en los Negocios</vt:lpstr>
      <vt:lpstr>Políticas en Materia de Difusión de Información / Cumplimiento</vt:lpstr>
      <vt:lpstr>Políticas en Materia de Difusión de Información / Cumplimiento</vt:lpstr>
      <vt:lpstr>Políticas en Materia de Difusión de Información / Prohibiciones</vt:lpstr>
      <vt:lpstr>Políticas en Materia de Difusión de Información / Prohibiciones</vt:lpstr>
      <vt:lpstr>Políticas en Materia de Difusión de Información / Mecanismos</vt:lpstr>
      <vt:lpstr>Políticas en Materia de Difusión de Información / Procedimientos</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Diana Karina Chocano Palomino</dc:creator>
  <cp:lastModifiedBy>Tapia Gonzalez Adriana</cp:lastModifiedBy>
  <cp:revision>5</cp:revision>
  <cp:lastPrinted>2023-11-20T15:37:31Z</cp:lastPrinted>
  <dcterms:created xsi:type="dcterms:W3CDTF">2019-01-11T18:46:24Z</dcterms:created>
  <dcterms:modified xsi:type="dcterms:W3CDTF">2025-10-01T02:56:54Z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c2abd79-57a9-4473-8700-c843f76a1e37_Enabled">
    <vt:lpwstr>True</vt:lpwstr>
  </property>
  <property fmtid="{D5CDD505-2E9C-101B-9397-08002B2CF9AE}" pid="3" name="MSIP_Label_0c2abd79-57a9-4473-8700-c843f76a1e37_SiteId">
    <vt:lpwstr>35595a02-4d6d-44ac-99e1-f9ab4cd872db</vt:lpwstr>
  </property>
  <property fmtid="{D5CDD505-2E9C-101B-9397-08002B2CF9AE}" pid="4" name="MSIP_Label_0c2abd79-57a9-4473-8700-c843f76a1e37_Owner">
    <vt:lpwstr>n80727@corp.santanderam.com</vt:lpwstr>
  </property>
  <property fmtid="{D5CDD505-2E9C-101B-9397-08002B2CF9AE}" pid="5" name="MSIP_Label_0c2abd79-57a9-4473-8700-c843f76a1e37_SetDate">
    <vt:lpwstr>2020-07-14T15:13:07.9645671Z</vt:lpwstr>
  </property>
  <property fmtid="{D5CDD505-2E9C-101B-9397-08002B2CF9AE}" pid="6" name="MSIP_Label_0c2abd79-57a9-4473-8700-c843f76a1e37_Name">
    <vt:lpwstr>Internal</vt:lpwstr>
  </property>
  <property fmtid="{D5CDD505-2E9C-101B-9397-08002B2CF9AE}" pid="7" name="MSIP_Label_0c2abd79-57a9-4473-8700-c843f76a1e37_Application">
    <vt:lpwstr>Microsoft Azure Information Protection</vt:lpwstr>
  </property>
  <property fmtid="{D5CDD505-2E9C-101B-9397-08002B2CF9AE}" pid="8" name="MSIP_Label_0c2abd79-57a9-4473-8700-c843f76a1e37_ActionId">
    <vt:lpwstr>f7c9b8b4-d010-4586-8f12-2df85b2e7d54</vt:lpwstr>
  </property>
  <property fmtid="{D5CDD505-2E9C-101B-9397-08002B2CF9AE}" pid="9" name="MSIP_Label_0c2abd79-57a9-4473-8700-c843f76a1e37_Extended_MSFT_Method">
    <vt:lpwstr>Manual</vt:lpwstr>
  </property>
  <property fmtid="{D5CDD505-2E9C-101B-9397-08002B2CF9AE}" pid="10" name="Sensitivity">
    <vt:lpwstr>Internal</vt:lpwstr>
  </property>
  <property fmtid="{D5CDD505-2E9C-101B-9397-08002B2CF9AE}" pid="11" name="ContentTypeId">
    <vt:lpwstr>0x01010044526CD282F02A44869A9D2B36E84B2A</vt:lpwstr>
  </property>
  <property fmtid="{D5CDD505-2E9C-101B-9397-08002B2CF9AE}" pid="12" name="Order">
    <vt:r8>115100</vt:r8>
  </property>
  <property fmtid="{D5CDD505-2E9C-101B-9397-08002B2CF9AE}" pid="13" name="xd_Signature">
    <vt:bool>false</vt:bool>
  </property>
  <property fmtid="{D5CDD505-2E9C-101B-9397-08002B2CF9AE}" pid="14" name="xd_ProgID">
    <vt:lpwstr/>
  </property>
  <property fmtid="{D5CDD505-2E9C-101B-9397-08002B2CF9AE}" pid="15" name="ComplianceAssetId">
    <vt:lpwstr/>
  </property>
  <property fmtid="{D5CDD505-2E9C-101B-9397-08002B2CF9AE}" pid="16" name="TemplateUrl">
    <vt:lpwstr/>
  </property>
  <property fmtid="{D5CDD505-2E9C-101B-9397-08002B2CF9AE}" pid="17" name="_ExtendedDescription">
    <vt:lpwstr/>
  </property>
  <property fmtid="{D5CDD505-2E9C-101B-9397-08002B2CF9AE}" pid="18" name="TriggerFlowInfo">
    <vt:lpwstr/>
  </property>
  <property fmtid="{D5CDD505-2E9C-101B-9397-08002B2CF9AE}" pid="19" name="MediaServiceImageTags">
    <vt:lpwstr/>
  </property>
</Properties>
</file>