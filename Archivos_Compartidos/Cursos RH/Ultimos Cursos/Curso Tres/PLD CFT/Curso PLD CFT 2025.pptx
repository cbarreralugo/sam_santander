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4"/>
  </p:sldMasterIdLst>
  <p:notesMasterIdLst>
    <p:notesMasterId r:id="rId45"/>
  </p:notesMasterIdLst>
  <p:sldIdLst>
    <p:sldId id="2147478639" r:id="rId5"/>
    <p:sldId id="2147478557" r:id="rId6"/>
    <p:sldId id="2147478716" r:id="rId7"/>
    <p:sldId id="2147478752" r:id="rId8"/>
    <p:sldId id="2147478753" r:id="rId9"/>
    <p:sldId id="2147478754" r:id="rId10"/>
    <p:sldId id="2147478755" r:id="rId11"/>
    <p:sldId id="2147478763" r:id="rId12"/>
    <p:sldId id="2147478764" r:id="rId13"/>
    <p:sldId id="2147478765" r:id="rId14"/>
    <p:sldId id="2147478772" r:id="rId15"/>
    <p:sldId id="2147478768" r:id="rId16"/>
    <p:sldId id="2147478767" r:id="rId17"/>
    <p:sldId id="2147478769" r:id="rId18"/>
    <p:sldId id="2147478773" r:id="rId19"/>
    <p:sldId id="2147478770" r:id="rId20"/>
    <p:sldId id="2147478771" r:id="rId21"/>
    <p:sldId id="2147478774" r:id="rId22"/>
    <p:sldId id="2147478784" r:id="rId23"/>
    <p:sldId id="2147478775" r:id="rId24"/>
    <p:sldId id="2147478777" r:id="rId25"/>
    <p:sldId id="2147478779" r:id="rId26"/>
    <p:sldId id="2147478785" r:id="rId27"/>
    <p:sldId id="2147478780" r:id="rId28"/>
    <p:sldId id="2147478781" r:id="rId29"/>
    <p:sldId id="2147478786" r:id="rId30"/>
    <p:sldId id="2147478782" r:id="rId31"/>
    <p:sldId id="2147478787" r:id="rId32"/>
    <p:sldId id="2147478788" r:id="rId33"/>
    <p:sldId id="2147478789" r:id="rId34"/>
    <p:sldId id="2147478790" r:id="rId35"/>
    <p:sldId id="2147478791" r:id="rId36"/>
    <p:sldId id="2147478792" r:id="rId37"/>
    <p:sldId id="2147478793" r:id="rId38"/>
    <p:sldId id="2147478794" r:id="rId39"/>
    <p:sldId id="2147478795" r:id="rId40"/>
    <p:sldId id="2147478796" r:id="rId41"/>
    <p:sldId id="2147478797" r:id="rId42"/>
    <p:sldId id="2147478798" r:id="rId43"/>
    <p:sldId id="2147478693" r:id="rId44"/>
  </p:sldIdLst>
  <p:sldSz cx="12192000" cy="6858000"/>
  <p:notesSz cx="6797675" cy="9859963"/>
  <p:custDataLst>
    <p:tags r:id="rId46"/>
  </p:custData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29" userDrawn="1">
          <p15:clr>
            <a:srgbClr val="A4A3A4"/>
          </p15:clr>
        </p15:guide>
        <p15:guide id="5" pos="2003" userDrawn="1">
          <p15:clr>
            <a:srgbClr val="A4A3A4"/>
          </p15:clr>
        </p15:guide>
        <p15:guide id="7" pos="7673" userDrawn="1">
          <p15:clr>
            <a:srgbClr val="A4A3A4"/>
          </p15:clr>
        </p15:guide>
        <p15:guide id="8" orient="horz" pos="300" userDrawn="1">
          <p15:clr>
            <a:srgbClr val="A4A3A4"/>
          </p15:clr>
        </p15:guide>
        <p15:guide id="12" orient="horz" pos="1185" userDrawn="1">
          <p15:clr>
            <a:srgbClr val="A4A3A4"/>
          </p15:clr>
        </p15:guide>
        <p15:guide id="13" orient="horz" pos="709" userDrawn="1">
          <p15:clr>
            <a:srgbClr val="A4A3A4"/>
          </p15:clr>
        </p15:guide>
        <p15:guide id="14" orient="horz" pos="640" userDrawn="1">
          <p15:clr>
            <a:srgbClr val="A4A3A4"/>
          </p15:clr>
        </p15:guide>
        <p15:guide id="16" pos="461" userDrawn="1">
          <p15:clr>
            <a:srgbClr val="A4A3A4"/>
          </p15:clr>
        </p15:guide>
        <p15:guide id="21" pos="3500" userDrawn="1">
          <p15:clr>
            <a:srgbClr val="A4A3A4"/>
          </p15:clr>
        </p15:guide>
        <p15:guide id="23" pos="619" userDrawn="1">
          <p15:clr>
            <a:srgbClr val="A4A3A4"/>
          </p15:clr>
        </p15:guide>
        <p15:guide id="24" pos="1844" userDrawn="1">
          <p15:clr>
            <a:srgbClr val="A4A3A4"/>
          </p15:clr>
        </p15:guide>
        <p15:guide id="25" pos="3976" userDrawn="1">
          <p15:clr>
            <a:srgbClr val="A4A3A4"/>
          </p15:clr>
        </p15:guide>
        <p15:guide id="26" orient="horz" pos="3838" userDrawn="1">
          <p15:clr>
            <a:srgbClr val="A4A3A4"/>
          </p15:clr>
        </p15:guide>
        <p15:guide id="27" orient="horz" pos="3748" userDrawn="1">
          <p15:clr>
            <a:srgbClr val="A4A3A4"/>
          </p15:clr>
        </p15:guide>
        <p15:guide id="28" pos="2525" userDrawn="1">
          <p15:clr>
            <a:srgbClr val="A4A3A4"/>
          </p15:clr>
        </p15:guide>
        <p15:guide id="30"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1A3C53-3529-0AF2-FF18-2D247334C829}" name="Mauricio Pons Isabel" initials="MPI" userId="S::n110160@gruposantander.com::410e32e6-b023-4302-97ab-65e49a299ec3" providerId="AD"/>
  <p188:author id="{DFB87870-6E24-7E8C-FC1A-2605C16EE90F}" name="Martin Del Burgo Herraez Jesus" initials="MDBHJ" userId="S::n866448@corp.santanderam.com::9a0997b9-3fe6-4a7c-bbe3-13e47b8084b2" providerId="AD"/>
  <p188:author id="{CB793F7D-A7F1-75E7-D217-53A4035A3097}" name="Samacá Vasquez Carolina" initials="SVC" userId="S::n320667@corp.santanderam.com::24f1e561-a9c1-4540-b3c5-739fe7ffcef5" providerId="AD"/>
  <p188:author id="{BA17ED93-6D15-2C52-F21A-5A17BC9591BA}" name="Sainz De Vicuña Cabeza Ignacio Antonio" initials="SDVCIA" userId="S::n856246@corp.santanderam.com::5e28869f-174a-48d1-84a2-5d3c32aeb9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0D"/>
    <a:srgbClr val="00AA68"/>
    <a:srgbClr val="03020A"/>
    <a:srgbClr val="030712"/>
    <a:srgbClr val="000000"/>
    <a:srgbClr val="03060F"/>
    <a:srgbClr val="020611"/>
    <a:srgbClr val="BEBEC6"/>
    <a:srgbClr val="D3D2D5"/>
    <a:srgbClr val="EFEE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1E874-A34B-4BC2-88F7-270B5D0BE7C5}" v="1" dt="2025-10-01T01:23:00.47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44"/>
      </p:cViewPr>
      <p:guideLst>
        <p:guide orient="horz" pos="1729"/>
        <p:guide pos="2003"/>
        <p:guide pos="7673"/>
        <p:guide orient="horz" pos="300"/>
        <p:guide orient="horz" pos="1185"/>
        <p:guide orient="horz" pos="709"/>
        <p:guide orient="horz" pos="640"/>
        <p:guide pos="461"/>
        <p:guide pos="3500"/>
        <p:guide pos="619"/>
        <p:guide pos="1844"/>
        <p:guide pos="3976"/>
        <p:guide orient="horz" pos="3838"/>
        <p:guide orient="horz" pos="3748"/>
        <p:guide pos="2525"/>
        <p:guide orient="horz" pos="363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3E3E6C-5EB1-478D-9F3A-1C2624C4E3FC}" type="doc">
      <dgm:prSet loTypeId="urn:microsoft.com/office/officeart/2009/3/layout/PhasedProcess" loCatId="process" qsTypeId="urn:microsoft.com/office/officeart/2005/8/quickstyle/simple1" qsCatId="simple" csTypeId="urn:microsoft.com/office/officeart/2005/8/colors/colorful5" csCatId="colorful" phldr="1"/>
      <dgm:spPr/>
      <dgm:t>
        <a:bodyPr/>
        <a:lstStyle/>
        <a:p>
          <a:endParaRPr lang="es-MX"/>
        </a:p>
      </dgm:t>
    </dgm:pt>
    <dgm:pt modelId="{1F1050ED-6007-4511-803C-DE1A3C937504}">
      <dgm:prSet phldrT="[Texto]" custT="1"/>
      <dgm:spPr>
        <a:xfrm>
          <a:off x="718618" y="4550113"/>
          <a:ext cx="2796299" cy="736812"/>
        </a:xfrm>
        <a:prstGeom prst="rect">
          <a:avLst/>
        </a:prstGeom>
        <a:noFill/>
        <a:ln>
          <a:noFill/>
        </a:ln>
        <a:effectLst/>
      </dgm:spPr>
      <dgm:t>
        <a:bodyPr/>
        <a:lstStyle/>
        <a:p>
          <a:r>
            <a:rPr lang="es-MX" sz="1600" dirty="0">
              <a:solidFill>
                <a:sysClr val="windowText" lastClr="000000">
                  <a:hueOff val="0"/>
                  <a:satOff val="0"/>
                  <a:lumOff val="0"/>
                  <a:alphaOff val="0"/>
                </a:sysClr>
              </a:solidFill>
              <a:latin typeface="Santander Text Light" panose="020B0304020201020104" pitchFamily="34" charset="0"/>
              <a:ea typeface="+mn-ea"/>
              <a:cs typeface="+mn-cs"/>
            </a:rPr>
            <a:t>Delitos</a:t>
          </a:r>
        </a:p>
      </dgm:t>
    </dgm:pt>
    <dgm:pt modelId="{034538DC-1940-4FED-B828-108D20436833}" type="parTrans" cxnId="{7B74484D-6619-4F39-B537-CEBEAAF647A8}">
      <dgm:prSet/>
      <dgm:spPr/>
      <dgm:t>
        <a:bodyPr/>
        <a:lstStyle/>
        <a:p>
          <a:endParaRPr lang="es-MX" sz="1600">
            <a:latin typeface="Santander Text Light" panose="020B0304020201020104" pitchFamily="34" charset="0"/>
          </a:endParaRPr>
        </a:p>
      </dgm:t>
    </dgm:pt>
    <dgm:pt modelId="{E4EF4B7B-CDC6-4A08-98D0-26C70A59F0F6}" type="sibTrans" cxnId="{7B74484D-6619-4F39-B537-CEBEAAF647A8}">
      <dgm:prSet/>
      <dgm:spPr/>
      <dgm:t>
        <a:bodyPr/>
        <a:lstStyle/>
        <a:p>
          <a:endParaRPr lang="es-MX" sz="1600">
            <a:latin typeface="Santander Text Light" panose="020B0304020201020104" pitchFamily="34" charset="0"/>
          </a:endParaRPr>
        </a:p>
      </dgm:t>
    </dgm:pt>
    <dgm:pt modelId="{8439588E-15F4-4694-9314-79AFEC4A3E5A}">
      <dgm:prSet phldrT="[Texto]" custT="1"/>
      <dgm:spPr>
        <a:xfrm>
          <a:off x="204675" y="356089"/>
          <a:ext cx="1789198" cy="1743699"/>
        </a:xfrm>
        <a:prstGeom prst="ellipse">
          <a:avLst/>
        </a:prstGeom>
        <a:solidFill>
          <a:srgbClr val="5B9BD5">
            <a:alpha val="50000"/>
            <a:hueOff val="-1351709"/>
            <a:satOff val="-3484"/>
            <a:lumOff val="-2353"/>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solidFill>
              <a:latin typeface="Santander Text Light" panose="020B0304020201020104" pitchFamily="34" charset="0"/>
              <a:ea typeface="+mn-ea"/>
              <a:cs typeface="+mn-cs"/>
            </a:rPr>
            <a:t>Narcotráfico</a:t>
          </a:r>
        </a:p>
      </dgm:t>
    </dgm:pt>
    <dgm:pt modelId="{E7DB6FDA-43E8-4847-8CC0-3DF4C7731CE2}" type="parTrans" cxnId="{CED1070F-BBF8-414C-B25C-AEED185B80B2}">
      <dgm:prSet/>
      <dgm:spPr/>
      <dgm:t>
        <a:bodyPr/>
        <a:lstStyle/>
        <a:p>
          <a:endParaRPr lang="es-MX" sz="1600">
            <a:latin typeface="Santander Text Light" panose="020B0304020201020104" pitchFamily="34" charset="0"/>
          </a:endParaRPr>
        </a:p>
      </dgm:t>
    </dgm:pt>
    <dgm:pt modelId="{C8D5BDB0-D5E5-4088-AF86-AF3E360D9C76}" type="sibTrans" cxnId="{CED1070F-BBF8-414C-B25C-AEED185B80B2}">
      <dgm:prSet/>
      <dgm:spPr/>
      <dgm:t>
        <a:bodyPr/>
        <a:lstStyle/>
        <a:p>
          <a:endParaRPr lang="es-MX" sz="1600">
            <a:latin typeface="Santander Text Light" panose="020B0304020201020104" pitchFamily="34" charset="0"/>
          </a:endParaRPr>
        </a:p>
      </dgm:t>
    </dgm:pt>
    <dgm:pt modelId="{2759FA84-6F13-4161-AD02-B9F4EF5A0AF6}">
      <dgm:prSet phldrT="[Texto]" custT="1"/>
      <dgm:spPr>
        <a:xfrm>
          <a:off x="1818251" y="1262643"/>
          <a:ext cx="1373892" cy="1414645"/>
        </a:xfrm>
        <a:prstGeom prst="ellipse">
          <a:avLst/>
        </a:prstGeom>
        <a:solidFill>
          <a:srgbClr val="C00000">
            <a:alpha val="50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solidFill>
              <a:latin typeface="Santander Text Light" panose="020B0304020201020104" pitchFamily="34" charset="0"/>
              <a:ea typeface="+mn-ea"/>
              <a:cs typeface="+mn-cs"/>
            </a:rPr>
            <a:t>Secuestro</a:t>
          </a:r>
        </a:p>
      </dgm:t>
    </dgm:pt>
    <dgm:pt modelId="{16E54E0C-557E-4859-BDBF-D8ECC497B8DB}" type="parTrans" cxnId="{E7F783C9-8F35-48AB-9B9F-6B5D3C61FB09}">
      <dgm:prSet/>
      <dgm:spPr/>
      <dgm:t>
        <a:bodyPr/>
        <a:lstStyle/>
        <a:p>
          <a:endParaRPr lang="es-MX" sz="1600">
            <a:latin typeface="Santander Text Light" panose="020B0304020201020104" pitchFamily="34" charset="0"/>
          </a:endParaRPr>
        </a:p>
      </dgm:t>
    </dgm:pt>
    <dgm:pt modelId="{C3A84306-601E-4804-9755-852617A12446}" type="sibTrans" cxnId="{E7F783C9-8F35-48AB-9B9F-6B5D3C61FB09}">
      <dgm:prSet/>
      <dgm:spPr/>
      <dgm:t>
        <a:bodyPr/>
        <a:lstStyle/>
        <a:p>
          <a:endParaRPr lang="es-MX" sz="1600">
            <a:latin typeface="Santander Text Light" panose="020B0304020201020104" pitchFamily="34" charset="0"/>
          </a:endParaRPr>
        </a:p>
      </dgm:t>
    </dgm:pt>
    <dgm:pt modelId="{DD19A48A-21FE-4C30-BB2C-28E94A023063}">
      <dgm:prSet phldrT="[Texto]" custT="1"/>
      <dgm:spPr>
        <a:xfrm>
          <a:off x="171724" y="2747717"/>
          <a:ext cx="1557109" cy="1617047"/>
        </a:xfrm>
        <a:prstGeom prst="ellipse">
          <a:avLst/>
        </a:prstGeom>
        <a:solidFill>
          <a:srgbClr val="5B9BD5">
            <a:alpha val="50000"/>
            <a:hueOff val="-4730980"/>
            <a:satOff val="-12193"/>
            <a:lumOff val="-8236"/>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solidFill>
              <a:latin typeface="Santander Text Light" panose="020B0304020201020104" pitchFamily="34" charset="0"/>
              <a:ea typeface="+mn-ea"/>
              <a:cs typeface="+mn-cs"/>
            </a:rPr>
            <a:t>Corrupción</a:t>
          </a:r>
        </a:p>
      </dgm:t>
    </dgm:pt>
    <dgm:pt modelId="{F6D00796-DEAA-4F4A-8FD3-FD40B15CED8C}" type="parTrans" cxnId="{F29B6A27-944A-4A3C-8250-B61138965A61}">
      <dgm:prSet/>
      <dgm:spPr/>
      <dgm:t>
        <a:bodyPr/>
        <a:lstStyle/>
        <a:p>
          <a:endParaRPr lang="es-MX" sz="1600">
            <a:latin typeface="Santander Text Light" panose="020B0304020201020104" pitchFamily="34" charset="0"/>
          </a:endParaRPr>
        </a:p>
      </dgm:t>
    </dgm:pt>
    <dgm:pt modelId="{869EAA3A-A7C5-49F7-BA64-13CD444942A1}" type="sibTrans" cxnId="{F29B6A27-944A-4A3C-8250-B61138965A61}">
      <dgm:prSet/>
      <dgm:spPr/>
      <dgm:t>
        <a:bodyPr/>
        <a:lstStyle/>
        <a:p>
          <a:endParaRPr lang="es-MX" sz="1600">
            <a:latin typeface="Santander Text Light" panose="020B0304020201020104" pitchFamily="34" charset="0"/>
          </a:endParaRPr>
        </a:p>
      </dgm:t>
    </dgm:pt>
    <dgm:pt modelId="{242F6410-B10C-4064-B851-310953258AC7}">
      <dgm:prSet phldrT="[Texto]" custT="1"/>
      <dgm:spPr>
        <a:xfrm>
          <a:off x="4194279" y="4550113"/>
          <a:ext cx="2796299" cy="736812"/>
        </a:xfrm>
        <a:prstGeom prst="rect">
          <a:avLst/>
        </a:prstGeom>
        <a:noFill/>
        <a:ln>
          <a:noFill/>
        </a:ln>
        <a:effectLst/>
      </dgm:spPr>
      <dgm:t>
        <a:bodyPr/>
        <a:lstStyle/>
        <a:p>
          <a:r>
            <a:rPr lang="es-MX" sz="1600" dirty="0">
              <a:solidFill>
                <a:sysClr val="windowText" lastClr="000000">
                  <a:hueOff val="0"/>
                  <a:satOff val="0"/>
                  <a:lumOff val="0"/>
                  <a:alphaOff val="0"/>
                </a:sysClr>
              </a:solidFill>
              <a:latin typeface="Santander Text Light" panose="020B0304020201020104" pitchFamily="34" charset="0"/>
              <a:ea typeface="+mn-ea"/>
              <a:cs typeface="+mn-cs"/>
            </a:rPr>
            <a:t>Ganancias</a:t>
          </a:r>
        </a:p>
      </dgm:t>
    </dgm:pt>
    <dgm:pt modelId="{C2A76C91-54C2-478B-8F63-5A698ADCB20D}" type="parTrans" cxnId="{FD69E28B-5024-44D8-B219-DCE18C76DCE7}">
      <dgm:prSet/>
      <dgm:spPr/>
      <dgm:t>
        <a:bodyPr/>
        <a:lstStyle/>
        <a:p>
          <a:endParaRPr lang="es-MX" sz="1600">
            <a:latin typeface="Santander Text Light" panose="020B0304020201020104" pitchFamily="34" charset="0"/>
          </a:endParaRPr>
        </a:p>
      </dgm:t>
    </dgm:pt>
    <dgm:pt modelId="{C7512B13-0EA4-45A6-A0BF-468AC63A4EB0}" type="sibTrans" cxnId="{FD69E28B-5024-44D8-B219-DCE18C76DCE7}">
      <dgm:prSet/>
      <dgm:spPr/>
      <dgm:t>
        <a:bodyPr/>
        <a:lstStyle/>
        <a:p>
          <a:endParaRPr lang="es-MX" sz="1600">
            <a:latin typeface="Santander Text Light" panose="020B0304020201020104" pitchFamily="34" charset="0"/>
          </a:endParaRPr>
        </a:p>
      </dgm:t>
    </dgm:pt>
    <dgm:pt modelId="{2393CD5E-B2FD-4F4A-A11F-EC1BF2F247B3}">
      <dgm:prSet phldrT="[Texto]" custT="1"/>
      <dgm:spPr>
        <a:xfrm>
          <a:off x="4136361" y="1732257"/>
          <a:ext cx="1687409" cy="1687409"/>
        </a:xfrm>
        <a:prstGeom prst="ellipse">
          <a:avLst/>
        </a:prstGeom>
        <a:solidFill>
          <a:srgbClr val="5B9BD5">
            <a:alpha val="50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hueOff val="0"/>
                  <a:satOff val="0"/>
                  <a:lumOff val="0"/>
                  <a:alphaOff val="0"/>
                </a:sysClr>
              </a:solidFill>
              <a:latin typeface="Santander Text Light" panose="020B0304020201020104" pitchFamily="34" charset="0"/>
              <a:ea typeface="+mn-ea"/>
              <a:cs typeface="+mn-cs"/>
            </a:rPr>
            <a:t>Dinero</a:t>
          </a:r>
        </a:p>
      </dgm:t>
    </dgm:pt>
    <dgm:pt modelId="{F3EE5B82-151E-4EF0-98BF-682B79DBDA6D}" type="parTrans" cxnId="{8D1C3623-A966-43F1-996D-3A2F78B0A30F}">
      <dgm:prSet/>
      <dgm:spPr/>
      <dgm:t>
        <a:bodyPr/>
        <a:lstStyle/>
        <a:p>
          <a:endParaRPr lang="es-MX" sz="1600">
            <a:latin typeface="Santander Text Light" panose="020B0304020201020104" pitchFamily="34" charset="0"/>
          </a:endParaRPr>
        </a:p>
      </dgm:t>
    </dgm:pt>
    <dgm:pt modelId="{4553188C-CF8B-4B00-AECC-F7BAF1C3A592}" type="sibTrans" cxnId="{8D1C3623-A966-43F1-996D-3A2F78B0A30F}">
      <dgm:prSet/>
      <dgm:spPr/>
      <dgm:t>
        <a:bodyPr/>
        <a:lstStyle/>
        <a:p>
          <a:endParaRPr lang="es-MX" sz="1600">
            <a:latin typeface="Santander Text Light" panose="020B0304020201020104" pitchFamily="34" charset="0"/>
          </a:endParaRPr>
        </a:p>
      </dgm:t>
    </dgm:pt>
    <dgm:pt modelId="{5ED1FB2C-9F18-4E67-B12A-256A698157C7}">
      <dgm:prSet phldrT="[Texto]" custT="1"/>
      <dgm:spPr>
        <a:xfrm>
          <a:off x="5352512" y="1732257"/>
          <a:ext cx="1687409" cy="1687409"/>
        </a:xfrm>
        <a:prstGeom prst="ellipse">
          <a:avLst/>
        </a:prstGeom>
        <a:solidFill>
          <a:srgbClr val="5B9BD5">
            <a:alpha val="50000"/>
            <a:hueOff val="-675854"/>
            <a:satOff val="-1742"/>
            <a:lumOff val="-1177"/>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hueOff val="0"/>
                  <a:satOff val="0"/>
                  <a:lumOff val="0"/>
                  <a:alphaOff val="0"/>
                </a:sysClr>
              </a:solidFill>
              <a:latin typeface="Santander Text Light" panose="020B0304020201020104" pitchFamily="34" charset="0"/>
              <a:ea typeface="+mn-ea"/>
              <a:cs typeface="+mn-cs"/>
            </a:rPr>
            <a:t>Bienes</a:t>
          </a:r>
        </a:p>
      </dgm:t>
    </dgm:pt>
    <dgm:pt modelId="{14D95BCD-C8D0-43F5-AB00-F4BD71065A7F}" type="parTrans" cxnId="{770E59D8-4E80-42E2-8366-1890AEF19527}">
      <dgm:prSet/>
      <dgm:spPr/>
      <dgm:t>
        <a:bodyPr/>
        <a:lstStyle/>
        <a:p>
          <a:endParaRPr lang="es-MX" sz="1600">
            <a:latin typeface="Santander Text Light" panose="020B0304020201020104" pitchFamily="34" charset="0"/>
          </a:endParaRPr>
        </a:p>
      </dgm:t>
    </dgm:pt>
    <dgm:pt modelId="{FA9D780C-2FCC-44D8-B310-9B153088890F}" type="sibTrans" cxnId="{770E59D8-4E80-42E2-8366-1890AEF19527}">
      <dgm:prSet/>
      <dgm:spPr/>
      <dgm:t>
        <a:bodyPr/>
        <a:lstStyle/>
        <a:p>
          <a:endParaRPr lang="es-MX" sz="1600">
            <a:latin typeface="Santander Text Light" panose="020B0304020201020104" pitchFamily="34" charset="0"/>
          </a:endParaRPr>
        </a:p>
      </dgm:t>
    </dgm:pt>
    <dgm:pt modelId="{2DE309E0-780A-441D-9A1A-FFEDBF9E8AA0}">
      <dgm:prSet phldrT="[Texto]" custT="1"/>
      <dgm:spPr>
        <a:xfrm>
          <a:off x="7668568" y="4550113"/>
          <a:ext cx="2796299" cy="736812"/>
        </a:xfrm>
        <a:prstGeom prst="rect">
          <a:avLst/>
        </a:prstGeom>
        <a:noFill/>
        <a:ln>
          <a:noFill/>
        </a:ln>
        <a:effectLst/>
      </dgm:spPr>
      <dgm:t>
        <a:bodyPr/>
        <a:lstStyle/>
        <a:p>
          <a:r>
            <a:rPr lang="es-MX" sz="1600" dirty="0">
              <a:solidFill>
                <a:sysClr val="windowText" lastClr="000000">
                  <a:hueOff val="0"/>
                  <a:satOff val="0"/>
                  <a:lumOff val="0"/>
                  <a:alphaOff val="0"/>
                </a:sysClr>
              </a:solidFill>
              <a:latin typeface="Santander Text Light" panose="020B0304020201020104" pitchFamily="34" charset="0"/>
              <a:ea typeface="+mn-ea"/>
              <a:cs typeface="+mn-cs"/>
            </a:rPr>
            <a:t>Ocultamiento</a:t>
          </a:r>
        </a:p>
      </dgm:t>
    </dgm:pt>
    <dgm:pt modelId="{B72D742A-CCB3-4D85-A1E0-7A31F1F0A907}" type="parTrans" cxnId="{2D90BDE3-EA07-469E-882F-017EC64DCAE7}">
      <dgm:prSet/>
      <dgm:spPr/>
      <dgm:t>
        <a:bodyPr/>
        <a:lstStyle/>
        <a:p>
          <a:endParaRPr lang="es-MX" sz="1600">
            <a:latin typeface="Santander Text Light" panose="020B0304020201020104" pitchFamily="34" charset="0"/>
          </a:endParaRPr>
        </a:p>
      </dgm:t>
    </dgm:pt>
    <dgm:pt modelId="{1B1328EF-29EC-4D4C-9391-0A82F2D8A514}" type="sibTrans" cxnId="{2D90BDE3-EA07-469E-882F-017EC64DCAE7}">
      <dgm:prSet/>
      <dgm:spPr/>
      <dgm:t>
        <a:bodyPr/>
        <a:lstStyle/>
        <a:p>
          <a:endParaRPr lang="es-MX" sz="1600">
            <a:latin typeface="Santander Text Light" panose="020B0304020201020104" pitchFamily="34" charset="0"/>
          </a:endParaRPr>
        </a:p>
      </dgm:t>
    </dgm:pt>
    <dgm:pt modelId="{8D885C0C-B073-4A78-B171-D230FEC0888D}">
      <dgm:prSet phldrT="[Texto]" custT="1"/>
      <dgm:spPr>
        <a:xfrm>
          <a:off x="7946439" y="1436696"/>
          <a:ext cx="2150999" cy="2150610"/>
        </a:xfrm>
        <a:prstGeom prst="ellipse">
          <a:avLst/>
        </a:prstGeom>
        <a:solidFill>
          <a:srgbClr val="70AD47">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 lastClr="FFFFFF"/>
              </a:solidFill>
              <a:latin typeface="Santander Text Light" panose="020B0304020201020104" pitchFamily="34" charset="0"/>
              <a:ea typeface="+mn-ea"/>
              <a:cs typeface="+mn-cs"/>
            </a:rPr>
            <a:t>Sistema Financiero</a:t>
          </a:r>
        </a:p>
      </dgm:t>
    </dgm:pt>
    <dgm:pt modelId="{90592242-AC9A-4DEE-BB7F-EDD8EA58AC17}" type="parTrans" cxnId="{E6D09399-4480-413F-BFC0-4B9D596B261D}">
      <dgm:prSet/>
      <dgm:spPr/>
      <dgm:t>
        <a:bodyPr/>
        <a:lstStyle/>
        <a:p>
          <a:endParaRPr lang="es-MX" sz="1600">
            <a:latin typeface="Santander Text Light" panose="020B0304020201020104" pitchFamily="34" charset="0"/>
          </a:endParaRPr>
        </a:p>
      </dgm:t>
    </dgm:pt>
    <dgm:pt modelId="{5A1B655C-C768-4E6E-84AF-CF05F321FD73}" type="sibTrans" cxnId="{E6D09399-4480-413F-BFC0-4B9D596B261D}">
      <dgm:prSet/>
      <dgm:spPr/>
      <dgm:t>
        <a:bodyPr/>
        <a:lstStyle/>
        <a:p>
          <a:endParaRPr lang="es-MX" sz="1600">
            <a:latin typeface="Santander Text Light" panose="020B0304020201020104" pitchFamily="34" charset="0"/>
          </a:endParaRPr>
        </a:p>
      </dgm:t>
    </dgm:pt>
    <dgm:pt modelId="{416FF721-FD37-4ADB-BED2-23377F5041DC}">
      <dgm:prSet phldrT="[Texto]" custT="1"/>
      <dgm:spPr>
        <a:xfrm>
          <a:off x="1765242" y="2831332"/>
          <a:ext cx="1218410" cy="1170825"/>
        </a:xfrm>
        <a:prstGeom prst="ellipse">
          <a:avLst/>
        </a:prstGeom>
        <a:solidFill>
          <a:srgbClr val="7030A0">
            <a:alpha val="50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600" dirty="0">
              <a:solidFill>
                <a:sysClr val="windowText" lastClr="000000"/>
              </a:solidFill>
              <a:latin typeface="Santander Text Light" panose="020B0304020201020104" pitchFamily="34" charset="0"/>
              <a:ea typeface="+mn-ea"/>
              <a:cs typeface="+mn-cs"/>
            </a:rPr>
            <a:t>Trata de blancas</a:t>
          </a:r>
        </a:p>
      </dgm:t>
    </dgm:pt>
    <dgm:pt modelId="{888B19B0-06F2-407E-BC9A-725D321D24B6}" type="parTrans" cxnId="{B7D1AD53-020F-40A1-9D8B-49CA7CFB40D3}">
      <dgm:prSet/>
      <dgm:spPr/>
      <dgm:t>
        <a:bodyPr/>
        <a:lstStyle/>
        <a:p>
          <a:endParaRPr lang="es-MX" sz="1600">
            <a:latin typeface="Santander Text Light" panose="020B0304020201020104" pitchFamily="34" charset="0"/>
          </a:endParaRPr>
        </a:p>
      </dgm:t>
    </dgm:pt>
    <dgm:pt modelId="{447EC420-A840-4B0A-B263-E7D4B482F95B}" type="sibTrans" cxnId="{B7D1AD53-020F-40A1-9D8B-49CA7CFB40D3}">
      <dgm:prSet/>
      <dgm:spPr/>
      <dgm:t>
        <a:bodyPr/>
        <a:lstStyle/>
        <a:p>
          <a:endParaRPr lang="es-MX" sz="1600">
            <a:latin typeface="Santander Text Light" panose="020B0304020201020104" pitchFamily="34" charset="0"/>
          </a:endParaRPr>
        </a:p>
      </dgm:t>
    </dgm:pt>
    <dgm:pt modelId="{56E17403-391E-431E-BF06-1BFB20665E78}" type="pres">
      <dgm:prSet presAssocID="{333E3E6C-5EB1-478D-9F3A-1C2624C4E3FC}" presName="Name0" presStyleCnt="0">
        <dgm:presLayoutVars>
          <dgm:chMax val="3"/>
          <dgm:chPref val="3"/>
          <dgm:bulletEnabled val="1"/>
          <dgm:dir/>
          <dgm:animLvl val="lvl"/>
        </dgm:presLayoutVars>
      </dgm:prSet>
      <dgm:spPr/>
    </dgm:pt>
    <dgm:pt modelId="{9488EB16-5992-406E-9069-1C457D8C58B0}" type="pres">
      <dgm:prSet presAssocID="{333E3E6C-5EB1-478D-9F3A-1C2624C4E3FC}" presName="arc1" presStyleLbl="node1" presStyleIdx="0" presStyleCnt="4"/>
      <dgm:spPr>
        <a:xfrm rot="5400000">
          <a:off x="282" y="675198"/>
          <a:ext cx="3682881" cy="3683447"/>
        </a:xfrm>
        <a:prstGeom prst="blockArc">
          <a:avLst>
            <a:gd name="adj1" fmla="val 13500000"/>
            <a:gd name="adj2" fmla="val 18900000"/>
            <a:gd name="adj3" fmla="val 496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0E1A3837-07CB-42BC-ABCE-89619E11FD59}" type="pres">
      <dgm:prSet presAssocID="{333E3E6C-5EB1-478D-9F3A-1C2624C4E3FC}" presName="arc3" presStyleLbl="node1" presStyleIdx="1" presStyleCnt="4"/>
      <dgm:spPr>
        <a:xfrm rot="16200000">
          <a:off x="3790723" y="675198"/>
          <a:ext cx="3682881" cy="3683447"/>
        </a:xfrm>
        <a:prstGeom prst="blockArc">
          <a:avLst>
            <a:gd name="adj1" fmla="val 13500000"/>
            <a:gd name="adj2" fmla="val 18900000"/>
            <a:gd name="adj3" fmla="val 4960"/>
          </a:avLst>
        </a:prstGeom>
        <a:solidFill>
          <a:srgbClr val="5B9BD5">
            <a:hueOff val="-2252848"/>
            <a:satOff val="-5806"/>
            <a:lumOff val="-3922"/>
            <a:alphaOff val="0"/>
          </a:srgbClr>
        </a:solidFill>
        <a:ln w="12700" cap="flat" cmpd="sng" algn="ctr">
          <a:solidFill>
            <a:sysClr val="window" lastClr="FFFFFF">
              <a:hueOff val="0"/>
              <a:satOff val="0"/>
              <a:lumOff val="0"/>
              <a:alphaOff val="0"/>
            </a:sysClr>
          </a:solidFill>
          <a:prstDash val="solid"/>
          <a:miter lim="800000"/>
        </a:ln>
        <a:effectLst/>
      </dgm:spPr>
    </dgm:pt>
    <dgm:pt modelId="{3A72B92F-1BDF-4E12-A9B9-121D40E32BF3}" type="pres">
      <dgm:prSet presAssocID="{333E3E6C-5EB1-478D-9F3A-1C2624C4E3FC}" presName="parentText2" presStyleLbl="revTx" presStyleIdx="0" presStyleCnt="3" custLinFactNeighborX="-4088" custLinFactNeighborY="61489">
        <dgm:presLayoutVars>
          <dgm:chMax val="4"/>
          <dgm:chPref val="3"/>
          <dgm:bulletEnabled val="1"/>
        </dgm:presLayoutVars>
      </dgm:prSet>
      <dgm:spPr/>
    </dgm:pt>
    <dgm:pt modelId="{D2102629-3E0E-447A-97A5-0AA68D9D2281}" type="pres">
      <dgm:prSet presAssocID="{333E3E6C-5EB1-478D-9F3A-1C2624C4E3FC}" presName="arc2" presStyleLbl="node1" presStyleIdx="2" presStyleCnt="4"/>
      <dgm:spPr>
        <a:xfrm rot="5400000">
          <a:off x="3672585" y="675198"/>
          <a:ext cx="3682881" cy="3683447"/>
        </a:xfrm>
        <a:prstGeom prst="blockArc">
          <a:avLst>
            <a:gd name="adj1" fmla="val 13500000"/>
            <a:gd name="adj2" fmla="val 18900000"/>
            <a:gd name="adj3" fmla="val 4960"/>
          </a:avLst>
        </a:prstGeom>
        <a:solidFill>
          <a:srgbClr val="5B9BD5">
            <a:hueOff val="-4505695"/>
            <a:satOff val="-11613"/>
            <a:lumOff val="-7843"/>
            <a:alphaOff val="0"/>
          </a:srgbClr>
        </a:solidFill>
        <a:ln w="12700" cap="flat" cmpd="sng" algn="ctr">
          <a:solidFill>
            <a:sysClr val="window" lastClr="FFFFFF">
              <a:hueOff val="0"/>
              <a:satOff val="0"/>
              <a:lumOff val="0"/>
              <a:alphaOff val="0"/>
            </a:sysClr>
          </a:solidFill>
          <a:prstDash val="solid"/>
          <a:miter lim="800000"/>
        </a:ln>
        <a:effectLst/>
      </dgm:spPr>
    </dgm:pt>
    <dgm:pt modelId="{D6110BE4-7FA6-4857-B5AF-BDB51D97431C}" type="pres">
      <dgm:prSet presAssocID="{333E3E6C-5EB1-478D-9F3A-1C2624C4E3FC}" presName="arc4" presStyleLbl="node1" presStyleIdx="3" presStyleCnt="4"/>
      <dgm:spPr>
        <a:xfrm rot="16200000">
          <a:off x="7461912" y="675198"/>
          <a:ext cx="3682881" cy="3683447"/>
        </a:xfrm>
        <a:prstGeom prst="blockArc">
          <a:avLst>
            <a:gd name="adj1" fmla="val 13500000"/>
            <a:gd name="adj2" fmla="val 18900000"/>
            <a:gd name="adj3" fmla="val 4960"/>
          </a:avLst>
        </a:prstGeom>
        <a:solidFill>
          <a:srgbClr val="5B9BD5">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dgm:spPr>
    </dgm:pt>
    <dgm:pt modelId="{652D791C-9AC0-4134-A8B1-2B433029F3F1}" type="pres">
      <dgm:prSet presAssocID="{333E3E6C-5EB1-478D-9F3A-1C2624C4E3FC}" presName="parentText3" presStyleLbl="revTx" presStyleIdx="1" presStyleCnt="3" custLinFactNeighborX="11144" custLinFactNeighborY="61489">
        <dgm:presLayoutVars>
          <dgm:chMax val="1"/>
          <dgm:chPref val="1"/>
          <dgm:bulletEnabled val="1"/>
        </dgm:presLayoutVars>
      </dgm:prSet>
      <dgm:spPr/>
    </dgm:pt>
    <dgm:pt modelId="{D0AE3064-AA00-45F5-994A-C21123277F4E}" type="pres">
      <dgm:prSet presAssocID="{333E3E6C-5EB1-478D-9F3A-1C2624C4E3FC}" presName="middleComposite" presStyleCnt="0"/>
      <dgm:spPr/>
    </dgm:pt>
    <dgm:pt modelId="{401D02BB-E589-4147-8A32-D19D28C00794}" type="pres">
      <dgm:prSet presAssocID="{2393CD5E-B2FD-4F4A-A11F-EC1BF2F247B3}" presName="circ1" presStyleLbl="vennNode1" presStyleIdx="0" presStyleCnt="11"/>
      <dgm:spPr/>
    </dgm:pt>
    <dgm:pt modelId="{0A548C29-FFEC-4B64-93E7-55BC3833E00C}" type="pres">
      <dgm:prSet presAssocID="{2393CD5E-B2FD-4F4A-A11F-EC1BF2F247B3}" presName="circ1Tx" presStyleLbl="revTx" presStyleIdx="1" presStyleCnt="3">
        <dgm:presLayoutVars>
          <dgm:chMax val="0"/>
          <dgm:chPref val="0"/>
        </dgm:presLayoutVars>
      </dgm:prSet>
      <dgm:spPr/>
    </dgm:pt>
    <dgm:pt modelId="{F2463F81-D19A-4798-8084-977E4F632363}" type="pres">
      <dgm:prSet presAssocID="{5ED1FB2C-9F18-4E67-B12A-256A698157C7}" presName="circ2" presStyleLbl="vennNode1" presStyleIdx="1" presStyleCnt="11"/>
      <dgm:spPr/>
    </dgm:pt>
    <dgm:pt modelId="{974EFD9F-2600-4F7E-B14B-CA6BAE00C39F}" type="pres">
      <dgm:prSet presAssocID="{5ED1FB2C-9F18-4E67-B12A-256A698157C7}" presName="circ2Tx" presStyleLbl="revTx" presStyleIdx="1" presStyleCnt="3">
        <dgm:presLayoutVars>
          <dgm:chMax val="0"/>
          <dgm:chPref val="0"/>
        </dgm:presLayoutVars>
      </dgm:prSet>
      <dgm:spPr/>
    </dgm:pt>
    <dgm:pt modelId="{D3B4CE10-6310-4CD1-AF07-CF3AB7F68C7D}" type="pres">
      <dgm:prSet presAssocID="{333E3E6C-5EB1-478D-9F3A-1C2624C4E3FC}" presName="leftComposite" presStyleCnt="0"/>
      <dgm:spPr/>
    </dgm:pt>
    <dgm:pt modelId="{28D06803-7CB9-43E0-BF88-503B515FEE76}" type="pres">
      <dgm:prSet presAssocID="{8439588E-15F4-4694-9314-79AFEC4A3E5A}" presName="childText1_1" presStyleLbl="vennNode1" presStyleIdx="2" presStyleCnt="11" custScaleX="164890" custScaleY="160696" custLinFactNeighborX="-46343" custLinFactNeighborY="-44045">
        <dgm:presLayoutVars>
          <dgm:chMax val="0"/>
          <dgm:chPref val="0"/>
        </dgm:presLayoutVars>
      </dgm:prSet>
      <dgm:spPr/>
    </dgm:pt>
    <dgm:pt modelId="{187749AC-B621-4AC4-AE08-FB2B2E9C4704}" type="pres">
      <dgm:prSet presAssocID="{8439588E-15F4-4694-9314-79AFEC4A3E5A}" presName="ellipse1" presStyleLbl="vennNode1" presStyleIdx="3" presStyleCnt="11" custLinFactNeighborX="-17098" custLinFactNeighborY="-55576"/>
      <dgm:spPr>
        <a:xfrm>
          <a:off x="1138268" y="2223052"/>
          <a:ext cx="310024" cy="310065"/>
        </a:xfrm>
        <a:prstGeom prst="ellipse">
          <a:avLst/>
        </a:prstGeom>
        <a:solidFill>
          <a:srgbClr val="5B9BD5">
            <a:alpha val="50000"/>
            <a:hueOff val="-2027563"/>
            <a:satOff val="-5226"/>
            <a:lumOff val="-3530"/>
            <a:alphaOff val="0"/>
          </a:srgbClr>
        </a:solidFill>
        <a:ln w="12700" cap="flat" cmpd="sng" algn="ctr">
          <a:solidFill>
            <a:sysClr val="window" lastClr="FFFFFF">
              <a:hueOff val="0"/>
              <a:satOff val="0"/>
              <a:lumOff val="0"/>
              <a:alphaOff val="0"/>
            </a:sysClr>
          </a:solidFill>
          <a:prstDash val="solid"/>
          <a:miter lim="800000"/>
        </a:ln>
        <a:effectLst/>
      </dgm:spPr>
    </dgm:pt>
    <dgm:pt modelId="{C090A262-B7B6-4CA1-94FE-9A1E81988B15}" type="pres">
      <dgm:prSet presAssocID="{8439588E-15F4-4694-9314-79AFEC4A3E5A}" presName="ellipse2" presStyleLbl="vennNode1" presStyleIdx="4" presStyleCnt="11" custLinFactY="-11124" custLinFactNeighborX="-29922" custLinFactNeighborY="-100000"/>
      <dgm:spPr>
        <a:xfrm>
          <a:off x="2108164" y="852700"/>
          <a:ext cx="310024" cy="310065"/>
        </a:xfrm>
        <a:prstGeom prst="ellipse">
          <a:avLst/>
        </a:prstGeom>
        <a:solidFill>
          <a:srgbClr val="5B9BD5">
            <a:alpha val="50000"/>
            <a:hueOff val="-2703417"/>
            <a:satOff val="-6968"/>
            <a:lumOff val="-4706"/>
            <a:alphaOff val="0"/>
          </a:srgbClr>
        </a:solidFill>
        <a:ln w="12700" cap="flat" cmpd="sng" algn="ctr">
          <a:solidFill>
            <a:sysClr val="window" lastClr="FFFFFF">
              <a:hueOff val="0"/>
              <a:satOff val="0"/>
              <a:lumOff val="0"/>
              <a:alphaOff val="0"/>
            </a:sysClr>
          </a:solidFill>
          <a:prstDash val="solid"/>
          <a:miter lim="800000"/>
        </a:ln>
        <a:effectLst/>
      </dgm:spPr>
    </dgm:pt>
    <dgm:pt modelId="{4C05D2FB-52A7-482A-8A23-2D1468807F57}" type="pres">
      <dgm:prSet presAssocID="{2759FA84-6F13-4161-AD02-B9F4EF5A0AF6}" presName="childText1_2" presStyleLbl="vennNode1" presStyleIdx="5" presStyleCnt="11" custScaleX="126616" custScaleY="130371" custLinFactNeighborX="-21983" custLinFactNeighborY="-8549">
        <dgm:presLayoutVars>
          <dgm:chMax val="0"/>
          <dgm:chPref val="0"/>
        </dgm:presLayoutVars>
      </dgm:prSet>
      <dgm:spPr/>
    </dgm:pt>
    <dgm:pt modelId="{3CA5A023-9756-4EF6-A849-07A44D25F7C2}" type="pres">
      <dgm:prSet presAssocID="{2759FA84-6F13-4161-AD02-B9F4EF5A0AF6}" presName="ellipse3" presStyleLbl="vennNode1" presStyleIdx="6" presStyleCnt="11"/>
      <dgm:spPr>
        <a:xfrm>
          <a:off x="3087455" y="2621697"/>
          <a:ext cx="310024" cy="310065"/>
        </a:xfrm>
        <a:prstGeom prst="ellipse">
          <a:avLst/>
        </a:prstGeom>
        <a:solidFill>
          <a:srgbClr val="5B9BD5">
            <a:alpha val="50000"/>
            <a:hueOff val="-4055126"/>
            <a:satOff val="-10451"/>
            <a:lumOff val="-7059"/>
            <a:alphaOff val="0"/>
          </a:srgbClr>
        </a:solidFill>
        <a:ln w="12700" cap="flat" cmpd="sng" algn="ctr">
          <a:solidFill>
            <a:sysClr val="window" lastClr="FFFFFF">
              <a:hueOff val="0"/>
              <a:satOff val="0"/>
              <a:lumOff val="0"/>
              <a:alphaOff val="0"/>
            </a:sysClr>
          </a:solidFill>
          <a:prstDash val="solid"/>
          <a:miter lim="800000"/>
        </a:ln>
        <a:effectLst/>
      </dgm:spPr>
    </dgm:pt>
    <dgm:pt modelId="{EF19AE81-F16A-4D65-B74E-4DE28328B02F}" type="pres">
      <dgm:prSet presAssocID="{DD19A48A-21FE-4C30-BB2C-28E94A023063}" presName="childText1_3" presStyleLbl="vennNode1" presStyleIdx="7" presStyleCnt="11" custScaleX="143501" custScaleY="149024" custLinFactNeighborX="-36639" custLinFactNeighborY="18320">
        <dgm:presLayoutVars>
          <dgm:chMax val="0"/>
          <dgm:chPref val="0"/>
        </dgm:presLayoutVars>
      </dgm:prSet>
      <dgm:spPr/>
    </dgm:pt>
    <dgm:pt modelId="{4EA5ACCB-C35B-46DB-8974-8DC75B71A0B2}" type="pres">
      <dgm:prSet presAssocID="{416FF721-FD37-4ADB-BED2-23377F5041DC}" presName="childText1_4" presStyleLbl="vennNode1" presStyleIdx="8" presStyleCnt="11" custScaleX="112287" custScaleY="107901" custLinFactNeighborX="-15877" custLinFactNeighborY="13434">
        <dgm:presLayoutVars>
          <dgm:chMax val="0"/>
          <dgm:chPref val="0"/>
        </dgm:presLayoutVars>
      </dgm:prSet>
      <dgm:spPr/>
    </dgm:pt>
    <dgm:pt modelId="{4A69B6C2-747F-4A63-9DDE-86222D19ABEC}" type="pres">
      <dgm:prSet presAssocID="{416FF721-FD37-4ADB-BED2-23377F5041DC}" presName="ellipse4" presStyleLbl="vennNode1" presStyleIdx="9" presStyleCnt="11" custLinFactNeighborX="-34812" custLinFactNeighborY="27358"/>
      <dgm:spPr>
        <a:xfrm>
          <a:off x="1454969" y="2467255"/>
          <a:ext cx="532952" cy="532830"/>
        </a:xfrm>
        <a:prstGeom prst="ellipse">
          <a:avLst/>
        </a:prstGeom>
        <a:solidFill>
          <a:srgbClr val="5B9BD5">
            <a:alpha val="50000"/>
            <a:hueOff val="-6082688"/>
            <a:satOff val="-15677"/>
            <a:lumOff val="-10588"/>
            <a:alphaOff val="0"/>
          </a:srgbClr>
        </a:solidFill>
        <a:ln w="12700" cap="flat" cmpd="sng" algn="ctr">
          <a:solidFill>
            <a:sysClr val="window" lastClr="FFFFFF">
              <a:hueOff val="0"/>
              <a:satOff val="0"/>
              <a:lumOff val="0"/>
              <a:alphaOff val="0"/>
            </a:sysClr>
          </a:solidFill>
          <a:prstDash val="solid"/>
          <a:miter lim="800000"/>
        </a:ln>
        <a:effectLst/>
      </dgm:spPr>
    </dgm:pt>
    <dgm:pt modelId="{086C1514-680B-43BC-8E76-1085EB146CA6}" type="pres">
      <dgm:prSet presAssocID="{416FF721-FD37-4ADB-BED2-23377F5041DC}" presName="ellipse5" presStyleLbl="vennNode1" presStyleIdx="10" presStyleCnt="11" custLinFactNeighborX="-96674" custLinFactNeighborY="-79664"/>
      <dgm:spPr>
        <a:xfrm>
          <a:off x="617860" y="2408526"/>
          <a:ext cx="233036" cy="232891"/>
        </a:xfrm>
        <a:prstGeom prst="ellipse">
          <a:avLst/>
        </a:prstGeom>
        <a:solidFill>
          <a:srgbClr val="5B9BD5">
            <a:alpha val="50000"/>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dgm:spPr>
    </dgm:pt>
    <dgm:pt modelId="{6722935C-FF85-4BD2-98C0-D3A4514F5C2C}" type="pres">
      <dgm:prSet presAssocID="{333E3E6C-5EB1-478D-9F3A-1C2624C4E3FC}" presName="rightChild" presStyleLbl="node2" presStyleIdx="0" presStyleCnt="1">
        <dgm:presLayoutVars>
          <dgm:chMax val="0"/>
          <dgm:chPref val="0"/>
        </dgm:presLayoutVars>
      </dgm:prSet>
      <dgm:spPr/>
    </dgm:pt>
    <dgm:pt modelId="{2B34CDBD-85F4-4687-BA0E-FC808E5EE9AA}" type="pres">
      <dgm:prSet presAssocID="{333E3E6C-5EB1-478D-9F3A-1C2624C4E3FC}" presName="parentText1" presStyleLbl="revTx" presStyleIdx="2" presStyleCnt="3" custLinFactNeighborX="-19560" custLinFactNeighborY="76024">
        <dgm:presLayoutVars>
          <dgm:chMax val="4"/>
          <dgm:chPref val="3"/>
          <dgm:bulletEnabled val="1"/>
        </dgm:presLayoutVars>
      </dgm:prSet>
      <dgm:spPr/>
    </dgm:pt>
  </dgm:ptLst>
  <dgm:cxnLst>
    <dgm:cxn modelId="{CED1070F-BBF8-414C-B25C-AEED185B80B2}" srcId="{1F1050ED-6007-4511-803C-DE1A3C937504}" destId="{8439588E-15F4-4694-9314-79AFEC4A3E5A}" srcOrd="0" destOrd="0" parTransId="{E7DB6FDA-43E8-4847-8CC0-3DF4C7731CE2}" sibTransId="{C8D5BDB0-D5E5-4088-AF86-AF3E360D9C76}"/>
    <dgm:cxn modelId="{24DAE917-190D-4D8C-B034-A8D419E65363}" type="presOf" srcId="{8439588E-15F4-4694-9314-79AFEC4A3E5A}" destId="{28D06803-7CB9-43E0-BF88-503B515FEE76}" srcOrd="0" destOrd="0" presId="urn:microsoft.com/office/officeart/2009/3/layout/PhasedProcess"/>
    <dgm:cxn modelId="{7AA51A1D-311D-4C4B-8968-2EB4B2E988A5}" type="presOf" srcId="{333E3E6C-5EB1-478D-9F3A-1C2624C4E3FC}" destId="{56E17403-391E-431E-BF06-1BFB20665E78}" srcOrd="0" destOrd="0" presId="urn:microsoft.com/office/officeart/2009/3/layout/PhasedProcess"/>
    <dgm:cxn modelId="{94111C20-0966-4706-BC89-F73AC619297D}" type="presOf" srcId="{8D885C0C-B073-4A78-B171-D230FEC0888D}" destId="{6722935C-FF85-4BD2-98C0-D3A4514F5C2C}" srcOrd="0" destOrd="0" presId="urn:microsoft.com/office/officeart/2009/3/layout/PhasedProcess"/>
    <dgm:cxn modelId="{8D1C3623-A966-43F1-996D-3A2F78B0A30F}" srcId="{242F6410-B10C-4064-B851-310953258AC7}" destId="{2393CD5E-B2FD-4F4A-A11F-EC1BF2F247B3}" srcOrd="0" destOrd="0" parTransId="{F3EE5B82-151E-4EF0-98BF-682B79DBDA6D}" sibTransId="{4553188C-CF8B-4B00-AECC-F7BAF1C3A592}"/>
    <dgm:cxn modelId="{F29B6A27-944A-4A3C-8250-B61138965A61}" srcId="{1F1050ED-6007-4511-803C-DE1A3C937504}" destId="{DD19A48A-21FE-4C30-BB2C-28E94A023063}" srcOrd="2" destOrd="0" parTransId="{F6D00796-DEAA-4F4A-8FD3-FD40B15CED8C}" sibTransId="{869EAA3A-A7C5-49F7-BA64-13CD444942A1}"/>
    <dgm:cxn modelId="{24DEA341-CA1C-4E08-9FB9-E6139C9BDB34}" type="presOf" srcId="{2393CD5E-B2FD-4F4A-A11F-EC1BF2F247B3}" destId="{401D02BB-E589-4147-8A32-D19D28C00794}" srcOrd="0" destOrd="0" presId="urn:microsoft.com/office/officeart/2009/3/layout/PhasedProcess"/>
    <dgm:cxn modelId="{7B74484D-6619-4F39-B537-CEBEAAF647A8}" srcId="{333E3E6C-5EB1-478D-9F3A-1C2624C4E3FC}" destId="{1F1050ED-6007-4511-803C-DE1A3C937504}" srcOrd="0" destOrd="0" parTransId="{034538DC-1940-4FED-B828-108D20436833}" sibTransId="{E4EF4B7B-CDC6-4A08-98D0-26C70A59F0F6}"/>
    <dgm:cxn modelId="{51B25572-578B-4261-8B1E-10F9CBA8AA7D}" type="presOf" srcId="{2DE309E0-780A-441D-9A1A-FFEDBF9E8AA0}" destId="{652D791C-9AC0-4134-A8B1-2B433029F3F1}" srcOrd="0" destOrd="0" presId="urn:microsoft.com/office/officeart/2009/3/layout/PhasedProcess"/>
    <dgm:cxn modelId="{B7D1AD53-020F-40A1-9D8B-49CA7CFB40D3}" srcId="{1F1050ED-6007-4511-803C-DE1A3C937504}" destId="{416FF721-FD37-4ADB-BED2-23377F5041DC}" srcOrd="3" destOrd="0" parTransId="{888B19B0-06F2-407E-BC9A-725D321D24B6}" sibTransId="{447EC420-A840-4B0A-B263-E7D4B482F95B}"/>
    <dgm:cxn modelId="{85A5CB56-1B0B-4861-8E9E-6C8D6B08DE5F}" type="presOf" srcId="{2759FA84-6F13-4161-AD02-B9F4EF5A0AF6}" destId="{4C05D2FB-52A7-482A-8A23-2D1468807F57}" srcOrd="0" destOrd="0" presId="urn:microsoft.com/office/officeart/2009/3/layout/PhasedProcess"/>
    <dgm:cxn modelId="{FD69E28B-5024-44D8-B219-DCE18C76DCE7}" srcId="{333E3E6C-5EB1-478D-9F3A-1C2624C4E3FC}" destId="{242F6410-B10C-4064-B851-310953258AC7}" srcOrd="1" destOrd="0" parTransId="{C2A76C91-54C2-478B-8F63-5A698ADCB20D}" sibTransId="{C7512B13-0EA4-45A6-A0BF-468AC63A4EB0}"/>
    <dgm:cxn modelId="{C047EF8E-B597-4744-8D43-16557AB1EA1D}" type="presOf" srcId="{5ED1FB2C-9F18-4E67-B12A-256A698157C7}" destId="{F2463F81-D19A-4798-8084-977E4F632363}" srcOrd="0" destOrd="0" presId="urn:microsoft.com/office/officeart/2009/3/layout/PhasedProcess"/>
    <dgm:cxn modelId="{E6D09399-4480-413F-BFC0-4B9D596B261D}" srcId="{2DE309E0-780A-441D-9A1A-FFEDBF9E8AA0}" destId="{8D885C0C-B073-4A78-B171-D230FEC0888D}" srcOrd="0" destOrd="0" parTransId="{90592242-AC9A-4DEE-BB7F-EDD8EA58AC17}" sibTransId="{5A1B655C-C768-4E6E-84AF-CF05F321FD73}"/>
    <dgm:cxn modelId="{E5AE689B-686A-42A0-91E4-D15C4BDE0E60}" type="presOf" srcId="{DD19A48A-21FE-4C30-BB2C-28E94A023063}" destId="{EF19AE81-F16A-4D65-B74E-4DE28328B02F}" srcOrd="0" destOrd="0" presId="urn:microsoft.com/office/officeart/2009/3/layout/PhasedProcess"/>
    <dgm:cxn modelId="{1A22B4AD-FBE7-476D-9FF7-80A52D08ECE6}" type="presOf" srcId="{416FF721-FD37-4ADB-BED2-23377F5041DC}" destId="{4EA5ACCB-C35B-46DB-8974-8DC75B71A0B2}" srcOrd="0" destOrd="0" presId="urn:microsoft.com/office/officeart/2009/3/layout/PhasedProcess"/>
    <dgm:cxn modelId="{591ECDBB-43D6-43DA-A1C2-6204BB1C56D8}" type="presOf" srcId="{2393CD5E-B2FD-4F4A-A11F-EC1BF2F247B3}" destId="{0A548C29-FFEC-4B64-93E7-55BC3833E00C}" srcOrd="1" destOrd="0" presId="urn:microsoft.com/office/officeart/2009/3/layout/PhasedProcess"/>
    <dgm:cxn modelId="{F95B56BC-C7C6-44B2-AFA2-D937EF138289}" type="presOf" srcId="{5ED1FB2C-9F18-4E67-B12A-256A698157C7}" destId="{974EFD9F-2600-4F7E-B14B-CA6BAE00C39F}" srcOrd="1" destOrd="0" presId="urn:microsoft.com/office/officeart/2009/3/layout/PhasedProcess"/>
    <dgm:cxn modelId="{3ECD24C3-9B86-4500-9755-D7DC391B2DC5}" type="presOf" srcId="{242F6410-B10C-4064-B851-310953258AC7}" destId="{3A72B92F-1BDF-4E12-A9B9-121D40E32BF3}" srcOrd="0" destOrd="0" presId="urn:microsoft.com/office/officeart/2009/3/layout/PhasedProcess"/>
    <dgm:cxn modelId="{E7F783C9-8F35-48AB-9B9F-6B5D3C61FB09}" srcId="{1F1050ED-6007-4511-803C-DE1A3C937504}" destId="{2759FA84-6F13-4161-AD02-B9F4EF5A0AF6}" srcOrd="1" destOrd="0" parTransId="{16E54E0C-557E-4859-BDBF-D8ECC497B8DB}" sibTransId="{C3A84306-601E-4804-9755-852617A12446}"/>
    <dgm:cxn modelId="{DFD9CCD1-DAFE-44DA-8DDE-5EB2074975D6}" type="presOf" srcId="{1F1050ED-6007-4511-803C-DE1A3C937504}" destId="{2B34CDBD-85F4-4687-BA0E-FC808E5EE9AA}" srcOrd="0" destOrd="0" presId="urn:microsoft.com/office/officeart/2009/3/layout/PhasedProcess"/>
    <dgm:cxn modelId="{770E59D8-4E80-42E2-8366-1890AEF19527}" srcId="{242F6410-B10C-4064-B851-310953258AC7}" destId="{5ED1FB2C-9F18-4E67-B12A-256A698157C7}" srcOrd="1" destOrd="0" parTransId="{14D95BCD-C8D0-43F5-AB00-F4BD71065A7F}" sibTransId="{FA9D780C-2FCC-44D8-B310-9B153088890F}"/>
    <dgm:cxn modelId="{2D90BDE3-EA07-469E-882F-017EC64DCAE7}" srcId="{333E3E6C-5EB1-478D-9F3A-1C2624C4E3FC}" destId="{2DE309E0-780A-441D-9A1A-FFEDBF9E8AA0}" srcOrd="2" destOrd="0" parTransId="{B72D742A-CCB3-4D85-A1E0-7A31F1F0A907}" sibTransId="{1B1328EF-29EC-4D4C-9391-0A82F2D8A514}"/>
    <dgm:cxn modelId="{12525B58-5AB5-479A-AD58-84838B48441B}" type="presParOf" srcId="{56E17403-391E-431E-BF06-1BFB20665E78}" destId="{9488EB16-5992-406E-9069-1C457D8C58B0}" srcOrd="0" destOrd="0" presId="urn:microsoft.com/office/officeart/2009/3/layout/PhasedProcess"/>
    <dgm:cxn modelId="{48311A86-E3A8-4345-89DC-3D68CD3AACFE}" type="presParOf" srcId="{56E17403-391E-431E-BF06-1BFB20665E78}" destId="{0E1A3837-07CB-42BC-ABCE-89619E11FD59}" srcOrd="1" destOrd="0" presId="urn:microsoft.com/office/officeart/2009/3/layout/PhasedProcess"/>
    <dgm:cxn modelId="{4C11489C-5479-4A80-AB6C-63C2BF65BD64}" type="presParOf" srcId="{56E17403-391E-431E-BF06-1BFB20665E78}" destId="{3A72B92F-1BDF-4E12-A9B9-121D40E32BF3}" srcOrd="2" destOrd="0" presId="urn:microsoft.com/office/officeart/2009/3/layout/PhasedProcess"/>
    <dgm:cxn modelId="{158CD6B8-7876-42F4-9B28-34827364FE2E}" type="presParOf" srcId="{56E17403-391E-431E-BF06-1BFB20665E78}" destId="{D2102629-3E0E-447A-97A5-0AA68D9D2281}" srcOrd="3" destOrd="0" presId="urn:microsoft.com/office/officeart/2009/3/layout/PhasedProcess"/>
    <dgm:cxn modelId="{FE2D56C7-AEC1-42E4-8E0B-99D8CE12C499}" type="presParOf" srcId="{56E17403-391E-431E-BF06-1BFB20665E78}" destId="{D6110BE4-7FA6-4857-B5AF-BDB51D97431C}" srcOrd="4" destOrd="0" presId="urn:microsoft.com/office/officeart/2009/3/layout/PhasedProcess"/>
    <dgm:cxn modelId="{510092B7-D30F-4AA1-925B-F85680829EA7}" type="presParOf" srcId="{56E17403-391E-431E-BF06-1BFB20665E78}" destId="{652D791C-9AC0-4134-A8B1-2B433029F3F1}" srcOrd="5" destOrd="0" presId="urn:microsoft.com/office/officeart/2009/3/layout/PhasedProcess"/>
    <dgm:cxn modelId="{6F4CA8D4-1083-4B17-AA0C-46888F409A3F}" type="presParOf" srcId="{56E17403-391E-431E-BF06-1BFB20665E78}" destId="{D0AE3064-AA00-45F5-994A-C21123277F4E}" srcOrd="6" destOrd="0" presId="urn:microsoft.com/office/officeart/2009/3/layout/PhasedProcess"/>
    <dgm:cxn modelId="{96413C89-92BA-4420-B7CA-9B1ED70D391B}" type="presParOf" srcId="{D0AE3064-AA00-45F5-994A-C21123277F4E}" destId="{401D02BB-E589-4147-8A32-D19D28C00794}" srcOrd="0" destOrd="0" presId="urn:microsoft.com/office/officeart/2009/3/layout/PhasedProcess"/>
    <dgm:cxn modelId="{4A70BAE1-7101-4A58-8BA9-A8AD4BEE75C4}" type="presParOf" srcId="{D0AE3064-AA00-45F5-994A-C21123277F4E}" destId="{0A548C29-FFEC-4B64-93E7-55BC3833E00C}" srcOrd="1" destOrd="0" presId="urn:microsoft.com/office/officeart/2009/3/layout/PhasedProcess"/>
    <dgm:cxn modelId="{111466EA-AC8A-48CC-9E8E-B3B34607731E}" type="presParOf" srcId="{D0AE3064-AA00-45F5-994A-C21123277F4E}" destId="{F2463F81-D19A-4798-8084-977E4F632363}" srcOrd="2" destOrd="0" presId="urn:microsoft.com/office/officeart/2009/3/layout/PhasedProcess"/>
    <dgm:cxn modelId="{100CAE11-93F3-4E92-B033-AF119CDA880C}" type="presParOf" srcId="{D0AE3064-AA00-45F5-994A-C21123277F4E}" destId="{974EFD9F-2600-4F7E-B14B-CA6BAE00C39F}" srcOrd="3" destOrd="0" presId="urn:microsoft.com/office/officeart/2009/3/layout/PhasedProcess"/>
    <dgm:cxn modelId="{F0DB2B76-0F4D-4320-9593-D43742C977ED}" type="presParOf" srcId="{56E17403-391E-431E-BF06-1BFB20665E78}" destId="{D3B4CE10-6310-4CD1-AF07-CF3AB7F68C7D}" srcOrd="7" destOrd="0" presId="urn:microsoft.com/office/officeart/2009/3/layout/PhasedProcess"/>
    <dgm:cxn modelId="{E4C04B7F-CC77-49D9-8265-A59E62E0188C}" type="presParOf" srcId="{D3B4CE10-6310-4CD1-AF07-CF3AB7F68C7D}" destId="{28D06803-7CB9-43E0-BF88-503B515FEE76}" srcOrd="0" destOrd="0" presId="urn:microsoft.com/office/officeart/2009/3/layout/PhasedProcess"/>
    <dgm:cxn modelId="{CA7132AB-6E22-4002-B642-F0546E25124E}" type="presParOf" srcId="{D3B4CE10-6310-4CD1-AF07-CF3AB7F68C7D}" destId="{187749AC-B621-4AC4-AE08-FB2B2E9C4704}" srcOrd="1" destOrd="0" presId="urn:microsoft.com/office/officeart/2009/3/layout/PhasedProcess"/>
    <dgm:cxn modelId="{2DB46023-3610-49C0-BE66-6B064F6F0457}" type="presParOf" srcId="{D3B4CE10-6310-4CD1-AF07-CF3AB7F68C7D}" destId="{C090A262-B7B6-4CA1-94FE-9A1E81988B15}" srcOrd="2" destOrd="0" presId="urn:microsoft.com/office/officeart/2009/3/layout/PhasedProcess"/>
    <dgm:cxn modelId="{2FE4354C-F618-4264-8A54-2CFFCBAB261F}" type="presParOf" srcId="{D3B4CE10-6310-4CD1-AF07-CF3AB7F68C7D}" destId="{4C05D2FB-52A7-482A-8A23-2D1468807F57}" srcOrd="3" destOrd="0" presId="urn:microsoft.com/office/officeart/2009/3/layout/PhasedProcess"/>
    <dgm:cxn modelId="{37D8D660-70F2-43F7-924E-975053F0A466}" type="presParOf" srcId="{D3B4CE10-6310-4CD1-AF07-CF3AB7F68C7D}" destId="{3CA5A023-9756-4EF6-A849-07A44D25F7C2}" srcOrd="4" destOrd="0" presId="urn:microsoft.com/office/officeart/2009/3/layout/PhasedProcess"/>
    <dgm:cxn modelId="{0965457E-F827-489B-B478-9D746AB53AC0}" type="presParOf" srcId="{D3B4CE10-6310-4CD1-AF07-CF3AB7F68C7D}" destId="{EF19AE81-F16A-4D65-B74E-4DE28328B02F}" srcOrd="5" destOrd="0" presId="urn:microsoft.com/office/officeart/2009/3/layout/PhasedProcess"/>
    <dgm:cxn modelId="{6DB30D6E-AD60-430C-996F-DE4AFFDABBCC}" type="presParOf" srcId="{D3B4CE10-6310-4CD1-AF07-CF3AB7F68C7D}" destId="{4EA5ACCB-C35B-46DB-8974-8DC75B71A0B2}" srcOrd="6" destOrd="0" presId="urn:microsoft.com/office/officeart/2009/3/layout/PhasedProcess"/>
    <dgm:cxn modelId="{96596CB5-3590-4C6C-BA84-BAD035E88C33}" type="presParOf" srcId="{D3B4CE10-6310-4CD1-AF07-CF3AB7F68C7D}" destId="{4A69B6C2-747F-4A63-9DDE-86222D19ABEC}" srcOrd="7" destOrd="0" presId="urn:microsoft.com/office/officeart/2009/3/layout/PhasedProcess"/>
    <dgm:cxn modelId="{82F81E3B-C87A-47DA-887C-1824D1227046}" type="presParOf" srcId="{D3B4CE10-6310-4CD1-AF07-CF3AB7F68C7D}" destId="{086C1514-680B-43BC-8E76-1085EB146CA6}" srcOrd="8" destOrd="0" presId="urn:microsoft.com/office/officeart/2009/3/layout/PhasedProcess"/>
    <dgm:cxn modelId="{95E9B174-FFE0-471C-824B-55254B8E8C70}" type="presParOf" srcId="{56E17403-391E-431E-BF06-1BFB20665E78}" destId="{6722935C-FF85-4BD2-98C0-D3A4514F5C2C}" srcOrd="8" destOrd="0" presId="urn:microsoft.com/office/officeart/2009/3/layout/PhasedProcess"/>
    <dgm:cxn modelId="{DC00B5CE-7B89-4417-A2C4-0D4487E5CB11}" type="presParOf" srcId="{56E17403-391E-431E-BF06-1BFB20665E78}" destId="{2B34CDBD-85F4-4687-BA0E-FC808E5EE9AA}" srcOrd="9" destOrd="0" presId="urn:microsoft.com/office/officeart/2009/3/layout/Phased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79FF1B-F715-4896-AFD2-6F25FD431DE8}" type="doc">
      <dgm:prSet loTypeId="urn:microsoft.com/office/officeart/2005/8/layout/arrow2" loCatId="process" qsTypeId="urn:microsoft.com/office/officeart/2005/8/quickstyle/3d3" qsCatId="3D" csTypeId="urn:microsoft.com/office/officeart/2005/8/colors/colorful5" csCatId="colorful" phldr="1"/>
      <dgm:spPr/>
    </dgm:pt>
    <dgm:pt modelId="{B5FFE9B6-715F-4D40-A0D7-04A0AAF2BF75}">
      <dgm:prSet phldrT="[Texto]" custT="1"/>
      <dgm:spPr>
        <a:xfrm>
          <a:off x="1088760" y="5147321"/>
          <a:ext cx="1812009" cy="1404696"/>
        </a:xfrm>
        <a:prstGeom prst="rect">
          <a:avLst/>
        </a:prstGeom>
        <a:noFill/>
        <a:ln w="6350" cap="flat" cmpd="sng" algn="ctr">
          <a:solidFill>
            <a:sysClr val="windowText" lastClr="000000">
              <a:alpha val="0"/>
              <a:hueOff val="0"/>
              <a:satOff val="0"/>
              <a:lumOff val="0"/>
              <a:alphaOff val="0"/>
            </a:sysClr>
          </a:solidFill>
          <a:prstDash val="solid"/>
          <a:miter lim="800000"/>
        </a:ln>
        <a:effectLst/>
      </dgm:spPr>
      <dgm:t>
        <a:bodyPr/>
        <a:lstStyle/>
        <a:p>
          <a:r>
            <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Colocación </a:t>
          </a:r>
        </a:p>
        <a:p>
          <a:r>
            <a:rPr lang="es-MX" sz="16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El lavador introduce sus ganancias ilícitas en el sistema financiero.</a:t>
          </a:r>
          <a:endPar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gm:t>
    </dgm:pt>
    <dgm:pt modelId="{73A03DC6-9A37-4148-98D3-D07FF0A566B9}" type="parTrans" cxnId="{52FB650D-F713-4789-A964-03E72802711F}">
      <dgm:prSet/>
      <dgm:spPr/>
      <dgm:t>
        <a:bodyPr/>
        <a:lstStyle/>
        <a:p>
          <a:endParaRPr lang="es-MX" sz="1600">
            <a:latin typeface="Santander Text Light" panose="020B0304020201020104" pitchFamily="34" charset="0"/>
          </a:endParaRPr>
        </a:p>
      </dgm:t>
    </dgm:pt>
    <dgm:pt modelId="{51D8DEFC-A7A3-488B-9AE4-0B33E18D6C09}" type="sibTrans" cxnId="{52FB650D-F713-4789-A964-03E72802711F}">
      <dgm:prSet/>
      <dgm:spPr/>
      <dgm:t>
        <a:bodyPr/>
        <a:lstStyle/>
        <a:p>
          <a:endParaRPr lang="es-MX" sz="1600">
            <a:latin typeface="Santander Text Light" panose="020B0304020201020104" pitchFamily="34" charset="0"/>
          </a:endParaRPr>
        </a:p>
      </dgm:t>
    </dgm:pt>
    <dgm:pt modelId="{7663E6D1-556F-44A7-AF16-F56ED14FA414}">
      <dgm:prSet phldrT="[Texto]" custT="1"/>
      <dgm:spPr>
        <a:xfrm>
          <a:off x="2938391" y="4147045"/>
          <a:ext cx="2561363" cy="2644133"/>
        </a:xfrm>
        <a:prstGeom prst="rect">
          <a:avLst/>
        </a:prstGeom>
        <a:noFill/>
        <a:ln w="6350" cap="flat" cmpd="sng" algn="ctr">
          <a:solidFill>
            <a:sysClr val="windowText" lastClr="000000">
              <a:alpha val="0"/>
              <a:hueOff val="0"/>
              <a:satOff val="0"/>
              <a:lumOff val="0"/>
              <a:alphaOff val="0"/>
            </a:sysClr>
          </a:solidFill>
          <a:prstDash val="solid"/>
          <a:miter lim="800000"/>
        </a:ln>
        <a:effectLst/>
      </dgm:spPr>
      <dgm:t>
        <a:bodyPr/>
        <a:lstStyle/>
        <a:p>
          <a:r>
            <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Estratificación o Enmascaramiento </a:t>
          </a:r>
        </a:p>
        <a:p>
          <a:r>
            <a:rPr lang="es-MX" sz="16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Implica el envío de dinero a través de diversas transacciones financieras para cambiar su forma, dificultando su rastreo.</a:t>
          </a:r>
          <a:endPar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gm:t>
    </dgm:pt>
    <dgm:pt modelId="{922A533F-EDFD-4143-814D-176259E0DFCF}" type="parTrans" cxnId="{7968AC8D-7FEB-4E3D-B768-BE6EC484BF81}">
      <dgm:prSet/>
      <dgm:spPr/>
      <dgm:t>
        <a:bodyPr/>
        <a:lstStyle/>
        <a:p>
          <a:endParaRPr lang="es-MX" sz="1600">
            <a:latin typeface="Santander Text Light" panose="020B0304020201020104" pitchFamily="34" charset="0"/>
          </a:endParaRPr>
        </a:p>
      </dgm:t>
    </dgm:pt>
    <dgm:pt modelId="{774B5450-0B88-4D09-8D7C-578218B7A1C9}" type="sibTrans" cxnId="{7968AC8D-7FEB-4E3D-B768-BE6EC484BF81}">
      <dgm:prSet/>
      <dgm:spPr/>
      <dgm:t>
        <a:bodyPr/>
        <a:lstStyle/>
        <a:p>
          <a:endParaRPr lang="es-MX" sz="1600">
            <a:latin typeface="Santander Text Light" panose="020B0304020201020104" pitchFamily="34" charset="0"/>
          </a:endParaRPr>
        </a:p>
      </dgm:t>
    </dgm:pt>
    <dgm:pt modelId="{3D809B3F-EFCB-4CE0-BAAC-8ABD11D474D7}">
      <dgm:prSet phldrT="[Texto]" custT="1"/>
      <dgm:spPr>
        <a:xfrm>
          <a:off x="5171614" y="3173942"/>
          <a:ext cx="1866447" cy="3378075"/>
        </a:xfrm>
        <a:prstGeom prst="rect">
          <a:avLst/>
        </a:prstGeom>
        <a:noFill/>
        <a:ln w="6350" cap="flat" cmpd="sng" algn="ctr">
          <a:solidFill>
            <a:sysClr val="windowText" lastClr="000000">
              <a:alpha val="0"/>
              <a:hueOff val="0"/>
              <a:satOff val="0"/>
              <a:lumOff val="0"/>
              <a:alphaOff val="0"/>
            </a:sysClr>
          </a:solidFill>
          <a:prstDash val="solid"/>
          <a:miter lim="800000"/>
        </a:ln>
        <a:effectLst/>
      </dgm:spPr>
      <dgm:t>
        <a:bodyPr/>
        <a:lstStyle/>
        <a:p>
          <a:r>
            <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Integración </a:t>
          </a:r>
          <a:r>
            <a:rPr lang="es-MX" sz="16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Reinserción de los fondos ilegales en la economía. Los fondos aparecen como legítimos y pueden ser reutilizados.</a:t>
          </a:r>
          <a:endParaRPr lang="es-MX" sz="1600" b="1" u="none"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gm:t>
    </dgm:pt>
    <dgm:pt modelId="{4E29D42D-8462-40A5-8988-59ABC1FBD015}" type="parTrans" cxnId="{DC56896B-963B-48ED-8B72-7907DF55DB40}">
      <dgm:prSet/>
      <dgm:spPr/>
      <dgm:t>
        <a:bodyPr/>
        <a:lstStyle/>
        <a:p>
          <a:endParaRPr lang="es-MX" sz="1600">
            <a:latin typeface="Santander Text Light" panose="020B0304020201020104" pitchFamily="34" charset="0"/>
          </a:endParaRPr>
        </a:p>
      </dgm:t>
    </dgm:pt>
    <dgm:pt modelId="{6737EF98-3782-4377-9473-71CCD6328676}" type="sibTrans" cxnId="{DC56896B-963B-48ED-8B72-7907DF55DB40}">
      <dgm:prSet/>
      <dgm:spPr/>
      <dgm:t>
        <a:bodyPr/>
        <a:lstStyle/>
        <a:p>
          <a:endParaRPr lang="es-MX" sz="1600">
            <a:latin typeface="Santander Text Light" panose="020B0304020201020104" pitchFamily="34" charset="0"/>
          </a:endParaRPr>
        </a:p>
      </dgm:t>
    </dgm:pt>
    <dgm:pt modelId="{F26B6325-68DA-4BA3-8674-761C34676EE4}" type="pres">
      <dgm:prSet presAssocID="{4179FF1B-F715-4896-AFD2-6F25FD431DE8}" presName="arrowDiagram" presStyleCnt="0">
        <dgm:presLayoutVars>
          <dgm:chMax val="5"/>
          <dgm:dir/>
          <dgm:resizeHandles val="exact"/>
        </dgm:presLayoutVars>
      </dgm:prSet>
      <dgm:spPr/>
    </dgm:pt>
    <dgm:pt modelId="{ED5A79C4-D947-4C4C-8103-33B61A072829}" type="pres">
      <dgm:prSet presAssocID="{4179FF1B-F715-4896-AFD2-6F25FD431DE8}" presName="arrow" presStyleLbl="bgShp" presStyleIdx="0" presStyleCnt="1" custLinFactNeighborY="-304"/>
      <dgm:spPr>
        <a:xfrm>
          <a:off x="0" y="1676701"/>
          <a:ext cx="7776864" cy="4860539"/>
        </a:xfrm>
        <a:prstGeom prst="swooshArrow">
          <a:avLst>
            <a:gd name="adj1" fmla="val 25000"/>
            <a:gd name="adj2" fmla="val 25000"/>
          </a:avLst>
        </a:prstGeom>
        <a:solidFill>
          <a:srgbClr val="5B9BD5">
            <a:tint val="40000"/>
            <a:hueOff val="0"/>
            <a:satOff val="0"/>
            <a:lumOff val="0"/>
            <a:alpha val="65000"/>
          </a:srgbClr>
        </a:solidFill>
        <a:ln w="6350" cap="flat" cmpd="sng" algn="ctr">
          <a:noFill/>
          <a:prstDash val="solid"/>
          <a:miter lim="800000"/>
        </a:ln>
        <a:effectLst/>
        <a:scene3d>
          <a:camera prst="orthographicFront">
            <a:rot lat="0" lon="0" rev="0"/>
          </a:camera>
          <a:lightRig rig="contrasting" dir="t">
            <a:rot lat="0" lon="0" rev="1200000"/>
          </a:lightRig>
        </a:scene3d>
        <a:sp3d z="-300000" prstMaterial="plastic"/>
      </dgm:spPr>
    </dgm:pt>
    <dgm:pt modelId="{B22C1DD8-0E4D-469C-83D1-503CA85E1969}" type="pres">
      <dgm:prSet presAssocID="{4179FF1B-F715-4896-AFD2-6F25FD431DE8}" presName="arrowDiagram3" presStyleCnt="0"/>
      <dgm:spPr/>
    </dgm:pt>
    <dgm:pt modelId="{89298BD3-DFB3-410E-B82B-87A00D6E89E1}" type="pres">
      <dgm:prSet presAssocID="{B5FFE9B6-715F-4D40-A0D7-04A0AAF2BF75}" presName="bullet3a" presStyleLbl="node1" presStyleIdx="0" presStyleCnt="3"/>
      <dgm:spPr>
        <a:xfrm>
          <a:off x="987661" y="5046222"/>
          <a:ext cx="202198" cy="202198"/>
        </a:xfrm>
        <a:prstGeom prst="ellipse">
          <a:avLst/>
        </a:prstGeom>
        <a:solidFill>
          <a:srgbClr val="5B9BD5">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pt>
    <dgm:pt modelId="{45425B24-412B-45CF-973F-F68BADF05FD2}" type="pres">
      <dgm:prSet presAssocID="{B5FFE9B6-715F-4D40-A0D7-04A0AAF2BF75}" presName="textBox3a" presStyleLbl="revTx" presStyleIdx="0" presStyleCnt="3" custLinFactNeighborX="18503" custLinFactNeighborY="15492">
        <dgm:presLayoutVars>
          <dgm:bulletEnabled val="1"/>
        </dgm:presLayoutVars>
      </dgm:prSet>
      <dgm:spPr/>
    </dgm:pt>
    <dgm:pt modelId="{A20E6756-AE11-410E-9602-34C90BB723BC}" type="pres">
      <dgm:prSet presAssocID="{7663E6D1-556F-44A7-AF16-F56ED14FA414}" presName="bullet3b" presStyleLbl="node1" presStyleIdx="1" presStyleCnt="3" custLinFactNeighborX="66712" custLinFactNeighborY="-33355"/>
      <dgm:spPr>
        <a:xfrm>
          <a:off x="2772452" y="3725127"/>
          <a:ext cx="365512" cy="365512"/>
        </a:xfrm>
        <a:prstGeom prst="ellipse">
          <a:avLst/>
        </a:prstGeom>
        <a:solidFill>
          <a:srgbClr val="5B9BD5">
            <a:hueOff val="-3379271"/>
            <a:satOff val="-8710"/>
            <a:lumOff val="-5883"/>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pt>
    <dgm:pt modelId="{6A97226F-102A-4208-B45D-CCDFFF80CE5E}" type="pres">
      <dgm:prSet presAssocID="{7663E6D1-556F-44A7-AF16-F56ED14FA414}" presName="textBox3b" presStyleLbl="revTx" presStyleIdx="1" presStyleCnt="3" custScaleX="137232" custLinFactNeighborX="38400" custLinFactNeighborY="8660">
        <dgm:presLayoutVars>
          <dgm:bulletEnabled val="1"/>
        </dgm:presLayoutVars>
      </dgm:prSet>
      <dgm:spPr/>
    </dgm:pt>
    <dgm:pt modelId="{41CD8F7A-ED7E-43EC-8136-28B6869B72A5}" type="pres">
      <dgm:prSet presAssocID="{3D809B3F-EFCB-4CE0-BAAC-8ABD11D474D7}" presName="bullet3c" presStyleLbl="node1" presStyleIdx="2" presStyleCnt="3" custLinFactX="40694" custLinFactNeighborX="100000" custLinFactNeighborY="-38188"/>
      <dgm:spPr>
        <a:xfrm>
          <a:off x="4918866" y="2921194"/>
          <a:ext cx="505496" cy="505496"/>
        </a:xfrm>
        <a:prstGeom prst="ellipse">
          <a:avLst/>
        </a:prstGeom>
        <a:solidFill>
          <a:srgbClr val="5B9BD5">
            <a:hueOff val="-6758543"/>
            <a:satOff val="-17419"/>
            <a:lumOff val="-11765"/>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pt>
    <dgm:pt modelId="{DBB65305-15C7-4410-902E-C5647E1807BF}" type="pres">
      <dgm:prSet presAssocID="{3D809B3F-EFCB-4CE0-BAAC-8ABD11D474D7}" presName="textBox3c" presStyleLbl="revTx" presStyleIdx="2" presStyleCnt="3" custLinFactNeighborX="43938" custLinFactNeighborY="2193">
        <dgm:presLayoutVars>
          <dgm:bulletEnabled val="1"/>
        </dgm:presLayoutVars>
      </dgm:prSet>
      <dgm:spPr/>
    </dgm:pt>
  </dgm:ptLst>
  <dgm:cxnLst>
    <dgm:cxn modelId="{F7FDAA00-F699-4CF2-AFFF-D8ECAA424497}" type="presOf" srcId="{3D809B3F-EFCB-4CE0-BAAC-8ABD11D474D7}" destId="{DBB65305-15C7-4410-902E-C5647E1807BF}" srcOrd="0" destOrd="0" presId="urn:microsoft.com/office/officeart/2005/8/layout/arrow2"/>
    <dgm:cxn modelId="{52FB650D-F713-4789-A964-03E72802711F}" srcId="{4179FF1B-F715-4896-AFD2-6F25FD431DE8}" destId="{B5FFE9B6-715F-4D40-A0D7-04A0AAF2BF75}" srcOrd="0" destOrd="0" parTransId="{73A03DC6-9A37-4148-98D3-D07FF0A566B9}" sibTransId="{51D8DEFC-A7A3-488B-9AE4-0B33E18D6C09}"/>
    <dgm:cxn modelId="{DC56896B-963B-48ED-8B72-7907DF55DB40}" srcId="{4179FF1B-F715-4896-AFD2-6F25FD431DE8}" destId="{3D809B3F-EFCB-4CE0-BAAC-8ABD11D474D7}" srcOrd="2" destOrd="0" parTransId="{4E29D42D-8462-40A5-8988-59ABC1FBD015}" sibTransId="{6737EF98-3782-4377-9473-71CCD6328676}"/>
    <dgm:cxn modelId="{34D0D35A-CDA7-4631-ABBC-0BDD7A3AB5B6}" type="presOf" srcId="{7663E6D1-556F-44A7-AF16-F56ED14FA414}" destId="{6A97226F-102A-4208-B45D-CCDFFF80CE5E}" srcOrd="0" destOrd="0" presId="urn:microsoft.com/office/officeart/2005/8/layout/arrow2"/>
    <dgm:cxn modelId="{D9AB5F7C-3B59-4EE8-AAEA-446197795F09}" type="presOf" srcId="{B5FFE9B6-715F-4D40-A0D7-04A0AAF2BF75}" destId="{45425B24-412B-45CF-973F-F68BADF05FD2}" srcOrd="0" destOrd="0" presId="urn:microsoft.com/office/officeart/2005/8/layout/arrow2"/>
    <dgm:cxn modelId="{7968AC8D-7FEB-4E3D-B768-BE6EC484BF81}" srcId="{4179FF1B-F715-4896-AFD2-6F25FD431DE8}" destId="{7663E6D1-556F-44A7-AF16-F56ED14FA414}" srcOrd="1" destOrd="0" parTransId="{922A533F-EDFD-4143-814D-176259E0DFCF}" sibTransId="{774B5450-0B88-4D09-8D7C-578218B7A1C9}"/>
    <dgm:cxn modelId="{D38A4AE5-B59C-4617-B371-4AD32800AD6D}" type="presOf" srcId="{4179FF1B-F715-4896-AFD2-6F25FD431DE8}" destId="{F26B6325-68DA-4BA3-8674-761C34676EE4}" srcOrd="0" destOrd="0" presId="urn:microsoft.com/office/officeart/2005/8/layout/arrow2"/>
    <dgm:cxn modelId="{BA542CC6-3717-40AF-B7BD-E2644ADE01F9}" type="presParOf" srcId="{F26B6325-68DA-4BA3-8674-761C34676EE4}" destId="{ED5A79C4-D947-4C4C-8103-33B61A072829}" srcOrd="0" destOrd="0" presId="urn:microsoft.com/office/officeart/2005/8/layout/arrow2"/>
    <dgm:cxn modelId="{7A375EE6-3621-4A21-9626-313A094B17B5}" type="presParOf" srcId="{F26B6325-68DA-4BA3-8674-761C34676EE4}" destId="{B22C1DD8-0E4D-469C-83D1-503CA85E1969}" srcOrd="1" destOrd="0" presId="urn:microsoft.com/office/officeart/2005/8/layout/arrow2"/>
    <dgm:cxn modelId="{243DC9E3-A1A0-4326-A591-C2A3F17729E9}" type="presParOf" srcId="{B22C1DD8-0E4D-469C-83D1-503CA85E1969}" destId="{89298BD3-DFB3-410E-B82B-87A00D6E89E1}" srcOrd="0" destOrd="0" presId="urn:microsoft.com/office/officeart/2005/8/layout/arrow2"/>
    <dgm:cxn modelId="{BE3A4C37-F634-4AA5-887B-D398C095B6BA}" type="presParOf" srcId="{B22C1DD8-0E4D-469C-83D1-503CA85E1969}" destId="{45425B24-412B-45CF-973F-F68BADF05FD2}" srcOrd="1" destOrd="0" presId="urn:microsoft.com/office/officeart/2005/8/layout/arrow2"/>
    <dgm:cxn modelId="{2B12C0A7-242F-4416-9954-821A7775A30A}" type="presParOf" srcId="{B22C1DD8-0E4D-469C-83D1-503CA85E1969}" destId="{A20E6756-AE11-410E-9602-34C90BB723BC}" srcOrd="2" destOrd="0" presId="urn:microsoft.com/office/officeart/2005/8/layout/arrow2"/>
    <dgm:cxn modelId="{C987A855-ABC2-42C9-88AD-AA3F015E128B}" type="presParOf" srcId="{B22C1DD8-0E4D-469C-83D1-503CA85E1969}" destId="{6A97226F-102A-4208-B45D-CCDFFF80CE5E}" srcOrd="3" destOrd="0" presId="urn:microsoft.com/office/officeart/2005/8/layout/arrow2"/>
    <dgm:cxn modelId="{32679684-528A-4CFB-8E94-70B2214024E4}" type="presParOf" srcId="{B22C1DD8-0E4D-469C-83D1-503CA85E1969}" destId="{41CD8F7A-ED7E-43EC-8136-28B6869B72A5}" srcOrd="4" destOrd="0" presId="urn:microsoft.com/office/officeart/2005/8/layout/arrow2"/>
    <dgm:cxn modelId="{740AE6C2-3044-4428-B1DE-359A72A202C8}" type="presParOf" srcId="{B22C1DD8-0E4D-469C-83D1-503CA85E1969}" destId="{DBB65305-15C7-4410-902E-C5647E1807BF}"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B66B63-D1EA-4AAD-B05F-67AFDEC79844}" type="doc">
      <dgm:prSet loTypeId="urn:microsoft.com/office/officeart/2005/8/layout/hProcess9" loCatId="process" qsTypeId="urn:microsoft.com/office/officeart/2005/8/quickstyle/simple1" qsCatId="simple" csTypeId="urn:microsoft.com/office/officeart/2005/8/colors/accent1_2" csCatId="accent1" phldr="1"/>
      <dgm:spPr/>
    </dgm:pt>
    <dgm:pt modelId="{DD7FCAEA-E633-4A51-92C4-3630765D0ECB}">
      <dgm:prSet custT="1"/>
      <dgm:spPr>
        <a:solidFill>
          <a:schemeClr val="tx2">
            <a:lumMod val="75000"/>
          </a:schemeClr>
        </a:solidFill>
      </dgm:spPr>
      <dgm:t>
        <a:bodyPr/>
        <a:lstStyle/>
        <a:p>
          <a:r>
            <a:rPr lang="es-MX" sz="1600" dirty="0">
              <a:latin typeface="Santander Text Light" panose="020B0304020201020104" pitchFamily="34" charset="0"/>
            </a:rPr>
            <a:t>La disposición física del dinero en efectivo proveniente de actividades delictivas.</a:t>
          </a:r>
          <a:endParaRPr lang="es-ES" sz="1600" dirty="0">
            <a:latin typeface="Santander Text Light" panose="020B0304020201020104" pitchFamily="34" charset="0"/>
          </a:endParaRPr>
        </a:p>
      </dgm:t>
    </dgm:pt>
    <dgm:pt modelId="{6D378347-74A4-41E9-8EE4-B89701CD235A}" type="parTrans" cxnId="{5CC68633-F2D1-43BD-8054-3EEAB0BEF879}">
      <dgm:prSet/>
      <dgm:spPr/>
      <dgm:t>
        <a:bodyPr/>
        <a:lstStyle/>
        <a:p>
          <a:endParaRPr lang="es-ES" sz="1600">
            <a:latin typeface="Santander Text Light" panose="020B0304020201020104" pitchFamily="34" charset="0"/>
          </a:endParaRPr>
        </a:p>
      </dgm:t>
    </dgm:pt>
    <dgm:pt modelId="{0E966121-FF74-4155-9841-28C39B0A4B41}" type="sibTrans" cxnId="{5CC68633-F2D1-43BD-8054-3EEAB0BEF879}">
      <dgm:prSet/>
      <dgm:spPr/>
      <dgm:t>
        <a:bodyPr/>
        <a:lstStyle/>
        <a:p>
          <a:endParaRPr lang="es-ES" sz="1600">
            <a:latin typeface="Santander Text Light" panose="020B0304020201020104" pitchFamily="34" charset="0"/>
          </a:endParaRPr>
        </a:p>
      </dgm:t>
    </dgm:pt>
    <dgm:pt modelId="{9EDC9349-5EB0-409C-A67B-170B0CD9A54D}">
      <dgm:prSet custT="1"/>
      <dgm:spPr>
        <a:solidFill>
          <a:schemeClr val="bg1">
            <a:lumMod val="65000"/>
          </a:schemeClr>
        </a:solidFill>
      </dgm:spPr>
      <dgm:t>
        <a:bodyPr/>
        <a:lstStyle/>
        <a:p>
          <a:r>
            <a:rPr lang="es-MX" sz="1600" dirty="0">
              <a:latin typeface="Santander Text Light" panose="020B0304020201020104" pitchFamily="34" charset="0"/>
            </a:rPr>
            <a:t>Durante esta fase, el lavador de dinero introduce sus fondos ilegales en el sistema financiero. </a:t>
          </a:r>
          <a:endParaRPr lang="es-ES" sz="1600" dirty="0">
            <a:latin typeface="Santander Text Light" panose="020B0304020201020104" pitchFamily="34" charset="0"/>
          </a:endParaRPr>
        </a:p>
      </dgm:t>
    </dgm:pt>
    <dgm:pt modelId="{9B83F3EC-ABB8-4951-BCC1-676CC074427C}" type="parTrans" cxnId="{7BD9B4ED-FD8A-44EB-B965-9D0771D0B554}">
      <dgm:prSet/>
      <dgm:spPr/>
      <dgm:t>
        <a:bodyPr/>
        <a:lstStyle/>
        <a:p>
          <a:endParaRPr lang="es-ES" sz="1600">
            <a:latin typeface="Santander Text Light" panose="020B0304020201020104" pitchFamily="34" charset="0"/>
          </a:endParaRPr>
        </a:p>
      </dgm:t>
    </dgm:pt>
    <dgm:pt modelId="{74536245-842A-497E-9B34-234BD8DB5E72}" type="sibTrans" cxnId="{7BD9B4ED-FD8A-44EB-B965-9D0771D0B554}">
      <dgm:prSet/>
      <dgm:spPr/>
      <dgm:t>
        <a:bodyPr/>
        <a:lstStyle/>
        <a:p>
          <a:endParaRPr lang="es-ES" sz="1600">
            <a:latin typeface="Santander Text Light" panose="020B0304020201020104" pitchFamily="34" charset="0"/>
          </a:endParaRPr>
        </a:p>
      </dgm:t>
    </dgm:pt>
    <dgm:pt modelId="{B8B544ED-26CA-40BE-99BD-E69AB1E246D9}" type="pres">
      <dgm:prSet presAssocID="{C8B66B63-D1EA-4AAD-B05F-67AFDEC79844}" presName="CompostProcess" presStyleCnt="0">
        <dgm:presLayoutVars>
          <dgm:dir/>
          <dgm:resizeHandles val="exact"/>
        </dgm:presLayoutVars>
      </dgm:prSet>
      <dgm:spPr/>
    </dgm:pt>
    <dgm:pt modelId="{111049BB-7357-452C-A1CD-C4313420FE15}" type="pres">
      <dgm:prSet presAssocID="{C8B66B63-D1EA-4AAD-B05F-67AFDEC79844}" presName="arrow" presStyleLbl="bgShp" presStyleIdx="0" presStyleCnt="1"/>
      <dgm:spPr>
        <a:solidFill>
          <a:srgbClr val="2AA798">
            <a:alpha val="10000"/>
          </a:srgbClr>
        </a:solidFill>
      </dgm:spPr>
    </dgm:pt>
    <dgm:pt modelId="{51815358-F8FE-4F18-8B09-A05226BF0262}" type="pres">
      <dgm:prSet presAssocID="{C8B66B63-D1EA-4AAD-B05F-67AFDEC79844}" presName="linearProcess" presStyleCnt="0"/>
      <dgm:spPr/>
    </dgm:pt>
    <dgm:pt modelId="{4523F11E-4279-4EEF-B845-E30268C54C7D}" type="pres">
      <dgm:prSet presAssocID="{DD7FCAEA-E633-4A51-92C4-3630765D0ECB}" presName="textNode" presStyleLbl="node1" presStyleIdx="0" presStyleCnt="2">
        <dgm:presLayoutVars>
          <dgm:bulletEnabled val="1"/>
        </dgm:presLayoutVars>
      </dgm:prSet>
      <dgm:spPr/>
    </dgm:pt>
    <dgm:pt modelId="{C1C20AA9-A856-4DA9-91C1-534DF9B7D0F4}" type="pres">
      <dgm:prSet presAssocID="{0E966121-FF74-4155-9841-28C39B0A4B41}" presName="sibTrans" presStyleCnt="0"/>
      <dgm:spPr/>
    </dgm:pt>
    <dgm:pt modelId="{38A1BFE3-F4B5-43F4-97D9-FF9A1507D7F0}" type="pres">
      <dgm:prSet presAssocID="{9EDC9349-5EB0-409C-A67B-170B0CD9A54D}" presName="textNode" presStyleLbl="node1" presStyleIdx="1" presStyleCnt="2">
        <dgm:presLayoutVars>
          <dgm:bulletEnabled val="1"/>
        </dgm:presLayoutVars>
      </dgm:prSet>
      <dgm:spPr/>
    </dgm:pt>
  </dgm:ptLst>
  <dgm:cxnLst>
    <dgm:cxn modelId="{5CC68633-F2D1-43BD-8054-3EEAB0BEF879}" srcId="{C8B66B63-D1EA-4AAD-B05F-67AFDEC79844}" destId="{DD7FCAEA-E633-4A51-92C4-3630765D0ECB}" srcOrd="0" destOrd="0" parTransId="{6D378347-74A4-41E9-8EE4-B89701CD235A}" sibTransId="{0E966121-FF74-4155-9841-28C39B0A4B41}"/>
    <dgm:cxn modelId="{154DAF33-3671-43C1-8CEE-1D89B00E2B4E}" type="presOf" srcId="{DD7FCAEA-E633-4A51-92C4-3630765D0ECB}" destId="{4523F11E-4279-4EEF-B845-E30268C54C7D}" srcOrd="0" destOrd="0" presId="urn:microsoft.com/office/officeart/2005/8/layout/hProcess9"/>
    <dgm:cxn modelId="{006EAD38-25C5-46EF-9B14-1BA2396FE1F6}" type="presOf" srcId="{9EDC9349-5EB0-409C-A67B-170B0CD9A54D}" destId="{38A1BFE3-F4B5-43F4-97D9-FF9A1507D7F0}" srcOrd="0" destOrd="0" presId="urn:microsoft.com/office/officeart/2005/8/layout/hProcess9"/>
    <dgm:cxn modelId="{C9A81245-BA7E-444E-9303-34C584C94E89}" type="presOf" srcId="{C8B66B63-D1EA-4AAD-B05F-67AFDEC79844}" destId="{B8B544ED-26CA-40BE-99BD-E69AB1E246D9}" srcOrd="0" destOrd="0" presId="urn:microsoft.com/office/officeart/2005/8/layout/hProcess9"/>
    <dgm:cxn modelId="{7BD9B4ED-FD8A-44EB-B965-9D0771D0B554}" srcId="{C8B66B63-D1EA-4AAD-B05F-67AFDEC79844}" destId="{9EDC9349-5EB0-409C-A67B-170B0CD9A54D}" srcOrd="1" destOrd="0" parTransId="{9B83F3EC-ABB8-4951-BCC1-676CC074427C}" sibTransId="{74536245-842A-497E-9B34-234BD8DB5E72}"/>
    <dgm:cxn modelId="{79BBA8EA-1757-4445-B9E3-A30BE88754CD}" type="presParOf" srcId="{B8B544ED-26CA-40BE-99BD-E69AB1E246D9}" destId="{111049BB-7357-452C-A1CD-C4313420FE15}" srcOrd="0" destOrd="0" presId="urn:microsoft.com/office/officeart/2005/8/layout/hProcess9"/>
    <dgm:cxn modelId="{80EFC476-13A7-4543-8F80-167C63F0F1C7}" type="presParOf" srcId="{B8B544ED-26CA-40BE-99BD-E69AB1E246D9}" destId="{51815358-F8FE-4F18-8B09-A05226BF0262}" srcOrd="1" destOrd="0" presId="urn:microsoft.com/office/officeart/2005/8/layout/hProcess9"/>
    <dgm:cxn modelId="{206ACEAF-4C81-4D2A-9891-4F17109A3E42}" type="presParOf" srcId="{51815358-F8FE-4F18-8B09-A05226BF0262}" destId="{4523F11E-4279-4EEF-B845-E30268C54C7D}" srcOrd="0" destOrd="0" presId="urn:microsoft.com/office/officeart/2005/8/layout/hProcess9"/>
    <dgm:cxn modelId="{571CC5B1-0258-41BB-976A-D009061ACC8B}" type="presParOf" srcId="{51815358-F8FE-4F18-8B09-A05226BF0262}" destId="{C1C20AA9-A856-4DA9-91C1-534DF9B7D0F4}" srcOrd="1" destOrd="0" presId="urn:microsoft.com/office/officeart/2005/8/layout/hProcess9"/>
    <dgm:cxn modelId="{835C5CF2-512D-44DD-8655-6003B8A4B0CB}" type="presParOf" srcId="{51815358-F8FE-4F18-8B09-A05226BF0262}" destId="{38A1BFE3-F4B5-43F4-97D9-FF9A1507D7F0}" srcOrd="2" destOrd="0" presId="urn:microsoft.com/office/officeart/2005/8/layout/hProcess9"/>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B66B63-D1EA-4AAD-B05F-67AFDEC79844}" type="doc">
      <dgm:prSet loTypeId="urn:microsoft.com/office/officeart/2005/8/layout/hProcess9" loCatId="process" qsTypeId="urn:microsoft.com/office/officeart/2005/8/quickstyle/simple1" qsCatId="simple" csTypeId="urn:microsoft.com/office/officeart/2005/8/colors/accent1_2" csCatId="accent1" phldr="1"/>
      <dgm:spPr/>
    </dgm:pt>
    <dgm:pt modelId="{DD7FCAEA-E633-4A51-92C4-3630765D0ECB}">
      <dgm:prSet custT="1"/>
      <dgm:spPr>
        <a:solidFill>
          <a:schemeClr val="tx2">
            <a:lumMod val="75000"/>
            <a:alpha val="70000"/>
          </a:schemeClr>
        </a:solidFill>
      </dgm:spPr>
      <dgm:t>
        <a:bodyPr/>
        <a:lstStyle/>
        <a:p>
          <a:r>
            <a:rPr lang="es-MX" sz="1600" b="1" dirty="0">
              <a:latin typeface="Santander Text Light" panose="020B0304020201020104" pitchFamily="34" charset="0"/>
            </a:rPr>
            <a:t>La separación de fondos ilícitos de su fuente mediante “capas” de transacciones financieras cuyo fin es desdibujar la transacción.</a:t>
          </a:r>
          <a:endParaRPr lang="es-ES" sz="1600" b="1" dirty="0">
            <a:latin typeface="Santander Text Light" panose="020B0304020201020104" pitchFamily="34" charset="0"/>
          </a:endParaRPr>
        </a:p>
        <a:p>
          <a:endParaRPr lang="es-ES" sz="1600" b="1" dirty="0">
            <a:latin typeface="Santander Text Light" panose="020B0304020201020104" pitchFamily="34" charset="0"/>
          </a:endParaRPr>
        </a:p>
      </dgm:t>
    </dgm:pt>
    <dgm:pt modelId="{6D378347-74A4-41E9-8EE4-B89701CD235A}" type="parTrans" cxnId="{5CC68633-F2D1-43BD-8054-3EEAB0BEF879}">
      <dgm:prSet/>
      <dgm:spPr/>
      <dgm:t>
        <a:bodyPr/>
        <a:lstStyle/>
        <a:p>
          <a:endParaRPr lang="es-ES" sz="1600">
            <a:latin typeface="Santander Text Light" panose="020B0304020201020104" pitchFamily="34" charset="0"/>
          </a:endParaRPr>
        </a:p>
      </dgm:t>
    </dgm:pt>
    <dgm:pt modelId="{0E966121-FF74-4155-9841-28C39B0A4B41}" type="sibTrans" cxnId="{5CC68633-F2D1-43BD-8054-3EEAB0BEF879}">
      <dgm:prSet/>
      <dgm:spPr/>
      <dgm:t>
        <a:bodyPr/>
        <a:lstStyle/>
        <a:p>
          <a:endParaRPr lang="es-ES" sz="1600">
            <a:latin typeface="Santander Text Light" panose="020B0304020201020104" pitchFamily="34" charset="0"/>
          </a:endParaRPr>
        </a:p>
      </dgm:t>
    </dgm:pt>
    <dgm:pt modelId="{9EDC9349-5EB0-409C-A67B-170B0CD9A54D}">
      <dgm:prSet custT="1"/>
      <dgm:spPr>
        <a:solidFill>
          <a:schemeClr val="bg1">
            <a:lumMod val="65000"/>
            <a:alpha val="70000"/>
          </a:schemeClr>
        </a:solidFill>
      </dgm:spPr>
      <dgm:t>
        <a:bodyPr/>
        <a:lstStyle/>
        <a:p>
          <a:r>
            <a:rPr lang="es-MX" sz="1600" b="1" dirty="0">
              <a:latin typeface="Santander Text Light" panose="020B0304020201020104" pitchFamily="34" charset="0"/>
            </a:rPr>
            <a:t>La segunda etapa supone la conversión de los fondos procedentes de actividades ilícitas a otra forma y crea capas complejas de transacciones financieras para disimular el rastro documentado, la fuente y la propiedad de los fondos.</a:t>
          </a:r>
          <a:endParaRPr lang="es-ES" sz="1600" b="1" dirty="0">
            <a:latin typeface="Santander Text Light" panose="020B0304020201020104" pitchFamily="34" charset="0"/>
          </a:endParaRPr>
        </a:p>
        <a:p>
          <a:endParaRPr lang="es-ES" sz="1600" b="1" dirty="0">
            <a:latin typeface="Santander Text Light" panose="020B0304020201020104" pitchFamily="34" charset="0"/>
          </a:endParaRPr>
        </a:p>
      </dgm:t>
    </dgm:pt>
    <dgm:pt modelId="{9B83F3EC-ABB8-4951-BCC1-676CC074427C}" type="parTrans" cxnId="{7BD9B4ED-FD8A-44EB-B965-9D0771D0B554}">
      <dgm:prSet/>
      <dgm:spPr/>
      <dgm:t>
        <a:bodyPr/>
        <a:lstStyle/>
        <a:p>
          <a:endParaRPr lang="es-ES" sz="1600">
            <a:latin typeface="Santander Text Light" panose="020B0304020201020104" pitchFamily="34" charset="0"/>
          </a:endParaRPr>
        </a:p>
      </dgm:t>
    </dgm:pt>
    <dgm:pt modelId="{74536245-842A-497E-9B34-234BD8DB5E72}" type="sibTrans" cxnId="{7BD9B4ED-FD8A-44EB-B965-9D0771D0B554}">
      <dgm:prSet/>
      <dgm:spPr/>
      <dgm:t>
        <a:bodyPr/>
        <a:lstStyle/>
        <a:p>
          <a:endParaRPr lang="es-ES" sz="1600">
            <a:latin typeface="Santander Text Light" panose="020B0304020201020104" pitchFamily="34" charset="0"/>
          </a:endParaRPr>
        </a:p>
      </dgm:t>
    </dgm:pt>
    <dgm:pt modelId="{B8B544ED-26CA-40BE-99BD-E69AB1E246D9}" type="pres">
      <dgm:prSet presAssocID="{C8B66B63-D1EA-4AAD-B05F-67AFDEC79844}" presName="CompostProcess" presStyleCnt="0">
        <dgm:presLayoutVars>
          <dgm:dir/>
          <dgm:resizeHandles val="exact"/>
        </dgm:presLayoutVars>
      </dgm:prSet>
      <dgm:spPr/>
    </dgm:pt>
    <dgm:pt modelId="{111049BB-7357-452C-A1CD-C4313420FE15}" type="pres">
      <dgm:prSet presAssocID="{C8B66B63-D1EA-4AAD-B05F-67AFDEC79844}" presName="arrow" presStyleLbl="bgShp" presStyleIdx="0" presStyleCnt="1" custScaleX="117078" custLinFactNeighborX="0" custLinFactNeighborY="525"/>
      <dgm:spPr>
        <a:solidFill>
          <a:srgbClr val="FFFF00">
            <a:alpha val="10000"/>
          </a:srgbClr>
        </a:solidFill>
      </dgm:spPr>
    </dgm:pt>
    <dgm:pt modelId="{51815358-F8FE-4F18-8B09-A05226BF0262}" type="pres">
      <dgm:prSet presAssocID="{C8B66B63-D1EA-4AAD-B05F-67AFDEC79844}" presName="linearProcess" presStyleCnt="0"/>
      <dgm:spPr/>
    </dgm:pt>
    <dgm:pt modelId="{4523F11E-4279-4EEF-B845-E30268C54C7D}" type="pres">
      <dgm:prSet presAssocID="{DD7FCAEA-E633-4A51-92C4-3630765D0ECB}" presName="textNode" presStyleLbl="node1" presStyleIdx="0" presStyleCnt="2" custLinFactNeighborX="7500" custLinFactNeighborY="0">
        <dgm:presLayoutVars>
          <dgm:bulletEnabled val="1"/>
        </dgm:presLayoutVars>
      </dgm:prSet>
      <dgm:spPr/>
    </dgm:pt>
    <dgm:pt modelId="{C1C20AA9-A856-4DA9-91C1-534DF9B7D0F4}" type="pres">
      <dgm:prSet presAssocID="{0E966121-FF74-4155-9841-28C39B0A4B41}" presName="sibTrans" presStyleCnt="0"/>
      <dgm:spPr/>
    </dgm:pt>
    <dgm:pt modelId="{38A1BFE3-F4B5-43F4-97D9-FF9A1507D7F0}" type="pres">
      <dgm:prSet presAssocID="{9EDC9349-5EB0-409C-A67B-170B0CD9A54D}" presName="textNode" presStyleLbl="node1" presStyleIdx="1" presStyleCnt="2">
        <dgm:presLayoutVars>
          <dgm:bulletEnabled val="1"/>
        </dgm:presLayoutVars>
      </dgm:prSet>
      <dgm:spPr/>
    </dgm:pt>
  </dgm:ptLst>
  <dgm:cxnLst>
    <dgm:cxn modelId="{5CC68633-F2D1-43BD-8054-3EEAB0BEF879}" srcId="{C8B66B63-D1EA-4AAD-B05F-67AFDEC79844}" destId="{DD7FCAEA-E633-4A51-92C4-3630765D0ECB}" srcOrd="0" destOrd="0" parTransId="{6D378347-74A4-41E9-8EE4-B89701CD235A}" sibTransId="{0E966121-FF74-4155-9841-28C39B0A4B41}"/>
    <dgm:cxn modelId="{154DAF33-3671-43C1-8CEE-1D89B00E2B4E}" type="presOf" srcId="{DD7FCAEA-E633-4A51-92C4-3630765D0ECB}" destId="{4523F11E-4279-4EEF-B845-E30268C54C7D}" srcOrd="0" destOrd="0" presId="urn:microsoft.com/office/officeart/2005/8/layout/hProcess9"/>
    <dgm:cxn modelId="{006EAD38-25C5-46EF-9B14-1BA2396FE1F6}" type="presOf" srcId="{9EDC9349-5EB0-409C-A67B-170B0CD9A54D}" destId="{38A1BFE3-F4B5-43F4-97D9-FF9A1507D7F0}" srcOrd="0" destOrd="0" presId="urn:microsoft.com/office/officeart/2005/8/layout/hProcess9"/>
    <dgm:cxn modelId="{C9A81245-BA7E-444E-9303-34C584C94E89}" type="presOf" srcId="{C8B66B63-D1EA-4AAD-B05F-67AFDEC79844}" destId="{B8B544ED-26CA-40BE-99BD-E69AB1E246D9}" srcOrd="0" destOrd="0" presId="urn:microsoft.com/office/officeart/2005/8/layout/hProcess9"/>
    <dgm:cxn modelId="{7BD9B4ED-FD8A-44EB-B965-9D0771D0B554}" srcId="{C8B66B63-D1EA-4AAD-B05F-67AFDEC79844}" destId="{9EDC9349-5EB0-409C-A67B-170B0CD9A54D}" srcOrd="1" destOrd="0" parTransId="{9B83F3EC-ABB8-4951-BCC1-676CC074427C}" sibTransId="{74536245-842A-497E-9B34-234BD8DB5E72}"/>
    <dgm:cxn modelId="{79BBA8EA-1757-4445-B9E3-A30BE88754CD}" type="presParOf" srcId="{B8B544ED-26CA-40BE-99BD-E69AB1E246D9}" destId="{111049BB-7357-452C-A1CD-C4313420FE15}" srcOrd="0" destOrd="0" presId="urn:microsoft.com/office/officeart/2005/8/layout/hProcess9"/>
    <dgm:cxn modelId="{80EFC476-13A7-4543-8F80-167C63F0F1C7}" type="presParOf" srcId="{B8B544ED-26CA-40BE-99BD-E69AB1E246D9}" destId="{51815358-F8FE-4F18-8B09-A05226BF0262}" srcOrd="1" destOrd="0" presId="urn:microsoft.com/office/officeart/2005/8/layout/hProcess9"/>
    <dgm:cxn modelId="{206ACEAF-4C81-4D2A-9891-4F17109A3E42}" type="presParOf" srcId="{51815358-F8FE-4F18-8B09-A05226BF0262}" destId="{4523F11E-4279-4EEF-B845-E30268C54C7D}" srcOrd="0" destOrd="0" presId="urn:microsoft.com/office/officeart/2005/8/layout/hProcess9"/>
    <dgm:cxn modelId="{571CC5B1-0258-41BB-976A-D009061ACC8B}" type="presParOf" srcId="{51815358-F8FE-4F18-8B09-A05226BF0262}" destId="{C1C20AA9-A856-4DA9-91C1-534DF9B7D0F4}" srcOrd="1" destOrd="0" presId="urn:microsoft.com/office/officeart/2005/8/layout/hProcess9"/>
    <dgm:cxn modelId="{835C5CF2-512D-44DD-8655-6003B8A4B0CB}" type="presParOf" srcId="{51815358-F8FE-4F18-8B09-A05226BF0262}" destId="{38A1BFE3-F4B5-43F4-97D9-FF9A1507D7F0}" srcOrd="2" destOrd="0" presId="urn:microsoft.com/office/officeart/2005/8/layout/hProcess9"/>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F62B0E6-FEB4-4B4C-B5BE-973DD2BF47EE}" type="doc">
      <dgm:prSet loTypeId="urn:microsoft.com/office/officeart/2005/8/layout/arrow4" loCatId="relationship" qsTypeId="urn:microsoft.com/office/officeart/2005/8/quickstyle/simple1" qsCatId="simple" csTypeId="urn:microsoft.com/office/officeart/2005/8/colors/accent1_2" csCatId="accent1" phldr="1"/>
      <dgm:spPr/>
      <dgm:t>
        <a:bodyPr/>
        <a:lstStyle/>
        <a:p>
          <a:endParaRPr lang="es-ES"/>
        </a:p>
      </dgm:t>
    </dgm:pt>
    <dgm:pt modelId="{E9CDB68D-000D-49E2-8AA5-C8F02A8A1F4F}">
      <dgm:prSet phldrT="[Texto]" custT="1"/>
      <dgm:spPr/>
      <dgm:t>
        <a:bodyPr/>
        <a:lstStyle/>
        <a:p>
          <a:r>
            <a:rPr lang="es-MX" sz="1800" b="0" i="0" baseline="0" dirty="0">
              <a:solidFill>
                <a:schemeClr val="tx2">
                  <a:lumMod val="50000"/>
                </a:schemeClr>
              </a:solidFill>
              <a:latin typeface="Santander Text Light" panose="020B0304020201020104" pitchFamily="34" charset="0"/>
              <a:ea typeface="+mn-ea"/>
              <a:cs typeface="+mn-cs"/>
            </a:rPr>
            <a:t>Cuando</a:t>
          </a:r>
          <a:r>
            <a:rPr lang="es-MX" sz="1800" b="0" i="0" dirty="0">
              <a:solidFill>
                <a:schemeClr val="tx2">
                  <a:lumMod val="50000"/>
                </a:schemeClr>
              </a:solidFill>
              <a:latin typeface="Santander Text Light" panose="020B0304020201020104" pitchFamily="34" charset="0"/>
              <a:ea typeface="+mn-ea"/>
              <a:cs typeface="+mn-cs"/>
            </a:rPr>
            <a:t> </a:t>
          </a:r>
          <a:r>
            <a:rPr lang="es-MX" sz="1800" b="0" i="0" baseline="0" dirty="0">
              <a:solidFill>
                <a:schemeClr val="tx2">
                  <a:lumMod val="50000"/>
                </a:schemeClr>
              </a:solidFill>
              <a:latin typeface="Santander Text Light" panose="020B0304020201020104" pitchFamily="34" charset="0"/>
              <a:ea typeface="+mn-ea"/>
              <a:cs typeface="+mn-cs"/>
            </a:rPr>
            <a:t>el riesgo sea mayor, las autoridades y los sujetos obligados deben </a:t>
          </a:r>
          <a:r>
            <a:rPr lang="es-MX" sz="1800" b="1" i="0" baseline="0" dirty="0">
              <a:solidFill>
                <a:schemeClr val="tx2">
                  <a:lumMod val="50000"/>
                </a:schemeClr>
              </a:solidFill>
              <a:latin typeface="Santander Text Light" panose="020B0304020201020104" pitchFamily="34" charset="0"/>
              <a:ea typeface="+mn-ea"/>
              <a:cs typeface="+mn-cs"/>
            </a:rPr>
            <a:t>reforzar</a:t>
          </a:r>
          <a:r>
            <a:rPr lang="es-MX" sz="1800" b="0" i="0" baseline="0" dirty="0">
              <a:solidFill>
                <a:schemeClr val="tx2">
                  <a:lumMod val="50000"/>
                </a:schemeClr>
              </a:solidFill>
              <a:latin typeface="Santander Text Light" panose="020B0304020201020104" pitchFamily="34" charset="0"/>
              <a:ea typeface="+mn-ea"/>
              <a:cs typeface="+mn-cs"/>
            </a:rPr>
            <a:t> las medidas implementadas para mitigar este riesgo.</a:t>
          </a:r>
          <a:endParaRPr lang="es-ES" sz="1800" b="0" dirty="0">
            <a:solidFill>
              <a:schemeClr val="tx2">
                <a:lumMod val="50000"/>
              </a:schemeClr>
            </a:solidFill>
            <a:latin typeface="Santander Text Light" panose="020B0304020201020104" pitchFamily="34" charset="0"/>
          </a:endParaRPr>
        </a:p>
      </dgm:t>
    </dgm:pt>
    <dgm:pt modelId="{9ECB42BA-C18B-4229-9684-1499078276D6}" type="parTrans" cxnId="{45E8D2F0-F995-4222-9A9B-3B972AAE057B}">
      <dgm:prSet/>
      <dgm:spPr/>
      <dgm:t>
        <a:bodyPr/>
        <a:lstStyle/>
        <a:p>
          <a:endParaRPr lang="es-ES"/>
        </a:p>
      </dgm:t>
    </dgm:pt>
    <dgm:pt modelId="{3D992C80-3DDE-4687-845A-741ED4FDD4FE}" type="sibTrans" cxnId="{45E8D2F0-F995-4222-9A9B-3B972AAE057B}">
      <dgm:prSet/>
      <dgm:spPr/>
      <dgm:t>
        <a:bodyPr/>
        <a:lstStyle/>
        <a:p>
          <a:endParaRPr lang="es-ES"/>
        </a:p>
      </dgm:t>
    </dgm:pt>
    <dgm:pt modelId="{D133012F-74CD-4A98-941E-63403B4A3DE0}">
      <dgm:prSet phldrT="[Texto]" custT="1"/>
      <dgm:spPr/>
      <dgm:t>
        <a:bodyPr/>
        <a:lstStyle/>
        <a:p>
          <a:r>
            <a:rPr lang="es-MX" sz="1800" b="0" i="0" baseline="0" dirty="0">
              <a:solidFill>
                <a:schemeClr val="tx2">
                  <a:lumMod val="50000"/>
                </a:schemeClr>
              </a:solidFill>
              <a:latin typeface="Santander Text Light" panose="020B0304020201020104" pitchFamily="34" charset="0"/>
              <a:ea typeface="+mn-ea"/>
              <a:cs typeface="+mn-cs"/>
            </a:rPr>
            <a:t>Cuando el riesgo de LD/FT es menor, las medidas se aplicarán pero con un grado de aplicación, frecuencia o intensidad de los controles </a:t>
          </a:r>
          <a:r>
            <a:rPr lang="es-MX" sz="1800" b="1" i="0" baseline="0" dirty="0">
              <a:solidFill>
                <a:schemeClr val="tx2">
                  <a:lumMod val="50000"/>
                </a:schemeClr>
              </a:solidFill>
              <a:latin typeface="Santander Text Light" panose="020B0304020201020104" pitchFamily="34" charset="0"/>
              <a:ea typeface="+mn-ea"/>
              <a:cs typeface="+mn-cs"/>
            </a:rPr>
            <a:t>puede ser menor</a:t>
          </a:r>
          <a:endParaRPr lang="es-ES" sz="1800" b="1" i="0" baseline="0" dirty="0">
            <a:solidFill>
              <a:schemeClr val="tx2">
                <a:lumMod val="50000"/>
              </a:schemeClr>
            </a:solidFill>
            <a:latin typeface="Santander Text Light" panose="020B0304020201020104" pitchFamily="34" charset="0"/>
            <a:ea typeface="+mn-ea"/>
            <a:cs typeface="+mn-cs"/>
          </a:endParaRPr>
        </a:p>
        <a:p>
          <a:endParaRPr lang="es-ES" sz="1800" dirty="0">
            <a:solidFill>
              <a:schemeClr val="tx2">
                <a:lumMod val="50000"/>
              </a:schemeClr>
            </a:solidFill>
            <a:latin typeface="Santander Text Light" panose="020B0304020201020104" pitchFamily="34" charset="0"/>
          </a:endParaRPr>
        </a:p>
      </dgm:t>
    </dgm:pt>
    <dgm:pt modelId="{C4544557-F10F-4D49-AC44-3467952F427B}" type="parTrans" cxnId="{1FA55281-27BF-436D-8D4E-0741CF17B3EF}">
      <dgm:prSet/>
      <dgm:spPr/>
      <dgm:t>
        <a:bodyPr/>
        <a:lstStyle/>
        <a:p>
          <a:endParaRPr lang="es-ES"/>
        </a:p>
      </dgm:t>
    </dgm:pt>
    <dgm:pt modelId="{CBC5DC67-4F7C-40A8-82A3-D16CE4A57A8E}" type="sibTrans" cxnId="{1FA55281-27BF-436D-8D4E-0741CF17B3EF}">
      <dgm:prSet/>
      <dgm:spPr/>
      <dgm:t>
        <a:bodyPr/>
        <a:lstStyle/>
        <a:p>
          <a:endParaRPr lang="es-ES"/>
        </a:p>
      </dgm:t>
    </dgm:pt>
    <dgm:pt modelId="{C4193BA0-03B7-4513-A939-D6B36E3EFB3D}">
      <dgm:prSet/>
      <dgm:spPr/>
    </dgm:pt>
    <dgm:pt modelId="{76F9AA68-D3A9-490E-9E93-186A662707E6}" type="parTrans" cxnId="{A7DC79B8-D683-4C49-854E-7CBC5F2B4A5B}">
      <dgm:prSet/>
      <dgm:spPr/>
      <dgm:t>
        <a:bodyPr/>
        <a:lstStyle/>
        <a:p>
          <a:endParaRPr lang="es-ES"/>
        </a:p>
      </dgm:t>
    </dgm:pt>
    <dgm:pt modelId="{F38CE957-DD66-4B51-B50E-CFADA1F3137A}" type="sibTrans" cxnId="{A7DC79B8-D683-4C49-854E-7CBC5F2B4A5B}">
      <dgm:prSet/>
      <dgm:spPr/>
      <dgm:t>
        <a:bodyPr/>
        <a:lstStyle/>
        <a:p>
          <a:endParaRPr lang="es-ES"/>
        </a:p>
      </dgm:t>
    </dgm:pt>
    <dgm:pt modelId="{7CF33368-D8B9-4DBE-A30B-3874365752C1}">
      <dgm:prSet/>
      <dgm:spPr/>
      <dgm:t>
        <a:bodyPr/>
        <a:lstStyle/>
        <a:p>
          <a:endParaRPr lang="es-ES"/>
        </a:p>
      </dgm:t>
    </dgm:pt>
    <dgm:pt modelId="{25AEE1DE-D651-4535-9143-9C6D61CDDE1D}" type="parTrans" cxnId="{A0D07763-E8B1-426A-8467-EC3D0E71AD78}">
      <dgm:prSet/>
      <dgm:spPr/>
      <dgm:t>
        <a:bodyPr/>
        <a:lstStyle/>
        <a:p>
          <a:endParaRPr lang="es-ES"/>
        </a:p>
      </dgm:t>
    </dgm:pt>
    <dgm:pt modelId="{8CD5A91C-8701-4B3E-A6A9-12BCD61B850E}" type="sibTrans" cxnId="{A0D07763-E8B1-426A-8467-EC3D0E71AD78}">
      <dgm:prSet/>
      <dgm:spPr/>
      <dgm:t>
        <a:bodyPr/>
        <a:lstStyle/>
        <a:p>
          <a:endParaRPr lang="es-ES"/>
        </a:p>
      </dgm:t>
    </dgm:pt>
    <dgm:pt modelId="{4C7CA091-9DEE-49A3-9ED2-1CF028D8A248}">
      <dgm:prSet/>
      <dgm:spPr/>
    </dgm:pt>
    <dgm:pt modelId="{60F78ED5-5F9C-4AF9-96A4-3704390F80B3}" type="parTrans" cxnId="{415A05A1-9A0E-4A05-B63A-089AEF755E58}">
      <dgm:prSet/>
      <dgm:spPr/>
      <dgm:t>
        <a:bodyPr/>
        <a:lstStyle/>
        <a:p>
          <a:endParaRPr lang="es-ES"/>
        </a:p>
      </dgm:t>
    </dgm:pt>
    <dgm:pt modelId="{1C108DCE-B7A8-4A77-928E-9EADB3EB9718}" type="sibTrans" cxnId="{415A05A1-9A0E-4A05-B63A-089AEF755E58}">
      <dgm:prSet/>
      <dgm:spPr/>
      <dgm:t>
        <a:bodyPr/>
        <a:lstStyle/>
        <a:p>
          <a:endParaRPr lang="es-ES"/>
        </a:p>
      </dgm:t>
    </dgm:pt>
    <dgm:pt modelId="{40B3D5F6-B4F1-4FED-A797-583380609726}">
      <dgm:prSet/>
      <dgm:spPr/>
      <dgm:t>
        <a:bodyPr/>
        <a:lstStyle/>
        <a:p>
          <a:endParaRPr lang="es-ES"/>
        </a:p>
      </dgm:t>
    </dgm:pt>
    <dgm:pt modelId="{8D675EAF-1DB7-436F-8069-BBD96A35A510}" type="parTrans" cxnId="{74B63FB3-D664-4E2D-B95B-95496F738F18}">
      <dgm:prSet/>
      <dgm:spPr/>
      <dgm:t>
        <a:bodyPr/>
        <a:lstStyle/>
        <a:p>
          <a:endParaRPr lang="es-ES"/>
        </a:p>
      </dgm:t>
    </dgm:pt>
    <dgm:pt modelId="{A98116FE-0B11-418F-BBA4-73EF3EF5FCBD}" type="sibTrans" cxnId="{74B63FB3-D664-4E2D-B95B-95496F738F18}">
      <dgm:prSet/>
      <dgm:spPr/>
      <dgm:t>
        <a:bodyPr/>
        <a:lstStyle/>
        <a:p>
          <a:endParaRPr lang="es-ES"/>
        </a:p>
      </dgm:t>
    </dgm:pt>
    <dgm:pt modelId="{B475A587-9A34-4E25-B163-25FD987B366E}">
      <dgm:prSet/>
      <dgm:spPr/>
    </dgm:pt>
    <dgm:pt modelId="{B0609069-DE39-42CF-B94B-4E8F328D7424}" type="parTrans" cxnId="{B2D27FF4-B225-436B-ABE9-3F96203BE2FC}">
      <dgm:prSet/>
      <dgm:spPr/>
      <dgm:t>
        <a:bodyPr/>
        <a:lstStyle/>
        <a:p>
          <a:endParaRPr lang="es-ES"/>
        </a:p>
      </dgm:t>
    </dgm:pt>
    <dgm:pt modelId="{CCC8C4EF-1411-4179-B787-A9BF96E45831}" type="sibTrans" cxnId="{B2D27FF4-B225-436B-ABE9-3F96203BE2FC}">
      <dgm:prSet/>
      <dgm:spPr/>
      <dgm:t>
        <a:bodyPr/>
        <a:lstStyle/>
        <a:p>
          <a:endParaRPr lang="es-ES"/>
        </a:p>
      </dgm:t>
    </dgm:pt>
    <dgm:pt modelId="{D753B893-8A3A-4294-8C7D-DBBB72E327BE}">
      <dgm:prSet/>
      <dgm:spPr/>
    </dgm:pt>
    <dgm:pt modelId="{0C80D60D-2218-44E8-9F17-90676396403D}" type="parTrans" cxnId="{E7358799-4C58-419F-9C27-D398B347BDF4}">
      <dgm:prSet/>
      <dgm:spPr/>
      <dgm:t>
        <a:bodyPr/>
        <a:lstStyle/>
        <a:p>
          <a:endParaRPr lang="es-ES"/>
        </a:p>
      </dgm:t>
    </dgm:pt>
    <dgm:pt modelId="{C55271EB-DCEC-4627-8F64-2FFA50EACE93}" type="sibTrans" cxnId="{E7358799-4C58-419F-9C27-D398B347BDF4}">
      <dgm:prSet/>
      <dgm:spPr/>
      <dgm:t>
        <a:bodyPr/>
        <a:lstStyle/>
        <a:p>
          <a:endParaRPr lang="es-ES"/>
        </a:p>
      </dgm:t>
    </dgm:pt>
    <dgm:pt modelId="{C56E7ABF-2872-41AC-88D2-A44B43C095BD}">
      <dgm:prSet/>
      <dgm:spPr/>
      <dgm:t>
        <a:bodyPr/>
        <a:lstStyle/>
        <a:p>
          <a:endParaRPr lang="es-ES"/>
        </a:p>
      </dgm:t>
    </dgm:pt>
    <dgm:pt modelId="{AF16CD3F-70D9-43E3-B4E0-92FDC1DC8D50}" type="parTrans" cxnId="{DE22D46B-04E0-4CC1-8FAB-138B4F618321}">
      <dgm:prSet/>
      <dgm:spPr/>
      <dgm:t>
        <a:bodyPr/>
        <a:lstStyle/>
        <a:p>
          <a:endParaRPr lang="es-ES"/>
        </a:p>
      </dgm:t>
    </dgm:pt>
    <dgm:pt modelId="{4C19E481-CE92-46EC-AAD7-4C2A3F134105}" type="sibTrans" cxnId="{DE22D46B-04E0-4CC1-8FAB-138B4F618321}">
      <dgm:prSet/>
      <dgm:spPr/>
      <dgm:t>
        <a:bodyPr/>
        <a:lstStyle/>
        <a:p>
          <a:endParaRPr lang="es-ES"/>
        </a:p>
      </dgm:t>
    </dgm:pt>
    <dgm:pt modelId="{D696401F-1074-4509-8606-FBE373060B4D}">
      <dgm:prSet/>
      <dgm:spPr/>
    </dgm:pt>
    <dgm:pt modelId="{D461D17E-102E-4A5B-8827-884D9E8A90E7}" type="parTrans" cxnId="{B58D102F-5F22-4187-889F-3A3D448B9B52}">
      <dgm:prSet/>
      <dgm:spPr/>
      <dgm:t>
        <a:bodyPr/>
        <a:lstStyle/>
        <a:p>
          <a:endParaRPr lang="es-ES"/>
        </a:p>
      </dgm:t>
    </dgm:pt>
    <dgm:pt modelId="{8D0C0F66-8005-4D21-997A-1F9F02D2F37B}" type="sibTrans" cxnId="{B58D102F-5F22-4187-889F-3A3D448B9B52}">
      <dgm:prSet/>
      <dgm:spPr/>
      <dgm:t>
        <a:bodyPr/>
        <a:lstStyle/>
        <a:p>
          <a:endParaRPr lang="es-ES"/>
        </a:p>
      </dgm:t>
    </dgm:pt>
    <dgm:pt modelId="{CD4F38B3-EC91-43BB-AFE4-93865BCB14A7}">
      <dgm:prSet/>
      <dgm:spPr/>
      <dgm:t>
        <a:bodyPr/>
        <a:lstStyle/>
        <a:p>
          <a:endParaRPr lang="es-ES"/>
        </a:p>
      </dgm:t>
    </dgm:pt>
    <dgm:pt modelId="{E8731716-D9A5-4D04-8503-B81D420D7ABF}" type="parTrans" cxnId="{649DAC3D-12DD-40CE-857C-3CC077CA6110}">
      <dgm:prSet/>
      <dgm:spPr/>
      <dgm:t>
        <a:bodyPr/>
        <a:lstStyle/>
        <a:p>
          <a:endParaRPr lang="es-ES"/>
        </a:p>
      </dgm:t>
    </dgm:pt>
    <dgm:pt modelId="{E173F12A-4F04-449C-B872-6C20353327FE}" type="sibTrans" cxnId="{649DAC3D-12DD-40CE-857C-3CC077CA6110}">
      <dgm:prSet/>
      <dgm:spPr/>
      <dgm:t>
        <a:bodyPr/>
        <a:lstStyle/>
        <a:p>
          <a:endParaRPr lang="es-ES"/>
        </a:p>
      </dgm:t>
    </dgm:pt>
    <dgm:pt modelId="{9F4C6523-EA10-41E1-B898-21A45A0AD080}">
      <dgm:prSet/>
      <dgm:spPr/>
    </dgm:pt>
    <dgm:pt modelId="{2A5FFB59-7A06-4C7E-8E0D-9470D37B7118}" type="parTrans" cxnId="{CDF286C7-FB43-4DC9-BE30-E65F0379A0A2}">
      <dgm:prSet/>
      <dgm:spPr/>
      <dgm:t>
        <a:bodyPr/>
        <a:lstStyle/>
        <a:p>
          <a:endParaRPr lang="es-ES"/>
        </a:p>
      </dgm:t>
    </dgm:pt>
    <dgm:pt modelId="{CCA3A476-83AC-4D67-B537-6ED7177FE929}" type="sibTrans" cxnId="{CDF286C7-FB43-4DC9-BE30-E65F0379A0A2}">
      <dgm:prSet/>
      <dgm:spPr/>
      <dgm:t>
        <a:bodyPr/>
        <a:lstStyle/>
        <a:p>
          <a:endParaRPr lang="es-ES"/>
        </a:p>
      </dgm:t>
    </dgm:pt>
    <dgm:pt modelId="{A7C8329C-BA44-4CF0-8F94-C766DA055B09}">
      <dgm:prSet/>
      <dgm:spPr/>
      <dgm:t>
        <a:bodyPr/>
        <a:lstStyle/>
        <a:p>
          <a:endParaRPr lang="es-ES"/>
        </a:p>
      </dgm:t>
    </dgm:pt>
    <dgm:pt modelId="{E16524FC-E5EA-4A36-80DD-8847AA35CC39}" type="parTrans" cxnId="{BAF06EFC-F683-4F0A-847B-EDFD8A430ED1}">
      <dgm:prSet/>
      <dgm:spPr/>
      <dgm:t>
        <a:bodyPr/>
        <a:lstStyle/>
        <a:p>
          <a:endParaRPr lang="es-ES"/>
        </a:p>
      </dgm:t>
    </dgm:pt>
    <dgm:pt modelId="{1389F0A0-C3E4-437C-B3BF-FE03397F4719}" type="sibTrans" cxnId="{BAF06EFC-F683-4F0A-847B-EDFD8A430ED1}">
      <dgm:prSet/>
      <dgm:spPr/>
      <dgm:t>
        <a:bodyPr/>
        <a:lstStyle/>
        <a:p>
          <a:endParaRPr lang="es-ES"/>
        </a:p>
      </dgm:t>
    </dgm:pt>
    <dgm:pt modelId="{5FE0749E-60E0-49F3-B04B-9D456FF345DC}">
      <dgm:prSet/>
      <dgm:spPr/>
    </dgm:pt>
    <dgm:pt modelId="{DC4A82A0-2637-40B2-A39B-20AF55A5C35B}" type="parTrans" cxnId="{0B01C577-C53A-49E6-A78A-E98AE6C6556B}">
      <dgm:prSet/>
      <dgm:spPr/>
      <dgm:t>
        <a:bodyPr/>
        <a:lstStyle/>
        <a:p>
          <a:endParaRPr lang="es-ES"/>
        </a:p>
      </dgm:t>
    </dgm:pt>
    <dgm:pt modelId="{AF57B9D9-D20D-4827-9BBD-5435B9058286}" type="sibTrans" cxnId="{0B01C577-C53A-49E6-A78A-E98AE6C6556B}">
      <dgm:prSet/>
      <dgm:spPr/>
      <dgm:t>
        <a:bodyPr/>
        <a:lstStyle/>
        <a:p>
          <a:endParaRPr lang="es-ES"/>
        </a:p>
      </dgm:t>
    </dgm:pt>
    <dgm:pt modelId="{E40FCC01-388F-4F52-AFC8-6593D2F86572}">
      <dgm:prSet/>
      <dgm:spPr/>
      <dgm:t>
        <a:bodyPr/>
        <a:lstStyle/>
        <a:p>
          <a:endParaRPr lang="es-ES"/>
        </a:p>
      </dgm:t>
    </dgm:pt>
    <dgm:pt modelId="{AA711CA6-995F-44BD-BAB4-F8D4F49961E0}" type="parTrans" cxnId="{0DF2D434-B36A-4DEA-9B31-D7839AABA170}">
      <dgm:prSet/>
      <dgm:spPr/>
      <dgm:t>
        <a:bodyPr/>
        <a:lstStyle/>
        <a:p>
          <a:endParaRPr lang="es-ES"/>
        </a:p>
      </dgm:t>
    </dgm:pt>
    <dgm:pt modelId="{B6B4AF96-A7BF-41F3-AB08-4E5DB2DB32C2}" type="sibTrans" cxnId="{0DF2D434-B36A-4DEA-9B31-D7839AABA170}">
      <dgm:prSet/>
      <dgm:spPr/>
      <dgm:t>
        <a:bodyPr/>
        <a:lstStyle/>
        <a:p>
          <a:endParaRPr lang="es-ES"/>
        </a:p>
      </dgm:t>
    </dgm:pt>
    <dgm:pt modelId="{0D94DCA4-B5A6-4638-94B6-B7DF51B29F2D}">
      <dgm:prSet/>
      <dgm:spPr/>
    </dgm:pt>
    <dgm:pt modelId="{8FD1B4B4-62C9-4760-A533-97684F0C0DE1}" type="parTrans" cxnId="{7B0207CE-9D8F-4391-B528-6384EB76519E}">
      <dgm:prSet/>
      <dgm:spPr/>
      <dgm:t>
        <a:bodyPr/>
        <a:lstStyle/>
        <a:p>
          <a:endParaRPr lang="es-ES"/>
        </a:p>
      </dgm:t>
    </dgm:pt>
    <dgm:pt modelId="{205AF263-A6AC-4D93-B9FE-92371A152EE8}" type="sibTrans" cxnId="{7B0207CE-9D8F-4391-B528-6384EB76519E}">
      <dgm:prSet/>
      <dgm:spPr/>
      <dgm:t>
        <a:bodyPr/>
        <a:lstStyle/>
        <a:p>
          <a:endParaRPr lang="es-ES"/>
        </a:p>
      </dgm:t>
    </dgm:pt>
    <dgm:pt modelId="{FEC81397-79B0-4FA0-B5A6-07860D1D2F37}">
      <dgm:prSet/>
      <dgm:spPr/>
      <dgm:t>
        <a:bodyPr/>
        <a:lstStyle/>
        <a:p>
          <a:endParaRPr lang="es-ES"/>
        </a:p>
      </dgm:t>
    </dgm:pt>
    <dgm:pt modelId="{34E158A2-2E89-4521-84A3-54A50F5B33FC}" type="parTrans" cxnId="{4EAC124D-E86E-4A2B-8381-E8D68707531F}">
      <dgm:prSet/>
      <dgm:spPr/>
      <dgm:t>
        <a:bodyPr/>
        <a:lstStyle/>
        <a:p>
          <a:endParaRPr lang="es-ES"/>
        </a:p>
      </dgm:t>
    </dgm:pt>
    <dgm:pt modelId="{C14B28B4-8432-48DB-8031-C0CA3F93FD60}" type="sibTrans" cxnId="{4EAC124D-E86E-4A2B-8381-E8D68707531F}">
      <dgm:prSet/>
      <dgm:spPr/>
      <dgm:t>
        <a:bodyPr/>
        <a:lstStyle/>
        <a:p>
          <a:endParaRPr lang="es-ES"/>
        </a:p>
      </dgm:t>
    </dgm:pt>
    <dgm:pt modelId="{F215420F-4A5E-4E5E-AADA-C79B6DC058E7}" type="pres">
      <dgm:prSet presAssocID="{4F62B0E6-FEB4-4B4C-B5BE-973DD2BF47EE}" presName="compositeShape" presStyleCnt="0">
        <dgm:presLayoutVars>
          <dgm:chMax val="2"/>
          <dgm:dir/>
          <dgm:resizeHandles val="exact"/>
        </dgm:presLayoutVars>
      </dgm:prSet>
      <dgm:spPr/>
    </dgm:pt>
    <dgm:pt modelId="{AAABE66C-1562-41EF-8A08-4825EC15132F}" type="pres">
      <dgm:prSet presAssocID="{E9CDB68D-000D-49E2-8AA5-C8F02A8A1F4F}" presName="upArrow" presStyleLbl="node1" presStyleIdx="0" presStyleCnt="2" custScaleX="68720" custScaleY="56742" custLinFactNeighborX="1689"/>
      <dgm:spPr>
        <a:solidFill>
          <a:srgbClr val="92D050">
            <a:alpha val="25000"/>
          </a:srgbClr>
        </a:solidFill>
      </dgm:spPr>
    </dgm:pt>
    <dgm:pt modelId="{6655A83F-5828-443C-9E40-7C21CD28C5F2}" type="pres">
      <dgm:prSet presAssocID="{E9CDB68D-000D-49E2-8AA5-C8F02A8A1F4F}" presName="upArrowText" presStyleLbl="revTx" presStyleIdx="0" presStyleCnt="2" custLinFactNeighborX="3558" custLinFactNeighborY="53">
        <dgm:presLayoutVars>
          <dgm:chMax val="0"/>
          <dgm:bulletEnabled val="1"/>
        </dgm:presLayoutVars>
      </dgm:prSet>
      <dgm:spPr/>
    </dgm:pt>
    <dgm:pt modelId="{7CD3B6F1-F43F-469C-B414-8C5761017CC8}" type="pres">
      <dgm:prSet presAssocID="{D133012F-74CD-4A98-941E-63403B4A3DE0}" presName="downArrow" presStyleLbl="node1" presStyleIdx="1" presStyleCnt="2" custScaleX="63173" custScaleY="68837" custLinFactNeighborX="-27600" custLinFactNeighborY="-1884"/>
      <dgm:spPr>
        <a:solidFill>
          <a:srgbClr val="FF0000">
            <a:alpha val="25000"/>
          </a:srgbClr>
        </a:solidFill>
      </dgm:spPr>
    </dgm:pt>
    <dgm:pt modelId="{6F66A0FE-9785-4CD6-8ED3-20408E443496}" type="pres">
      <dgm:prSet presAssocID="{D133012F-74CD-4A98-941E-63403B4A3DE0}" presName="downArrowText" presStyleLbl="revTx" presStyleIdx="1" presStyleCnt="2" custScaleX="88235" custLinFactNeighborX="-20585" custLinFactNeighborY="-3320">
        <dgm:presLayoutVars>
          <dgm:chMax val="0"/>
          <dgm:bulletEnabled val="1"/>
        </dgm:presLayoutVars>
      </dgm:prSet>
      <dgm:spPr/>
    </dgm:pt>
  </dgm:ptLst>
  <dgm:cxnLst>
    <dgm:cxn modelId="{CC4AE813-9A32-4085-9DB7-3E9BE879B0B5}" type="presOf" srcId="{E9CDB68D-000D-49E2-8AA5-C8F02A8A1F4F}" destId="{6655A83F-5828-443C-9E40-7C21CD28C5F2}" srcOrd="0" destOrd="0" presId="urn:microsoft.com/office/officeart/2005/8/layout/arrow4"/>
    <dgm:cxn modelId="{B58D102F-5F22-4187-889F-3A3D448B9B52}" srcId="{4F62B0E6-FEB4-4B4C-B5BE-973DD2BF47EE}" destId="{D696401F-1074-4509-8606-FBE373060B4D}" srcOrd="9" destOrd="0" parTransId="{D461D17E-102E-4A5B-8827-884D9E8A90E7}" sibTransId="{8D0C0F66-8005-4D21-997A-1F9F02D2F37B}"/>
    <dgm:cxn modelId="{0DF2D434-B36A-4DEA-9B31-D7839AABA170}" srcId="{4F62B0E6-FEB4-4B4C-B5BE-973DD2BF47EE}" destId="{E40FCC01-388F-4F52-AFC8-6593D2F86572}" srcOrd="14" destOrd="0" parTransId="{AA711CA6-995F-44BD-BAB4-F8D4F49961E0}" sibTransId="{B6B4AF96-A7BF-41F3-AB08-4E5DB2DB32C2}"/>
    <dgm:cxn modelId="{649DAC3D-12DD-40CE-857C-3CC077CA6110}" srcId="{4F62B0E6-FEB4-4B4C-B5BE-973DD2BF47EE}" destId="{CD4F38B3-EC91-43BB-AFE4-93865BCB14A7}" srcOrd="10" destOrd="0" parTransId="{E8731716-D9A5-4D04-8503-B81D420D7ABF}" sibTransId="{E173F12A-4F04-449C-B872-6C20353327FE}"/>
    <dgm:cxn modelId="{A0D07763-E8B1-426A-8467-EC3D0E71AD78}" srcId="{4F62B0E6-FEB4-4B4C-B5BE-973DD2BF47EE}" destId="{7CF33368-D8B9-4DBE-A30B-3874365752C1}" srcOrd="3" destOrd="0" parTransId="{25AEE1DE-D651-4535-9143-9C6D61CDDE1D}" sibTransId="{8CD5A91C-8701-4B3E-A6A9-12BCD61B850E}"/>
    <dgm:cxn modelId="{DE22D46B-04E0-4CC1-8FAB-138B4F618321}" srcId="{4F62B0E6-FEB4-4B4C-B5BE-973DD2BF47EE}" destId="{C56E7ABF-2872-41AC-88D2-A44B43C095BD}" srcOrd="8" destOrd="0" parTransId="{AF16CD3F-70D9-43E3-B4E0-92FDC1DC8D50}" sibTransId="{4C19E481-CE92-46EC-AAD7-4C2A3F134105}"/>
    <dgm:cxn modelId="{4EAC124D-E86E-4A2B-8381-E8D68707531F}" srcId="{4F62B0E6-FEB4-4B4C-B5BE-973DD2BF47EE}" destId="{FEC81397-79B0-4FA0-B5A6-07860D1D2F37}" srcOrd="16" destOrd="0" parTransId="{34E158A2-2E89-4521-84A3-54A50F5B33FC}" sibTransId="{C14B28B4-8432-48DB-8031-C0CA3F93FD60}"/>
    <dgm:cxn modelId="{BFD53D51-2C72-4E75-9894-4D8328FEF2E0}" type="presOf" srcId="{4F62B0E6-FEB4-4B4C-B5BE-973DD2BF47EE}" destId="{F215420F-4A5E-4E5E-AADA-C79B6DC058E7}" srcOrd="0" destOrd="0" presId="urn:microsoft.com/office/officeart/2005/8/layout/arrow4"/>
    <dgm:cxn modelId="{1B707771-C7A5-4A85-AEAB-AAB846F720B6}" type="presOf" srcId="{D133012F-74CD-4A98-941E-63403B4A3DE0}" destId="{6F66A0FE-9785-4CD6-8ED3-20408E443496}" srcOrd="0" destOrd="0" presId="urn:microsoft.com/office/officeart/2005/8/layout/arrow4"/>
    <dgm:cxn modelId="{0B01C577-C53A-49E6-A78A-E98AE6C6556B}" srcId="{4F62B0E6-FEB4-4B4C-B5BE-973DD2BF47EE}" destId="{5FE0749E-60E0-49F3-B04B-9D456FF345DC}" srcOrd="13" destOrd="0" parTransId="{DC4A82A0-2637-40B2-A39B-20AF55A5C35B}" sibTransId="{AF57B9D9-D20D-4827-9BBD-5435B9058286}"/>
    <dgm:cxn modelId="{1FA55281-27BF-436D-8D4E-0741CF17B3EF}" srcId="{4F62B0E6-FEB4-4B4C-B5BE-973DD2BF47EE}" destId="{D133012F-74CD-4A98-941E-63403B4A3DE0}" srcOrd="1" destOrd="0" parTransId="{C4544557-F10F-4D49-AC44-3467952F427B}" sibTransId="{CBC5DC67-4F7C-40A8-82A3-D16CE4A57A8E}"/>
    <dgm:cxn modelId="{E7358799-4C58-419F-9C27-D398B347BDF4}" srcId="{4F62B0E6-FEB4-4B4C-B5BE-973DD2BF47EE}" destId="{D753B893-8A3A-4294-8C7D-DBBB72E327BE}" srcOrd="7" destOrd="0" parTransId="{0C80D60D-2218-44E8-9F17-90676396403D}" sibTransId="{C55271EB-DCEC-4627-8F64-2FFA50EACE93}"/>
    <dgm:cxn modelId="{415A05A1-9A0E-4A05-B63A-089AEF755E58}" srcId="{4F62B0E6-FEB4-4B4C-B5BE-973DD2BF47EE}" destId="{4C7CA091-9DEE-49A3-9ED2-1CF028D8A248}" srcOrd="4" destOrd="0" parTransId="{60F78ED5-5F9C-4AF9-96A4-3704390F80B3}" sibTransId="{1C108DCE-B7A8-4A77-928E-9EADB3EB9718}"/>
    <dgm:cxn modelId="{74B63FB3-D664-4E2D-B95B-95496F738F18}" srcId="{4F62B0E6-FEB4-4B4C-B5BE-973DD2BF47EE}" destId="{40B3D5F6-B4F1-4FED-A797-583380609726}" srcOrd="5" destOrd="0" parTransId="{8D675EAF-1DB7-436F-8069-BBD96A35A510}" sibTransId="{A98116FE-0B11-418F-BBA4-73EF3EF5FCBD}"/>
    <dgm:cxn modelId="{A7DC79B8-D683-4C49-854E-7CBC5F2B4A5B}" srcId="{4F62B0E6-FEB4-4B4C-B5BE-973DD2BF47EE}" destId="{C4193BA0-03B7-4513-A939-D6B36E3EFB3D}" srcOrd="2" destOrd="0" parTransId="{76F9AA68-D3A9-490E-9E93-186A662707E6}" sibTransId="{F38CE957-DD66-4B51-B50E-CFADA1F3137A}"/>
    <dgm:cxn modelId="{CDF286C7-FB43-4DC9-BE30-E65F0379A0A2}" srcId="{4F62B0E6-FEB4-4B4C-B5BE-973DD2BF47EE}" destId="{9F4C6523-EA10-41E1-B898-21A45A0AD080}" srcOrd="11" destOrd="0" parTransId="{2A5FFB59-7A06-4C7E-8E0D-9470D37B7118}" sibTransId="{CCA3A476-83AC-4D67-B537-6ED7177FE929}"/>
    <dgm:cxn modelId="{7B0207CE-9D8F-4391-B528-6384EB76519E}" srcId="{4F62B0E6-FEB4-4B4C-B5BE-973DD2BF47EE}" destId="{0D94DCA4-B5A6-4638-94B6-B7DF51B29F2D}" srcOrd="15" destOrd="0" parTransId="{8FD1B4B4-62C9-4760-A533-97684F0C0DE1}" sibTransId="{205AF263-A6AC-4D93-B9FE-92371A152EE8}"/>
    <dgm:cxn modelId="{45E8D2F0-F995-4222-9A9B-3B972AAE057B}" srcId="{4F62B0E6-FEB4-4B4C-B5BE-973DD2BF47EE}" destId="{E9CDB68D-000D-49E2-8AA5-C8F02A8A1F4F}" srcOrd="0" destOrd="0" parTransId="{9ECB42BA-C18B-4229-9684-1499078276D6}" sibTransId="{3D992C80-3DDE-4687-845A-741ED4FDD4FE}"/>
    <dgm:cxn modelId="{B2D27FF4-B225-436B-ABE9-3F96203BE2FC}" srcId="{4F62B0E6-FEB4-4B4C-B5BE-973DD2BF47EE}" destId="{B475A587-9A34-4E25-B163-25FD987B366E}" srcOrd="6" destOrd="0" parTransId="{B0609069-DE39-42CF-B94B-4E8F328D7424}" sibTransId="{CCC8C4EF-1411-4179-B787-A9BF96E45831}"/>
    <dgm:cxn modelId="{BAF06EFC-F683-4F0A-847B-EDFD8A430ED1}" srcId="{4F62B0E6-FEB4-4B4C-B5BE-973DD2BF47EE}" destId="{A7C8329C-BA44-4CF0-8F94-C766DA055B09}" srcOrd="12" destOrd="0" parTransId="{E16524FC-E5EA-4A36-80DD-8847AA35CC39}" sibTransId="{1389F0A0-C3E4-437C-B3BF-FE03397F4719}"/>
    <dgm:cxn modelId="{546C55FB-50B9-4E45-AF87-F3075894F6F3}" type="presParOf" srcId="{F215420F-4A5E-4E5E-AADA-C79B6DC058E7}" destId="{AAABE66C-1562-41EF-8A08-4825EC15132F}" srcOrd="0" destOrd="0" presId="urn:microsoft.com/office/officeart/2005/8/layout/arrow4"/>
    <dgm:cxn modelId="{618BCC0B-E78E-4084-B6B6-CD4F58324F93}" type="presParOf" srcId="{F215420F-4A5E-4E5E-AADA-C79B6DC058E7}" destId="{6655A83F-5828-443C-9E40-7C21CD28C5F2}" srcOrd="1" destOrd="0" presId="urn:microsoft.com/office/officeart/2005/8/layout/arrow4"/>
    <dgm:cxn modelId="{0C166363-0ACD-4D69-83DB-292D186E4138}" type="presParOf" srcId="{F215420F-4A5E-4E5E-AADA-C79B6DC058E7}" destId="{7CD3B6F1-F43F-469C-B414-8C5761017CC8}" srcOrd="2" destOrd="0" presId="urn:microsoft.com/office/officeart/2005/8/layout/arrow4"/>
    <dgm:cxn modelId="{AA95364B-1258-48A1-810D-7829B6E55348}" type="presParOf" srcId="{F215420F-4A5E-4E5E-AADA-C79B6DC058E7}" destId="{6F66A0FE-9785-4CD6-8ED3-20408E443496}" srcOrd="3" destOrd="0" presId="urn:microsoft.com/office/officeart/2005/8/layout/arrow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D66378-B274-48A8-8BDC-B8CCD6E910A6}"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s-MX"/>
        </a:p>
      </dgm:t>
    </dgm:pt>
    <dgm:pt modelId="{F6091914-5D67-4654-9627-25F8880DE8F1}">
      <dgm:prSet custT="1"/>
      <dgm:spPr>
        <a:xfrm>
          <a:off x="0" y="1902"/>
          <a:ext cx="10515600" cy="543227"/>
        </a:xfrm>
        <a:prstGeom prst="roundRect">
          <a:avLst/>
        </a:prstGeom>
        <a:solidFill>
          <a:srgbClr val="5B9BD5">
            <a:hueOff val="0"/>
            <a:satOff val="0"/>
            <a:lumOff val="0"/>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i="0" baseline="0" dirty="0">
              <a:solidFill>
                <a:sysClr val="window" lastClr="FFFFFF"/>
              </a:solidFill>
              <a:latin typeface="Santander Text Light" panose="020B0304020201020104" pitchFamily="34" charset="0"/>
              <a:ea typeface="+mn-ea"/>
              <a:cs typeface="+mn-cs"/>
            </a:rPr>
            <a:t>1. Asignación de responsabilidades en un EBR</a:t>
          </a:r>
          <a:endParaRPr lang="es-MX" sz="1400" b="1" dirty="0">
            <a:solidFill>
              <a:sysClr val="window" lastClr="FFFFFF"/>
            </a:solidFill>
            <a:latin typeface="Santander Text Light" panose="020B0304020201020104" pitchFamily="34" charset="0"/>
            <a:ea typeface="+mn-ea"/>
            <a:cs typeface="+mn-cs"/>
          </a:endParaRPr>
        </a:p>
      </dgm:t>
    </dgm:pt>
    <dgm:pt modelId="{17714111-F85D-40CB-9FE2-E8B90CB8B061}" type="parTrans" cxnId="{A8213F8E-3DB5-4D80-91E3-1DD58644D108}">
      <dgm:prSet/>
      <dgm:spPr/>
      <dgm:t>
        <a:bodyPr/>
        <a:lstStyle/>
        <a:p>
          <a:endParaRPr lang="es-MX" sz="1400" b="1">
            <a:latin typeface="Santander Text Light" panose="020B0304020201020104" pitchFamily="34" charset="0"/>
          </a:endParaRPr>
        </a:p>
      </dgm:t>
    </dgm:pt>
    <dgm:pt modelId="{5221C47F-7564-4AC6-8919-FC0CFC69CBFA}" type="sibTrans" cxnId="{A8213F8E-3DB5-4D80-91E3-1DD58644D108}">
      <dgm:prSet/>
      <dgm:spPr/>
      <dgm:t>
        <a:bodyPr/>
        <a:lstStyle/>
        <a:p>
          <a:endParaRPr lang="es-MX" sz="1400" b="1">
            <a:latin typeface="Santander Text Light" panose="020B0304020201020104" pitchFamily="34" charset="0"/>
          </a:endParaRPr>
        </a:p>
      </dgm:t>
    </dgm:pt>
    <dgm:pt modelId="{E1578152-7411-400D-A87A-8E6A6814DE4B}">
      <dgm:prSet custT="1"/>
      <dgm:spPr>
        <a:xfrm>
          <a:off x="0" y="553089"/>
          <a:ext cx="10515600" cy="543227"/>
        </a:xfrm>
        <a:prstGeom prst="roundRect">
          <a:avLst/>
        </a:prstGeom>
        <a:solidFill>
          <a:srgbClr val="5B9BD5">
            <a:hueOff val="-1351709"/>
            <a:satOff val="-3484"/>
            <a:lumOff val="-2353"/>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i="0" baseline="0" dirty="0">
              <a:solidFill>
                <a:sysClr val="window" lastClr="FFFFFF"/>
              </a:solidFill>
              <a:latin typeface="Santander Text Light" panose="020B0304020201020104" pitchFamily="34" charset="0"/>
              <a:ea typeface="+mn-ea"/>
              <a:cs typeface="+mn-cs"/>
            </a:rPr>
            <a:t>2. Identificación del riesgo de LD/FT</a:t>
          </a:r>
          <a:endParaRPr lang="es-MX" sz="1400" b="1" dirty="0">
            <a:solidFill>
              <a:sysClr val="window" lastClr="FFFFFF"/>
            </a:solidFill>
            <a:latin typeface="Santander Text Light" panose="020B0304020201020104" pitchFamily="34" charset="0"/>
            <a:ea typeface="+mn-ea"/>
            <a:cs typeface="+mn-cs"/>
          </a:endParaRPr>
        </a:p>
      </dgm:t>
    </dgm:pt>
    <dgm:pt modelId="{8A11DF3D-BA62-4BE4-A613-692B2BF1322E}" type="parTrans" cxnId="{4EFDB3B5-F59A-45E4-8529-5987C45AEC69}">
      <dgm:prSet/>
      <dgm:spPr/>
      <dgm:t>
        <a:bodyPr/>
        <a:lstStyle/>
        <a:p>
          <a:endParaRPr lang="es-MX" sz="1400" b="1">
            <a:latin typeface="Santander Text Light" panose="020B0304020201020104" pitchFamily="34" charset="0"/>
          </a:endParaRPr>
        </a:p>
      </dgm:t>
    </dgm:pt>
    <dgm:pt modelId="{F3697DC4-C11D-4B3A-B4B3-CD1CB72611D7}" type="sibTrans" cxnId="{4EFDB3B5-F59A-45E4-8529-5987C45AEC69}">
      <dgm:prSet/>
      <dgm:spPr/>
      <dgm:t>
        <a:bodyPr/>
        <a:lstStyle/>
        <a:p>
          <a:endParaRPr lang="es-MX" sz="1400" b="1">
            <a:latin typeface="Santander Text Light" panose="020B0304020201020104" pitchFamily="34" charset="0"/>
          </a:endParaRPr>
        </a:p>
      </dgm:t>
    </dgm:pt>
    <dgm:pt modelId="{EEC8262D-15FB-45BE-A1E5-BA77922593DA}">
      <dgm:prSet custT="1"/>
      <dgm:spPr>
        <a:xfrm>
          <a:off x="0" y="1104275"/>
          <a:ext cx="10515600" cy="543227"/>
        </a:xfrm>
        <a:prstGeom prst="roundRect">
          <a:avLst/>
        </a:prstGeom>
        <a:solidFill>
          <a:srgbClr val="5B9BD5">
            <a:hueOff val="-2703417"/>
            <a:satOff val="-6968"/>
            <a:lumOff val="-4706"/>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dirty="0">
              <a:solidFill>
                <a:sysClr val="window" lastClr="FFFFFF"/>
              </a:solidFill>
              <a:latin typeface="Santander Text Light" panose="020B0304020201020104" pitchFamily="34" charset="0"/>
              <a:ea typeface="+mn-ea"/>
              <a:cs typeface="+mn-cs"/>
            </a:rPr>
            <a:t>3. Evaluación del riesgo de LD/FT</a:t>
          </a:r>
        </a:p>
      </dgm:t>
    </dgm:pt>
    <dgm:pt modelId="{C4C72AAD-C9A0-4930-BE05-7617B528DA9E}" type="parTrans" cxnId="{D1B3C874-2136-4BF0-9AAF-0CDC49643A23}">
      <dgm:prSet/>
      <dgm:spPr/>
      <dgm:t>
        <a:bodyPr/>
        <a:lstStyle/>
        <a:p>
          <a:endParaRPr lang="es-MX" sz="1400" b="1">
            <a:latin typeface="Santander Text Light" panose="020B0304020201020104" pitchFamily="34" charset="0"/>
          </a:endParaRPr>
        </a:p>
      </dgm:t>
    </dgm:pt>
    <dgm:pt modelId="{98B341EB-B1C3-4B25-945E-D0FFBFCBBBD8}" type="sibTrans" cxnId="{D1B3C874-2136-4BF0-9AAF-0CDC49643A23}">
      <dgm:prSet/>
      <dgm:spPr/>
      <dgm:t>
        <a:bodyPr/>
        <a:lstStyle/>
        <a:p>
          <a:endParaRPr lang="es-MX" sz="1400" b="1">
            <a:latin typeface="Santander Text Light" panose="020B0304020201020104" pitchFamily="34" charset="0"/>
          </a:endParaRPr>
        </a:p>
      </dgm:t>
    </dgm:pt>
    <dgm:pt modelId="{EE55B514-858B-427D-AB09-99B41099E47A}">
      <dgm:prSet custT="1"/>
      <dgm:spPr>
        <a:xfrm>
          <a:off x="0" y="1655462"/>
          <a:ext cx="10515600" cy="543227"/>
        </a:xfrm>
        <a:prstGeom prst="roundRect">
          <a:avLst/>
        </a:prstGeom>
        <a:solidFill>
          <a:srgbClr val="5B9BD5">
            <a:hueOff val="-4055126"/>
            <a:satOff val="-10451"/>
            <a:lumOff val="-7059"/>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dirty="0">
              <a:solidFill>
                <a:sysClr val="window" lastClr="FFFFFF"/>
              </a:solidFill>
              <a:latin typeface="Santander Text Light" panose="020B0304020201020104" pitchFamily="34" charset="0"/>
              <a:ea typeface="+mn-ea"/>
              <a:cs typeface="+mn-cs"/>
            </a:rPr>
            <a:t>4. Mitigación del riesgo</a:t>
          </a:r>
        </a:p>
      </dgm:t>
    </dgm:pt>
    <dgm:pt modelId="{F08C02F7-3599-4D5B-B90B-A44881A6A52F}" type="parTrans" cxnId="{B4E8AC92-5EF6-4398-9E71-32672571EAB6}">
      <dgm:prSet/>
      <dgm:spPr/>
      <dgm:t>
        <a:bodyPr/>
        <a:lstStyle/>
        <a:p>
          <a:endParaRPr lang="es-MX" sz="1400" b="1">
            <a:latin typeface="Santander Text Light" panose="020B0304020201020104" pitchFamily="34" charset="0"/>
          </a:endParaRPr>
        </a:p>
      </dgm:t>
    </dgm:pt>
    <dgm:pt modelId="{F21E3949-9C03-4DC6-B059-06F0ABDCD182}" type="sibTrans" cxnId="{B4E8AC92-5EF6-4398-9E71-32672571EAB6}">
      <dgm:prSet/>
      <dgm:spPr/>
      <dgm:t>
        <a:bodyPr/>
        <a:lstStyle/>
        <a:p>
          <a:endParaRPr lang="es-MX" sz="1400" b="1">
            <a:latin typeface="Santander Text Light" panose="020B0304020201020104" pitchFamily="34" charset="0"/>
          </a:endParaRPr>
        </a:p>
      </dgm:t>
    </dgm:pt>
    <dgm:pt modelId="{FFE84D0F-B84D-4869-AF49-A1518B1E9623}">
      <dgm:prSet custT="1"/>
      <dgm:spPr>
        <a:xfrm>
          <a:off x="0" y="2206649"/>
          <a:ext cx="10515600" cy="543227"/>
        </a:xfrm>
        <a:prstGeom prst="roundRect">
          <a:avLst/>
        </a:prstGeom>
        <a:solidFill>
          <a:srgbClr val="5B9BD5">
            <a:hueOff val="-5406834"/>
            <a:satOff val="-13935"/>
            <a:lumOff val="-9412"/>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dirty="0">
              <a:solidFill>
                <a:sysClr val="window" lastClr="FFFFFF"/>
              </a:solidFill>
              <a:latin typeface="Santander Text Light" panose="020B0304020201020104" pitchFamily="34" charset="0"/>
              <a:ea typeface="+mn-ea"/>
              <a:cs typeface="+mn-cs"/>
            </a:rPr>
            <a:t>5. Desarrollo de un entendimiento común de EBR</a:t>
          </a:r>
        </a:p>
      </dgm:t>
    </dgm:pt>
    <dgm:pt modelId="{3638BC5C-82A8-426E-8CA9-1BB2CA13DC74}" type="parTrans" cxnId="{29CA058B-25D1-4F97-9A85-225BB542F440}">
      <dgm:prSet/>
      <dgm:spPr/>
      <dgm:t>
        <a:bodyPr/>
        <a:lstStyle/>
        <a:p>
          <a:endParaRPr lang="es-MX" sz="1400" b="1">
            <a:latin typeface="Santander Text Light" panose="020B0304020201020104" pitchFamily="34" charset="0"/>
          </a:endParaRPr>
        </a:p>
      </dgm:t>
    </dgm:pt>
    <dgm:pt modelId="{6DDB7E35-BC17-4C70-8FA5-95C17C269039}" type="sibTrans" cxnId="{29CA058B-25D1-4F97-9A85-225BB542F440}">
      <dgm:prSet/>
      <dgm:spPr/>
      <dgm:t>
        <a:bodyPr/>
        <a:lstStyle/>
        <a:p>
          <a:endParaRPr lang="es-MX" sz="1400" b="1">
            <a:latin typeface="Santander Text Light" panose="020B0304020201020104" pitchFamily="34" charset="0"/>
          </a:endParaRPr>
        </a:p>
      </dgm:t>
    </dgm:pt>
    <dgm:pt modelId="{CB59BAC1-E3B9-4001-B081-17BE62DB9FE4}">
      <dgm:prSet custT="1"/>
      <dgm:spPr>
        <a:xfrm>
          <a:off x="0" y="2757836"/>
          <a:ext cx="10515600" cy="543227"/>
        </a:xfrm>
        <a:prstGeom prst="roundRect">
          <a:avLst/>
        </a:prstGeom>
        <a:solidFill>
          <a:srgbClr val="5B9BD5">
            <a:hueOff val="-6758543"/>
            <a:satOff val="-17419"/>
            <a:lumOff val="-11765"/>
            <a:alpha val="75000"/>
          </a:srgbClr>
        </a:solidFill>
        <a:ln w="12700" cap="flat" cmpd="sng" algn="ctr">
          <a:solidFill>
            <a:sysClr val="window" lastClr="FFFFFF">
              <a:hueOff val="0"/>
              <a:satOff val="0"/>
              <a:lumOff val="0"/>
              <a:alphaOff val="0"/>
            </a:sysClr>
          </a:solidFill>
          <a:prstDash val="solid"/>
          <a:miter lim="800000"/>
        </a:ln>
        <a:effectLst/>
      </dgm:spPr>
      <dgm:t>
        <a:bodyPr/>
        <a:lstStyle/>
        <a:p>
          <a:r>
            <a:rPr lang="es-MX" sz="1400" b="1" dirty="0">
              <a:solidFill>
                <a:sysClr val="window" lastClr="FFFFFF"/>
              </a:solidFill>
              <a:latin typeface="Santander Text Light" panose="020B0304020201020104" pitchFamily="34" charset="0"/>
              <a:ea typeface="+mn-ea"/>
              <a:cs typeface="+mn-cs"/>
            </a:rPr>
            <a:t>6. Inclusión financiera</a:t>
          </a:r>
        </a:p>
      </dgm:t>
    </dgm:pt>
    <dgm:pt modelId="{0B906980-63AA-4BF1-AD79-2562DD54DE12}" type="parTrans" cxnId="{6C04FBC5-CC17-4057-8CF8-3C4246751962}">
      <dgm:prSet/>
      <dgm:spPr/>
      <dgm:t>
        <a:bodyPr/>
        <a:lstStyle/>
        <a:p>
          <a:endParaRPr lang="es-MX" sz="1400" b="1">
            <a:latin typeface="Santander Text Light" panose="020B0304020201020104" pitchFamily="34" charset="0"/>
          </a:endParaRPr>
        </a:p>
      </dgm:t>
    </dgm:pt>
    <dgm:pt modelId="{DD496AC7-6075-49DB-8099-34986ED49682}" type="sibTrans" cxnId="{6C04FBC5-CC17-4057-8CF8-3C4246751962}">
      <dgm:prSet/>
      <dgm:spPr/>
      <dgm:t>
        <a:bodyPr/>
        <a:lstStyle/>
        <a:p>
          <a:endParaRPr lang="es-MX" sz="1400" b="1">
            <a:latin typeface="Santander Text Light" panose="020B0304020201020104" pitchFamily="34" charset="0"/>
          </a:endParaRPr>
        </a:p>
      </dgm:t>
    </dgm:pt>
    <dgm:pt modelId="{BE631F95-C674-4C28-B895-3713052262E9}" type="pres">
      <dgm:prSet presAssocID="{10D66378-B274-48A8-8BDC-B8CCD6E910A6}" presName="linear" presStyleCnt="0">
        <dgm:presLayoutVars>
          <dgm:animLvl val="lvl"/>
          <dgm:resizeHandles val="exact"/>
        </dgm:presLayoutVars>
      </dgm:prSet>
      <dgm:spPr/>
    </dgm:pt>
    <dgm:pt modelId="{4E0DF577-B2DC-4889-9149-C90471B68875}" type="pres">
      <dgm:prSet presAssocID="{F6091914-5D67-4654-9627-25F8880DE8F1}" presName="parentText" presStyleLbl="node1" presStyleIdx="0" presStyleCnt="6" custLinFactY="-22556" custLinFactNeighborY="-100000">
        <dgm:presLayoutVars>
          <dgm:chMax val="0"/>
          <dgm:bulletEnabled val="1"/>
        </dgm:presLayoutVars>
      </dgm:prSet>
      <dgm:spPr/>
    </dgm:pt>
    <dgm:pt modelId="{E270EE0B-6DCB-4F1E-B08C-7E1FE9970981}" type="pres">
      <dgm:prSet presAssocID="{5221C47F-7564-4AC6-8919-FC0CFC69CBFA}" presName="spacer" presStyleCnt="0"/>
      <dgm:spPr/>
    </dgm:pt>
    <dgm:pt modelId="{87CF287C-6C02-401E-A6F8-05FFC567F243}" type="pres">
      <dgm:prSet presAssocID="{E1578152-7411-400D-A87A-8E6A6814DE4B}" presName="parentText" presStyleLbl="node1" presStyleIdx="1" presStyleCnt="6">
        <dgm:presLayoutVars>
          <dgm:chMax val="0"/>
          <dgm:bulletEnabled val="1"/>
        </dgm:presLayoutVars>
      </dgm:prSet>
      <dgm:spPr/>
    </dgm:pt>
    <dgm:pt modelId="{1F447C33-D1EE-4913-BDC5-AA384CDFAA0B}" type="pres">
      <dgm:prSet presAssocID="{F3697DC4-C11D-4B3A-B4B3-CD1CB72611D7}" presName="spacer" presStyleCnt="0"/>
      <dgm:spPr/>
    </dgm:pt>
    <dgm:pt modelId="{1792A96E-0EF7-4BE8-8D73-BAFB32F9C48E}" type="pres">
      <dgm:prSet presAssocID="{EEC8262D-15FB-45BE-A1E5-BA77922593DA}" presName="parentText" presStyleLbl="node1" presStyleIdx="2" presStyleCnt="6">
        <dgm:presLayoutVars>
          <dgm:chMax val="0"/>
          <dgm:bulletEnabled val="1"/>
        </dgm:presLayoutVars>
      </dgm:prSet>
      <dgm:spPr/>
    </dgm:pt>
    <dgm:pt modelId="{34957DF1-9E72-44A9-AB32-9307D644B38C}" type="pres">
      <dgm:prSet presAssocID="{98B341EB-B1C3-4B25-945E-D0FFBFCBBBD8}" presName="spacer" presStyleCnt="0"/>
      <dgm:spPr/>
    </dgm:pt>
    <dgm:pt modelId="{FF1A933D-DEB1-4518-A329-F9B12D69E53E}" type="pres">
      <dgm:prSet presAssocID="{EE55B514-858B-427D-AB09-99B41099E47A}" presName="parentText" presStyleLbl="node1" presStyleIdx="3" presStyleCnt="6">
        <dgm:presLayoutVars>
          <dgm:chMax val="0"/>
          <dgm:bulletEnabled val="1"/>
        </dgm:presLayoutVars>
      </dgm:prSet>
      <dgm:spPr/>
    </dgm:pt>
    <dgm:pt modelId="{A50A9E19-02D4-49AC-AF7F-556D09C91606}" type="pres">
      <dgm:prSet presAssocID="{F21E3949-9C03-4DC6-B059-06F0ABDCD182}" presName="spacer" presStyleCnt="0"/>
      <dgm:spPr/>
    </dgm:pt>
    <dgm:pt modelId="{A168551D-42F7-4092-855E-4CBE33704E5F}" type="pres">
      <dgm:prSet presAssocID="{FFE84D0F-B84D-4869-AF49-A1518B1E9623}" presName="parentText" presStyleLbl="node1" presStyleIdx="4" presStyleCnt="6">
        <dgm:presLayoutVars>
          <dgm:chMax val="0"/>
          <dgm:bulletEnabled val="1"/>
        </dgm:presLayoutVars>
      </dgm:prSet>
      <dgm:spPr/>
    </dgm:pt>
    <dgm:pt modelId="{24BBB4C7-5809-45FF-A808-C5FAE62C0934}" type="pres">
      <dgm:prSet presAssocID="{6DDB7E35-BC17-4C70-8FA5-95C17C269039}" presName="spacer" presStyleCnt="0"/>
      <dgm:spPr/>
    </dgm:pt>
    <dgm:pt modelId="{DCB67BF3-247B-4A2D-9770-4937DF8CD735}" type="pres">
      <dgm:prSet presAssocID="{CB59BAC1-E3B9-4001-B081-17BE62DB9FE4}" presName="parentText" presStyleLbl="node1" presStyleIdx="5" presStyleCnt="6">
        <dgm:presLayoutVars>
          <dgm:chMax val="0"/>
          <dgm:bulletEnabled val="1"/>
        </dgm:presLayoutVars>
      </dgm:prSet>
      <dgm:spPr/>
    </dgm:pt>
  </dgm:ptLst>
  <dgm:cxnLst>
    <dgm:cxn modelId="{B33B6509-9400-47A4-9BDD-714908F42C7E}" type="presOf" srcId="{FFE84D0F-B84D-4869-AF49-A1518B1E9623}" destId="{A168551D-42F7-4092-855E-4CBE33704E5F}" srcOrd="0" destOrd="0" presId="urn:microsoft.com/office/officeart/2005/8/layout/vList2"/>
    <dgm:cxn modelId="{75AE4012-E002-4641-9C7B-5FA71AA8FAB5}" type="presOf" srcId="{10D66378-B274-48A8-8BDC-B8CCD6E910A6}" destId="{BE631F95-C674-4C28-B895-3713052262E9}" srcOrd="0" destOrd="0" presId="urn:microsoft.com/office/officeart/2005/8/layout/vList2"/>
    <dgm:cxn modelId="{C32CD32D-2CFF-4E16-9EFE-1338E5F51C13}" type="presOf" srcId="{E1578152-7411-400D-A87A-8E6A6814DE4B}" destId="{87CF287C-6C02-401E-A6F8-05FFC567F243}" srcOrd="0" destOrd="0" presId="urn:microsoft.com/office/officeart/2005/8/layout/vList2"/>
    <dgm:cxn modelId="{3CD47A44-09DB-41B3-8305-9299CD8B1197}" type="presOf" srcId="{EEC8262D-15FB-45BE-A1E5-BA77922593DA}" destId="{1792A96E-0EF7-4BE8-8D73-BAFB32F9C48E}" srcOrd="0" destOrd="0" presId="urn:microsoft.com/office/officeart/2005/8/layout/vList2"/>
    <dgm:cxn modelId="{845FB570-4D8E-4DA5-AB94-F9A865DEB35F}" type="presOf" srcId="{CB59BAC1-E3B9-4001-B081-17BE62DB9FE4}" destId="{DCB67BF3-247B-4A2D-9770-4937DF8CD735}" srcOrd="0" destOrd="0" presId="urn:microsoft.com/office/officeart/2005/8/layout/vList2"/>
    <dgm:cxn modelId="{D1B3C874-2136-4BF0-9AAF-0CDC49643A23}" srcId="{10D66378-B274-48A8-8BDC-B8CCD6E910A6}" destId="{EEC8262D-15FB-45BE-A1E5-BA77922593DA}" srcOrd="2" destOrd="0" parTransId="{C4C72AAD-C9A0-4930-BE05-7617B528DA9E}" sibTransId="{98B341EB-B1C3-4B25-945E-D0FFBFCBBBD8}"/>
    <dgm:cxn modelId="{29CA058B-25D1-4F97-9A85-225BB542F440}" srcId="{10D66378-B274-48A8-8BDC-B8CCD6E910A6}" destId="{FFE84D0F-B84D-4869-AF49-A1518B1E9623}" srcOrd="4" destOrd="0" parTransId="{3638BC5C-82A8-426E-8CA9-1BB2CA13DC74}" sibTransId="{6DDB7E35-BC17-4C70-8FA5-95C17C269039}"/>
    <dgm:cxn modelId="{A8213F8E-3DB5-4D80-91E3-1DD58644D108}" srcId="{10D66378-B274-48A8-8BDC-B8CCD6E910A6}" destId="{F6091914-5D67-4654-9627-25F8880DE8F1}" srcOrd="0" destOrd="0" parTransId="{17714111-F85D-40CB-9FE2-E8B90CB8B061}" sibTransId="{5221C47F-7564-4AC6-8919-FC0CFC69CBFA}"/>
    <dgm:cxn modelId="{B4E8AC92-5EF6-4398-9E71-32672571EAB6}" srcId="{10D66378-B274-48A8-8BDC-B8CCD6E910A6}" destId="{EE55B514-858B-427D-AB09-99B41099E47A}" srcOrd="3" destOrd="0" parTransId="{F08C02F7-3599-4D5B-B90B-A44881A6A52F}" sibTransId="{F21E3949-9C03-4DC6-B059-06F0ABDCD182}"/>
    <dgm:cxn modelId="{4EFDB3B5-F59A-45E4-8529-5987C45AEC69}" srcId="{10D66378-B274-48A8-8BDC-B8CCD6E910A6}" destId="{E1578152-7411-400D-A87A-8E6A6814DE4B}" srcOrd="1" destOrd="0" parTransId="{8A11DF3D-BA62-4BE4-A613-692B2BF1322E}" sibTransId="{F3697DC4-C11D-4B3A-B4B3-CD1CB72611D7}"/>
    <dgm:cxn modelId="{B56315BE-7A60-4261-BF06-04A39D1655AB}" type="presOf" srcId="{EE55B514-858B-427D-AB09-99B41099E47A}" destId="{FF1A933D-DEB1-4518-A329-F9B12D69E53E}" srcOrd="0" destOrd="0" presId="urn:microsoft.com/office/officeart/2005/8/layout/vList2"/>
    <dgm:cxn modelId="{6C04FBC5-CC17-4057-8CF8-3C4246751962}" srcId="{10D66378-B274-48A8-8BDC-B8CCD6E910A6}" destId="{CB59BAC1-E3B9-4001-B081-17BE62DB9FE4}" srcOrd="5" destOrd="0" parTransId="{0B906980-63AA-4BF1-AD79-2562DD54DE12}" sibTransId="{DD496AC7-6075-49DB-8099-34986ED49682}"/>
    <dgm:cxn modelId="{D30582E3-5615-4D8C-BDDC-1551F55F7227}" type="presOf" srcId="{F6091914-5D67-4654-9627-25F8880DE8F1}" destId="{4E0DF577-B2DC-4889-9149-C90471B68875}" srcOrd="0" destOrd="0" presId="urn:microsoft.com/office/officeart/2005/8/layout/vList2"/>
    <dgm:cxn modelId="{EA40D058-7AAD-4C09-83AE-269E97B88878}" type="presParOf" srcId="{BE631F95-C674-4C28-B895-3713052262E9}" destId="{4E0DF577-B2DC-4889-9149-C90471B68875}" srcOrd="0" destOrd="0" presId="urn:microsoft.com/office/officeart/2005/8/layout/vList2"/>
    <dgm:cxn modelId="{1677AB0E-4AFE-467D-9210-31EC9F91669E}" type="presParOf" srcId="{BE631F95-C674-4C28-B895-3713052262E9}" destId="{E270EE0B-6DCB-4F1E-B08C-7E1FE9970981}" srcOrd="1" destOrd="0" presId="urn:microsoft.com/office/officeart/2005/8/layout/vList2"/>
    <dgm:cxn modelId="{61631C0F-2706-45D3-A5BF-8E39959104E8}" type="presParOf" srcId="{BE631F95-C674-4C28-B895-3713052262E9}" destId="{87CF287C-6C02-401E-A6F8-05FFC567F243}" srcOrd="2" destOrd="0" presId="urn:microsoft.com/office/officeart/2005/8/layout/vList2"/>
    <dgm:cxn modelId="{77C1EA39-FC8A-4DB2-A550-AB820389B86F}" type="presParOf" srcId="{BE631F95-C674-4C28-B895-3713052262E9}" destId="{1F447C33-D1EE-4913-BDC5-AA384CDFAA0B}" srcOrd="3" destOrd="0" presId="urn:microsoft.com/office/officeart/2005/8/layout/vList2"/>
    <dgm:cxn modelId="{E270C1E6-A68F-4EF6-B233-16F71AC5FC5E}" type="presParOf" srcId="{BE631F95-C674-4C28-B895-3713052262E9}" destId="{1792A96E-0EF7-4BE8-8D73-BAFB32F9C48E}" srcOrd="4" destOrd="0" presId="urn:microsoft.com/office/officeart/2005/8/layout/vList2"/>
    <dgm:cxn modelId="{973FB71D-5891-4D1D-97F4-C56CC465A42B}" type="presParOf" srcId="{BE631F95-C674-4C28-B895-3713052262E9}" destId="{34957DF1-9E72-44A9-AB32-9307D644B38C}" srcOrd="5" destOrd="0" presId="urn:microsoft.com/office/officeart/2005/8/layout/vList2"/>
    <dgm:cxn modelId="{19EB96F4-DB5D-4AD6-95BA-DD0668729AA8}" type="presParOf" srcId="{BE631F95-C674-4C28-B895-3713052262E9}" destId="{FF1A933D-DEB1-4518-A329-F9B12D69E53E}" srcOrd="6" destOrd="0" presId="urn:microsoft.com/office/officeart/2005/8/layout/vList2"/>
    <dgm:cxn modelId="{39A93B9E-6459-4814-982C-4CEF12658653}" type="presParOf" srcId="{BE631F95-C674-4C28-B895-3713052262E9}" destId="{A50A9E19-02D4-49AC-AF7F-556D09C91606}" srcOrd="7" destOrd="0" presId="urn:microsoft.com/office/officeart/2005/8/layout/vList2"/>
    <dgm:cxn modelId="{D0593115-5BAA-44B0-BEBB-6B83C636FF19}" type="presParOf" srcId="{BE631F95-C674-4C28-B895-3713052262E9}" destId="{A168551D-42F7-4092-855E-4CBE33704E5F}" srcOrd="8" destOrd="0" presId="urn:microsoft.com/office/officeart/2005/8/layout/vList2"/>
    <dgm:cxn modelId="{3E7B9209-BD6C-4DAB-AA0E-487773FBACCC}" type="presParOf" srcId="{BE631F95-C674-4C28-B895-3713052262E9}" destId="{24BBB4C7-5809-45FF-A808-C5FAE62C0934}" srcOrd="9" destOrd="0" presId="urn:microsoft.com/office/officeart/2005/8/layout/vList2"/>
    <dgm:cxn modelId="{1C1C6581-D872-4CFA-9D4A-9093B5102446}" type="presParOf" srcId="{BE631F95-C674-4C28-B895-3713052262E9}" destId="{DCB67BF3-247B-4A2D-9770-4937DF8CD735}" srcOrd="1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22B5E3-864E-41D8-A115-19D49AFE20C7}" type="doc">
      <dgm:prSet loTypeId="urn:microsoft.com/office/officeart/2005/8/layout/hierarchy5" loCatId="hierarchy" qsTypeId="urn:microsoft.com/office/officeart/2005/8/quickstyle/simple1" qsCatId="simple" csTypeId="urn:microsoft.com/office/officeart/2005/8/colors/colorful5" csCatId="colorful" phldr="1"/>
      <dgm:spPr/>
      <dgm:t>
        <a:bodyPr/>
        <a:lstStyle/>
        <a:p>
          <a:endParaRPr lang="es-MX"/>
        </a:p>
      </dgm:t>
    </dgm:pt>
    <dgm:pt modelId="{70BD997D-5E7F-4A50-AE15-FE3363A7150E}">
      <dgm:prSet custT="1"/>
      <dgm:spPr>
        <a:xfrm>
          <a:off x="438385" y="1834308"/>
          <a:ext cx="3185633" cy="1592816"/>
        </a:xfrm>
        <a:prstGeom prst="roundRect">
          <a:avLst>
            <a:gd name="adj" fmla="val 10000"/>
          </a:avLst>
        </a:prstGeom>
        <a:solidFill>
          <a:srgbClr val="C00000">
            <a:alpha val="30000"/>
          </a:srgbClr>
        </a:solidFill>
        <a:ln w="12700" cap="flat" cmpd="sng" algn="ctr">
          <a:solidFill>
            <a:sysClr val="window" lastClr="FFFFFF">
              <a:hueOff val="0"/>
              <a:satOff val="0"/>
              <a:lumOff val="0"/>
              <a:alphaOff val="0"/>
            </a:sysClr>
          </a:solidFill>
          <a:prstDash val="solid"/>
          <a:miter lim="800000"/>
        </a:ln>
        <a:effectLst/>
      </dgm:spPr>
      <dgm:t>
        <a:bodyPr/>
        <a:lstStyle/>
        <a:p>
          <a:pPr rtl="0"/>
          <a:r>
            <a:rPr lang="es-MX" sz="2000" dirty="0">
              <a:solidFill>
                <a:sysClr val="window" lastClr="FFFFFF"/>
              </a:solidFill>
              <a:latin typeface="Santander Text Light" panose="020B0304020201020104" pitchFamily="34" charset="0"/>
              <a:ea typeface="+mn-ea"/>
              <a:cs typeface="+mn-cs"/>
            </a:rPr>
            <a:t>SAM</a:t>
          </a:r>
        </a:p>
      </dgm:t>
    </dgm:pt>
    <dgm:pt modelId="{E944ADB5-9E52-4FA4-B7DA-B78004AF39EB}" type="parTrans" cxnId="{16D5D7BE-07B0-4ED2-9417-2AF65FB478A3}">
      <dgm:prSet/>
      <dgm:spPr/>
      <dgm:t>
        <a:bodyPr/>
        <a:lstStyle/>
        <a:p>
          <a:endParaRPr lang="es-MX" sz="2000">
            <a:latin typeface="Santander Text Light" panose="020B0304020201020104" pitchFamily="34" charset="0"/>
          </a:endParaRPr>
        </a:p>
      </dgm:t>
    </dgm:pt>
    <dgm:pt modelId="{1D078F22-C2A6-410E-A83B-10DFED265AA4}" type="sibTrans" cxnId="{16D5D7BE-07B0-4ED2-9417-2AF65FB478A3}">
      <dgm:prSet/>
      <dgm:spPr/>
      <dgm:t>
        <a:bodyPr/>
        <a:lstStyle/>
        <a:p>
          <a:endParaRPr lang="es-MX" sz="2000">
            <a:latin typeface="Santander Text Light" panose="020B0304020201020104" pitchFamily="34" charset="0"/>
          </a:endParaRPr>
        </a:p>
      </dgm:t>
    </dgm:pt>
    <dgm:pt modelId="{9093D078-B26B-451F-A072-95D9E5DAECB6}">
      <dgm:prSet custT="1"/>
      <dgm:spPr>
        <a:xfrm>
          <a:off x="4898273" y="2569"/>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gm:spPr>
      <dgm:t>
        <a:bodyPr/>
        <a:lstStyle/>
        <a:p>
          <a:pPr rtl="0"/>
          <a:r>
            <a:rPr lang="es-MX" sz="2000" b="1" dirty="0">
              <a:solidFill>
                <a:sysClr val="window" lastClr="FFFFFF"/>
              </a:solidFill>
              <a:latin typeface="Santander Text Light" panose="020B0304020201020104" pitchFamily="34" charset="0"/>
              <a:ea typeface="+mn-ea"/>
              <a:cs typeface="+mn-cs"/>
            </a:rPr>
            <a:t>La primera línea de</a:t>
          </a:r>
          <a:r>
            <a:rPr lang="es-MX" sz="2000" b="1" i="1" dirty="0">
              <a:solidFill>
                <a:sysClr val="window" lastClr="FFFFFF"/>
              </a:solidFill>
              <a:latin typeface="Santander Text Light" panose="020B0304020201020104" pitchFamily="34" charset="0"/>
              <a:ea typeface="+mn-ea"/>
              <a:cs typeface="+mn-cs"/>
            </a:rPr>
            <a:t> </a:t>
          </a:r>
          <a:r>
            <a:rPr lang="es-MX" sz="2000" b="1" dirty="0">
              <a:solidFill>
                <a:sysClr val="window" lastClr="FFFFFF"/>
              </a:solidFill>
              <a:latin typeface="Santander Text Light" panose="020B0304020201020104" pitchFamily="34" charset="0"/>
              <a:ea typeface="+mn-ea"/>
              <a:cs typeface="+mn-cs"/>
            </a:rPr>
            <a:t>defensa</a:t>
          </a:r>
          <a:r>
            <a:rPr lang="es-MX" sz="2000" dirty="0">
              <a:solidFill>
                <a:sysClr val="window" lastClr="FFFFFF"/>
              </a:solidFill>
              <a:latin typeface="Santander Text Light" panose="020B0304020201020104" pitchFamily="34" charset="0"/>
              <a:ea typeface="+mn-ea"/>
              <a:cs typeface="+mn-cs"/>
            </a:rPr>
            <a:t>: encargada de identificar, evaluar y controlar los riesgos </a:t>
          </a:r>
          <a:r>
            <a:rPr lang="es-MX" sz="2000" i="1" dirty="0">
              <a:solidFill>
                <a:sysClr val="window" lastClr="FFFFFF"/>
              </a:solidFill>
              <a:latin typeface="Santander Text Light" panose="020B0304020201020104" pitchFamily="34" charset="0"/>
              <a:ea typeface="+mn-ea"/>
              <a:cs typeface="+mn-cs"/>
            </a:rPr>
            <a:t>de </a:t>
          </a:r>
          <a:r>
            <a:rPr lang="es-MX" sz="2000" dirty="0">
              <a:solidFill>
                <a:sysClr val="window" lastClr="FFFFFF"/>
              </a:solidFill>
              <a:latin typeface="Santander Text Light" panose="020B0304020201020104" pitchFamily="34" charset="0"/>
              <a:ea typeface="+mn-ea"/>
              <a:cs typeface="+mn-cs"/>
            </a:rPr>
            <a:t>sus actividades.</a:t>
          </a:r>
        </a:p>
        <a:p>
          <a:pPr rtl="0"/>
          <a:r>
            <a:rPr lang="es-MX" sz="2000" dirty="0">
              <a:solidFill>
                <a:sysClr val="window" lastClr="FFFFFF"/>
              </a:solidFill>
              <a:latin typeface="Santander Text Light" panose="020B0304020201020104" pitchFamily="34" charset="0"/>
              <a:ea typeface="+mn-ea"/>
              <a:cs typeface="+mn-cs"/>
            </a:rPr>
            <a:t>(Ventas, Operaciones, Riesgos, etc.) </a:t>
          </a:r>
        </a:p>
      </dgm:t>
    </dgm:pt>
    <dgm:pt modelId="{69FF4811-BAA0-4505-8C27-C5AB37628485}" type="parTrans" cxnId="{439D57B7-5F73-4011-8933-1F1A70335BFC}">
      <dgm:prSet custT="1"/>
      <dgm:spPr>
        <a:xfrm rot="18289469">
          <a:off x="3145463" y="1687601"/>
          <a:ext cx="2231365" cy="54492"/>
        </a:xfrm>
        <a:custGeom>
          <a:avLst/>
          <a:gdLst/>
          <a:ahLst/>
          <a:cxnLst/>
          <a:rect l="0" t="0" r="0" b="0"/>
          <a:pathLst>
            <a:path>
              <a:moveTo>
                <a:pt x="0" y="27246"/>
              </a:moveTo>
              <a:lnTo>
                <a:pt x="2231365" y="27246"/>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MX" sz="2000" dirty="0">
            <a:solidFill>
              <a:sysClr val="windowText" lastClr="000000">
                <a:hueOff val="0"/>
                <a:satOff val="0"/>
                <a:lumOff val="0"/>
                <a:alphaOff val="0"/>
              </a:sysClr>
            </a:solidFill>
            <a:latin typeface="Santander Text Light" panose="020B0304020201020104" pitchFamily="34" charset="0"/>
            <a:ea typeface="+mn-ea"/>
            <a:cs typeface="+mn-cs"/>
          </a:endParaRPr>
        </a:p>
      </dgm:t>
    </dgm:pt>
    <dgm:pt modelId="{8E700FE0-ECEA-4658-911F-50218C6E5B4A}" type="sibTrans" cxnId="{439D57B7-5F73-4011-8933-1F1A70335BFC}">
      <dgm:prSet/>
      <dgm:spPr/>
      <dgm:t>
        <a:bodyPr/>
        <a:lstStyle/>
        <a:p>
          <a:endParaRPr lang="es-MX" sz="2000">
            <a:latin typeface="Santander Text Light" panose="020B0304020201020104" pitchFamily="34" charset="0"/>
          </a:endParaRPr>
        </a:p>
      </dgm:t>
    </dgm:pt>
    <dgm:pt modelId="{2E6194AD-6D85-4833-BA14-56AA85185A7B}">
      <dgm:prSet custT="1"/>
      <dgm:spPr>
        <a:xfrm>
          <a:off x="4898273" y="1834308"/>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gm:spPr>
      <dgm:t>
        <a:bodyPr/>
        <a:lstStyle/>
        <a:p>
          <a:pPr rtl="0"/>
          <a:r>
            <a:rPr lang="es-MX" sz="2000" b="1" dirty="0">
              <a:solidFill>
                <a:sysClr val="window" lastClr="FFFFFF"/>
              </a:solidFill>
              <a:latin typeface="Santander Text Light" panose="020B0304020201020104" pitchFamily="34" charset="0"/>
              <a:ea typeface="+mn-ea"/>
              <a:cs typeface="+mn-cs"/>
            </a:rPr>
            <a:t>La segunda línea de defensa</a:t>
          </a:r>
          <a:r>
            <a:rPr lang="es-MX" sz="2000" dirty="0">
              <a:solidFill>
                <a:sysClr val="window" lastClr="FFFFFF"/>
              </a:solidFill>
              <a:latin typeface="Santander Text Light" panose="020B0304020201020104" pitchFamily="34" charset="0"/>
              <a:ea typeface="+mn-ea"/>
              <a:cs typeface="+mn-cs"/>
            </a:rPr>
            <a:t>: incluye al Oficial de Cumplimiento, ITOP, Riesgos y Cumplimiento</a:t>
          </a:r>
        </a:p>
      </dgm:t>
    </dgm:pt>
    <dgm:pt modelId="{BA66BE8E-4145-4592-A2E8-3A560E9EB3C8}" type="parTrans" cxnId="{B9FF1D62-A9E9-49AE-84C2-B46EA3363722}">
      <dgm:prSet custT="1"/>
      <dgm:spPr>
        <a:xfrm>
          <a:off x="3624019" y="2603470"/>
          <a:ext cx="1274253" cy="54492"/>
        </a:xfrm>
        <a:custGeom>
          <a:avLst/>
          <a:gdLst/>
          <a:ahLst/>
          <a:cxnLst/>
          <a:rect l="0" t="0" r="0" b="0"/>
          <a:pathLst>
            <a:path>
              <a:moveTo>
                <a:pt x="0" y="27246"/>
              </a:moveTo>
              <a:lnTo>
                <a:pt x="1274253" y="27246"/>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MX" sz="2000" dirty="0">
            <a:solidFill>
              <a:sysClr val="windowText" lastClr="000000">
                <a:hueOff val="0"/>
                <a:satOff val="0"/>
                <a:lumOff val="0"/>
                <a:alphaOff val="0"/>
              </a:sysClr>
            </a:solidFill>
            <a:latin typeface="Santander Text Light" panose="020B0304020201020104" pitchFamily="34" charset="0"/>
            <a:ea typeface="+mn-ea"/>
            <a:cs typeface="+mn-cs"/>
          </a:endParaRPr>
        </a:p>
      </dgm:t>
    </dgm:pt>
    <dgm:pt modelId="{8C8D31C2-0B6F-49AD-9AF1-2E4189585B46}" type="sibTrans" cxnId="{B9FF1D62-A9E9-49AE-84C2-B46EA3363722}">
      <dgm:prSet/>
      <dgm:spPr/>
      <dgm:t>
        <a:bodyPr/>
        <a:lstStyle/>
        <a:p>
          <a:endParaRPr lang="es-MX" sz="2000">
            <a:latin typeface="Santander Text Light" panose="020B0304020201020104" pitchFamily="34" charset="0"/>
          </a:endParaRPr>
        </a:p>
      </dgm:t>
    </dgm:pt>
    <dgm:pt modelId="{0958DE30-2F86-4CE8-B6C4-B99D60BAEE2D}">
      <dgm:prSet custT="1"/>
      <dgm:spPr>
        <a:xfrm>
          <a:off x="4898273" y="3666048"/>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gm:spPr>
      <dgm:t>
        <a:bodyPr/>
        <a:lstStyle/>
        <a:p>
          <a:pPr rtl="0"/>
          <a:r>
            <a:rPr lang="es-MX" sz="2000" dirty="0">
              <a:solidFill>
                <a:sysClr val="window" lastClr="FFFFFF"/>
              </a:solidFill>
              <a:latin typeface="Santander Text Light" panose="020B0304020201020104" pitchFamily="34" charset="0"/>
              <a:ea typeface="+mn-ea"/>
              <a:cs typeface="+mn-cs"/>
            </a:rPr>
            <a:t>El departamento de auditoría interna constituye </a:t>
          </a:r>
          <a:r>
            <a:rPr lang="es-MX" sz="2000" b="1" dirty="0">
              <a:solidFill>
                <a:sysClr val="window" lastClr="FFFFFF"/>
              </a:solidFill>
              <a:latin typeface="Santander Text Light" panose="020B0304020201020104" pitchFamily="34" charset="0"/>
              <a:ea typeface="+mn-ea"/>
              <a:cs typeface="+mn-cs"/>
            </a:rPr>
            <a:t>la tercera línea de defensa.</a:t>
          </a:r>
        </a:p>
      </dgm:t>
    </dgm:pt>
    <dgm:pt modelId="{AF0272D8-8C75-470A-A06F-3B487A752913}" type="parTrans" cxnId="{87E56D31-29CD-4163-A9F1-803FD5C94661}">
      <dgm:prSet custT="1"/>
      <dgm:spPr>
        <a:xfrm rot="3310531">
          <a:off x="3145463" y="3519340"/>
          <a:ext cx="2231365" cy="54492"/>
        </a:xfrm>
        <a:custGeom>
          <a:avLst/>
          <a:gdLst/>
          <a:ahLst/>
          <a:cxnLst/>
          <a:rect l="0" t="0" r="0" b="0"/>
          <a:pathLst>
            <a:path>
              <a:moveTo>
                <a:pt x="0" y="27246"/>
              </a:moveTo>
              <a:lnTo>
                <a:pt x="2231365" y="27246"/>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MX" sz="2000" dirty="0">
            <a:solidFill>
              <a:sysClr val="windowText" lastClr="000000">
                <a:hueOff val="0"/>
                <a:satOff val="0"/>
                <a:lumOff val="0"/>
                <a:alphaOff val="0"/>
              </a:sysClr>
            </a:solidFill>
            <a:latin typeface="Santander Text Light" panose="020B0304020201020104" pitchFamily="34" charset="0"/>
            <a:ea typeface="+mn-ea"/>
            <a:cs typeface="+mn-cs"/>
          </a:endParaRPr>
        </a:p>
      </dgm:t>
    </dgm:pt>
    <dgm:pt modelId="{19E3532B-204A-41DD-95EE-3755AFD318E5}" type="sibTrans" cxnId="{87E56D31-29CD-4163-A9F1-803FD5C94661}">
      <dgm:prSet/>
      <dgm:spPr/>
      <dgm:t>
        <a:bodyPr/>
        <a:lstStyle/>
        <a:p>
          <a:endParaRPr lang="es-MX" sz="2000">
            <a:latin typeface="Santander Text Light" panose="020B0304020201020104" pitchFamily="34" charset="0"/>
          </a:endParaRPr>
        </a:p>
      </dgm:t>
    </dgm:pt>
    <dgm:pt modelId="{E6072D81-CF85-4113-B56B-03BFD5CDA569}" type="pres">
      <dgm:prSet presAssocID="{DD22B5E3-864E-41D8-A115-19D49AFE20C7}" presName="mainComposite" presStyleCnt="0">
        <dgm:presLayoutVars>
          <dgm:chPref val="1"/>
          <dgm:dir/>
          <dgm:animOne val="branch"/>
          <dgm:animLvl val="lvl"/>
          <dgm:resizeHandles val="exact"/>
        </dgm:presLayoutVars>
      </dgm:prSet>
      <dgm:spPr/>
    </dgm:pt>
    <dgm:pt modelId="{D6B419BA-0347-42F3-87C4-B41E095504AD}" type="pres">
      <dgm:prSet presAssocID="{DD22B5E3-864E-41D8-A115-19D49AFE20C7}" presName="hierFlow" presStyleCnt="0"/>
      <dgm:spPr/>
    </dgm:pt>
    <dgm:pt modelId="{7FC2AD19-4B6B-416C-AEEF-654E7BCB46B3}" type="pres">
      <dgm:prSet presAssocID="{DD22B5E3-864E-41D8-A115-19D49AFE20C7}" presName="hierChild1" presStyleCnt="0">
        <dgm:presLayoutVars>
          <dgm:chPref val="1"/>
          <dgm:animOne val="branch"/>
          <dgm:animLvl val="lvl"/>
        </dgm:presLayoutVars>
      </dgm:prSet>
      <dgm:spPr/>
    </dgm:pt>
    <dgm:pt modelId="{69FBEEBB-9CD3-4C5A-ABA0-D949A33CB3FA}" type="pres">
      <dgm:prSet presAssocID="{70BD997D-5E7F-4A50-AE15-FE3363A7150E}" presName="Name17" presStyleCnt="0"/>
      <dgm:spPr/>
    </dgm:pt>
    <dgm:pt modelId="{A80015D4-A0E5-40AB-86BB-1D84FE887340}" type="pres">
      <dgm:prSet presAssocID="{70BD997D-5E7F-4A50-AE15-FE3363A7150E}" presName="level1Shape" presStyleLbl="node0" presStyleIdx="0" presStyleCnt="1" custLinFactNeighborX="1914" custLinFactNeighborY="-2551">
        <dgm:presLayoutVars>
          <dgm:chPref val="3"/>
        </dgm:presLayoutVars>
      </dgm:prSet>
      <dgm:spPr/>
    </dgm:pt>
    <dgm:pt modelId="{D01A7ECB-1D5A-4255-9932-15963A354F1A}" type="pres">
      <dgm:prSet presAssocID="{70BD997D-5E7F-4A50-AE15-FE3363A7150E}" presName="hierChild2" presStyleCnt="0"/>
      <dgm:spPr/>
    </dgm:pt>
    <dgm:pt modelId="{438A4EA0-F909-40CA-80B7-46A05C3CF0BF}" type="pres">
      <dgm:prSet presAssocID="{69FF4811-BAA0-4505-8C27-C5AB37628485}" presName="Name25" presStyleLbl="parChTrans1D2" presStyleIdx="0" presStyleCnt="3"/>
      <dgm:spPr/>
    </dgm:pt>
    <dgm:pt modelId="{D8A06721-5C44-4AFC-860A-720A20A35A43}" type="pres">
      <dgm:prSet presAssocID="{69FF4811-BAA0-4505-8C27-C5AB37628485}" presName="connTx" presStyleLbl="parChTrans1D2" presStyleIdx="0" presStyleCnt="3"/>
      <dgm:spPr/>
    </dgm:pt>
    <dgm:pt modelId="{ED0426FD-D34C-430B-9540-CEBF9AE4EC14}" type="pres">
      <dgm:prSet presAssocID="{9093D078-B26B-451F-A072-95D9E5DAECB6}" presName="Name30" presStyleCnt="0"/>
      <dgm:spPr/>
    </dgm:pt>
    <dgm:pt modelId="{06ED69A8-7DE7-4A6B-A484-42D6CC618CA0}" type="pres">
      <dgm:prSet presAssocID="{9093D078-B26B-451F-A072-95D9E5DAECB6}" presName="level2Shape" presStyleLbl="node2" presStyleIdx="0" presStyleCnt="3" custScaleX="171537"/>
      <dgm:spPr/>
    </dgm:pt>
    <dgm:pt modelId="{F7191812-61D8-4F7F-818A-48854DD548A2}" type="pres">
      <dgm:prSet presAssocID="{9093D078-B26B-451F-A072-95D9E5DAECB6}" presName="hierChild3" presStyleCnt="0"/>
      <dgm:spPr/>
    </dgm:pt>
    <dgm:pt modelId="{B5AA1655-E608-4580-B14E-E903D6B97B58}" type="pres">
      <dgm:prSet presAssocID="{BA66BE8E-4145-4592-A2E8-3A560E9EB3C8}" presName="Name25" presStyleLbl="parChTrans1D2" presStyleIdx="1" presStyleCnt="3"/>
      <dgm:spPr/>
    </dgm:pt>
    <dgm:pt modelId="{653F364D-1A35-4932-ACDE-79528C189C1B}" type="pres">
      <dgm:prSet presAssocID="{BA66BE8E-4145-4592-A2E8-3A560E9EB3C8}" presName="connTx" presStyleLbl="parChTrans1D2" presStyleIdx="1" presStyleCnt="3"/>
      <dgm:spPr/>
    </dgm:pt>
    <dgm:pt modelId="{8901B70C-14B6-4907-B223-3995674D1184}" type="pres">
      <dgm:prSet presAssocID="{2E6194AD-6D85-4833-BA14-56AA85185A7B}" presName="Name30" presStyleCnt="0"/>
      <dgm:spPr/>
    </dgm:pt>
    <dgm:pt modelId="{DCC7B6AD-DC37-4C2F-BFC0-89461785ED8B}" type="pres">
      <dgm:prSet presAssocID="{2E6194AD-6D85-4833-BA14-56AA85185A7B}" presName="level2Shape" presStyleLbl="node2" presStyleIdx="1" presStyleCnt="3" custScaleX="171537"/>
      <dgm:spPr/>
    </dgm:pt>
    <dgm:pt modelId="{D4AFED45-EBAC-44C2-8D9B-C78531A9D45E}" type="pres">
      <dgm:prSet presAssocID="{2E6194AD-6D85-4833-BA14-56AA85185A7B}" presName="hierChild3" presStyleCnt="0"/>
      <dgm:spPr/>
    </dgm:pt>
    <dgm:pt modelId="{F651C99F-648A-4979-B655-3A7891A1799D}" type="pres">
      <dgm:prSet presAssocID="{AF0272D8-8C75-470A-A06F-3B487A752913}" presName="Name25" presStyleLbl="parChTrans1D2" presStyleIdx="2" presStyleCnt="3"/>
      <dgm:spPr/>
    </dgm:pt>
    <dgm:pt modelId="{699EF9A7-1511-4A2E-8413-6E80E32BF092}" type="pres">
      <dgm:prSet presAssocID="{AF0272D8-8C75-470A-A06F-3B487A752913}" presName="connTx" presStyleLbl="parChTrans1D2" presStyleIdx="2" presStyleCnt="3"/>
      <dgm:spPr/>
    </dgm:pt>
    <dgm:pt modelId="{E32A4178-E3CF-4DE9-B4E4-B32081834511}" type="pres">
      <dgm:prSet presAssocID="{0958DE30-2F86-4CE8-B6C4-B99D60BAEE2D}" presName="Name30" presStyleCnt="0"/>
      <dgm:spPr/>
    </dgm:pt>
    <dgm:pt modelId="{650B674F-9B83-4DE2-B723-C05AA5EED24E}" type="pres">
      <dgm:prSet presAssocID="{0958DE30-2F86-4CE8-B6C4-B99D60BAEE2D}" presName="level2Shape" presStyleLbl="node2" presStyleIdx="2" presStyleCnt="3" custScaleX="171537" custLinFactNeighborX="1276" custLinFactNeighborY="-638"/>
      <dgm:spPr/>
    </dgm:pt>
    <dgm:pt modelId="{94D1F27D-0000-4156-97B9-BD2E938D3D7B}" type="pres">
      <dgm:prSet presAssocID="{0958DE30-2F86-4CE8-B6C4-B99D60BAEE2D}" presName="hierChild3" presStyleCnt="0"/>
      <dgm:spPr/>
    </dgm:pt>
    <dgm:pt modelId="{27C57797-3A0C-4E15-AED9-67B8D9D58051}" type="pres">
      <dgm:prSet presAssocID="{DD22B5E3-864E-41D8-A115-19D49AFE20C7}" presName="bgShapesFlow" presStyleCnt="0"/>
      <dgm:spPr/>
    </dgm:pt>
  </dgm:ptLst>
  <dgm:cxnLst>
    <dgm:cxn modelId="{36A19B12-08B8-460F-BBE6-858998F4F588}" type="presOf" srcId="{BA66BE8E-4145-4592-A2E8-3A560E9EB3C8}" destId="{B5AA1655-E608-4580-B14E-E903D6B97B58}" srcOrd="0" destOrd="0" presId="urn:microsoft.com/office/officeart/2005/8/layout/hierarchy5"/>
    <dgm:cxn modelId="{87E56D31-29CD-4163-A9F1-803FD5C94661}" srcId="{70BD997D-5E7F-4A50-AE15-FE3363A7150E}" destId="{0958DE30-2F86-4CE8-B6C4-B99D60BAEE2D}" srcOrd="2" destOrd="0" parTransId="{AF0272D8-8C75-470A-A06F-3B487A752913}" sibTransId="{19E3532B-204A-41DD-95EE-3755AFD318E5}"/>
    <dgm:cxn modelId="{B9FF1D62-A9E9-49AE-84C2-B46EA3363722}" srcId="{70BD997D-5E7F-4A50-AE15-FE3363A7150E}" destId="{2E6194AD-6D85-4833-BA14-56AA85185A7B}" srcOrd="1" destOrd="0" parTransId="{BA66BE8E-4145-4592-A2E8-3A560E9EB3C8}" sibTransId="{8C8D31C2-0B6F-49AD-9AF1-2E4189585B46}"/>
    <dgm:cxn modelId="{AEBCA44A-BF66-410E-9760-33F2EDA961EA}" type="presOf" srcId="{2E6194AD-6D85-4833-BA14-56AA85185A7B}" destId="{DCC7B6AD-DC37-4C2F-BFC0-89461785ED8B}" srcOrd="0" destOrd="0" presId="urn:microsoft.com/office/officeart/2005/8/layout/hierarchy5"/>
    <dgm:cxn modelId="{1C652390-B2BF-45F6-84BE-214756B05081}" type="presOf" srcId="{AF0272D8-8C75-470A-A06F-3B487A752913}" destId="{F651C99F-648A-4979-B655-3A7891A1799D}" srcOrd="0" destOrd="0" presId="urn:microsoft.com/office/officeart/2005/8/layout/hierarchy5"/>
    <dgm:cxn modelId="{15FE3DA0-2704-4293-A826-8B6F9189E963}" type="presOf" srcId="{DD22B5E3-864E-41D8-A115-19D49AFE20C7}" destId="{E6072D81-CF85-4113-B56B-03BFD5CDA569}" srcOrd="0" destOrd="0" presId="urn:microsoft.com/office/officeart/2005/8/layout/hierarchy5"/>
    <dgm:cxn modelId="{59F263A2-90A8-474A-AFAA-7A13F062F133}" type="presOf" srcId="{0958DE30-2F86-4CE8-B6C4-B99D60BAEE2D}" destId="{650B674F-9B83-4DE2-B723-C05AA5EED24E}" srcOrd="0" destOrd="0" presId="urn:microsoft.com/office/officeart/2005/8/layout/hierarchy5"/>
    <dgm:cxn modelId="{FCF6F2A6-3211-4873-B9EA-FBB004DE3328}" type="presOf" srcId="{69FF4811-BAA0-4505-8C27-C5AB37628485}" destId="{D8A06721-5C44-4AFC-860A-720A20A35A43}" srcOrd="1" destOrd="0" presId="urn:microsoft.com/office/officeart/2005/8/layout/hierarchy5"/>
    <dgm:cxn modelId="{439D57B7-5F73-4011-8933-1F1A70335BFC}" srcId="{70BD997D-5E7F-4A50-AE15-FE3363A7150E}" destId="{9093D078-B26B-451F-A072-95D9E5DAECB6}" srcOrd="0" destOrd="0" parTransId="{69FF4811-BAA0-4505-8C27-C5AB37628485}" sibTransId="{8E700FE0-ECEA-4658-911F-50218C6E5B4A}"/>
    <dgm:cxn modelId="{DF6A83B7-81B0-49AD-9E36-93A0C9D4446B}" type="presOf" srcId="{9093D078-B26B-451F-A072-95D9E5DAECB6}" destId="{06ED69A8-7DE7-4A6B-A484-42D6CC618CA0}" srcOrd="0" destOrd="0" presId="urn:microsoft.com/office/officeart/2005/8/layout/hierarchy5"/>
    <dgm:cxn modelId="{16D5D7BE-07B0-4ED2-9417-2AF65FB478A3}" srcId="{DD22B5E3-864E-41D8-A115-19D49AFE20C7}" destId="{70BD997D-5E7F-4A50-AE15-FE3363A7150E}" srcOrd="0" destOrd="0" parTransId="{E944ADB5-9E52-4FA4-B7DA-B78004AF39EB}" sibTransId="{1D078F22-C2A6-410E-A83B-10DFED265AA4}"/>
    <dgm:cxn modelId="{012236CE-B19D-491F-AA17-E68CB166C31E}" type="presOf" srcId="{70BD997D-5E7F-4A50-AE15-FE3363A7150E}" destId="{A80015D4-A0E5-40AB-86BB-1D84FE887340}" srcOrd="0" destOrd="0" presId="urn:microsoft.com/office/officeart/2005/8/layout/hierarchy5"/>
    <dgm:cxn modelId="{A88A5BE1-D25B-4446-B25A-95D24518F714}" type="presOf" srcId="{AF0272D8-8C75-470A-A06F-3B487A752913}" destId="{699EF9A7-1511-4A2E-8413-6E80E32BF092}" srcOrd="1" destOrd="0" presId="urn:microsoft.com/office/officeart/2005/8/layout/hierarchy5"/>
    <dgm:cxn modelId="{242441E8-FAAD-4F59-8371-34A3B4CF3DCE}" type="presOf" srcId="{69FF4811-BAA0-4505-8C27-C5AB37628485}" destId="{438A4EA0-F909-40CA-80B7-46A05C3CF0BF}" srcOrd="0" destOrd="0" presId="urn:microsoft.com/office/officeart/2005/8/layout/hierarchy5"/>
    <dgm:cxn modelId="{9BBFB7FA-A6BE-4B0D-851D-1EE1AD11CE9C}" type="presOf" srcId="{BA66BE8E-4145-4592-A2E8-3A560E9EB3C8}" destId="{653F364D-1A35-4932-ACDE-79528C189C1B}" srcOrd="1" destOrd="0" presId="urn:microsoft.com/office/officeart/2005/8/layout/hierarchy5"/>
    <dgm:cxn modelId="{76FC992F-0BD3-4F20-B332-EFAD6E9D8E39}" type="presParOf" srcId="{E6072D81-CF85-4113-B56B-03BFD5CDA569}" destId="{D6B419BA-0347-42F3-87C4-B41E095504AD}" srcOrd="0" destOrd="0" presId="urn:microsoft.com/office/officeart/2005/8/layout/hierarchy5"/>
    <dgm:cxn modelId="{EADD2A46-8E89-4DBB-AE2B-1ACF6F46C5FC}" type="presParOf" srcId="{D6B419BA-0347-42F3-87C4-B41E095504AD}" destId="{7FC2AD19-4B6B-416C-AEEF-654E7BCB46B3}" srcOrd="0" destOrd="0" presId="urn:microsoft.com/office/officeart/2005/8/layout/hierarchy5"/>
    <dgm:cxn modelId="{31820CDA-A90A-4D9D-A8E9-7BF0AC069C1E}" type="presParOf" srcId="{7FC2AD19-4B6B-416C-AEEF-654E7BCB46B3}" destId="{69FBEEBB-9CD3-4C5A-ABA0-D949A33CB3FA}" srcOrd="0" destOrd="0" presId="urn:microsoft.com/office/officeart/2005/8/layout/hierarchy5"/>
    <dgm:cxn modelId="{B7CFDFE9-A384-4D2C-90C3-AA93D1A695FF}" type="presParOf" srcId="{69FBEEBB-9CD3-4C5A-ABA0-D949A33CB3FA}" destId="{A80015D4-A0E5-40AB-86BB-1D84FE887340}" srcOrd="0" destOrd="0" presId="urn:microsoft.com/office/officeart/2005/8/layout/hierarchy5"/>
    <dgm:cxn modelId="{CCE257CE-A898-41BF-83AD-37D215FEBCFA}" type="presParOf" srcId="{69FBEEBB-9CD3-4C5A-ABA0-D949A33CB3FA}" destId="{D01A7ECB-1D5A-4255-9932-15963A354F1A}" srcOrd="1" destOrd="0" presId="urn:microsoft.com/office/officeart/2005/8/layout/hierarchy5"/>
    <dgm:cxn modelId="{B6569C66-ACB6-4114-94DB-BB20D38D1525}" type="presParOf" srcId="{D01A7ECB-1D5A-4255-9932-15963A354F1A}" destId="{438A4EA0-F909-40CA-80B7-46A05C3CF0BF}" srcOrd="0" destOrd="0" presId="urn:microsoft.com/office/officeart/2005/8/layout/hierarchy5"/>
    <dgm:cxn modelId="{AFAE3437-3B4A-4E17-9498-5271ACD65FF8}" type="presParOf" srcId="{438A4EA0-F909-40CA-80B7-46A05C3CF0BF}" destId="{D8A06721-5C44-4AFC-860A-720A20A35A43}" srcOrd="0" destOrd="0" presId="urn:microsoft.com/office/officeart/2005/8/layout/hierarchy5"/>
    <dgm:cxn modelId="{965E4B8D-064E-4D19-8BE6-77012EEC38AB}" type="presParOf" srcId="{D01A7ECB-1D5A-4255-9932-15963A354F1A}" destId="{ED0426FD-D34C-430B-9540-CEBF9AE4EC14}" srcOrd="1" destOrd="0" presId="urn:microsoft.com/office/officeart/2005/8/layout/hierarchy5"/>
    <dgm:cxn modelId="{72918B1E-A58E-4864-97BC-754FDA98BC20}" type="presParOf" srcId="{ED0426FD-D34C-430B-9540-CEBF9AE4EC14}" destId="{06ED69A8-7DE7-4A6B-A484-42D6CC618CA0}" srcOrd="0" destOrd="0" presId="urn:microsoft.com/office/officeart/2005/8/layout/hierarchy5"/>
    <dgm:cxn modelId="{6C19E42D-6CB8-4FDD-A33C-1A605E2CA8B2}" type="presParOf" srcId="{ED0426FD-D34C-430B-9540-CEBF9AE4EC14}" destId="{F7191812-61D8-4F7F-818A-48854DD548A2}" srcOrd="1" destOrd="0" presId="urn:microsoft.com/office/officeart/2005/8/layout/hierarchy5"/>
    <dgm:cxn modelId="{14603E54-2FDC-49B6-9B0C-4815A1618E92}" type="presParOf" srcId="{D01A7ECB-1D5A-4255-9932-15963A354F1A}" destId="{B5AA1655-E608-4580-B14E-E903D6B97B58}" srcOrd="2" destOrd="0" presId="urn:microsoft.com/office/officeart/2005/8/layout/hierarchy5"/>
    <dgm:cxn modelId="{169859A9-859D-45AE-82D4-E7AA9598A809}" type="presParOf" srcId="{B5AA1655-E608-4580-B14E-E903D6B97B58}" destId="{653F364D-1A35-4932-ACDE-79528C189C1B}" srcOrd="0" destOrd="0" presId="urn:microsoft.com/office/officeart/2005/8/layout/hierarchy5"/>
    <dgm:cxn modelId="{E14B60E5-BBB9-403A-B686-5BDA0C0241CD}" type="presParOf" srcId="{D01A7ECB-1D5A-4255-9932-15963A354F1A}" destId="{8901B70C-14B6-4907-B223-3995674D1184}" srcOrd="3" destOrd="0" presId="urn:microsoft.com/office/officeart/2005/8/layout/hierarchy5"/>
    <dgm:cxn modelId="{C363FF14-97D6-4E46-A1E2-4D946CFB216E}" type="presParOf" srcId="{8901B70C-14B6-4907-B223-3995674D1184}" destId="{DCC7B6AD-DC37-4C2F-BFC0-89461785ED8B}" srcOrd="0" destOrd="0" presId="urn:microsoft.com/office/officeart/2005/8/layout/hierarchy5"/>
    <dgm:cxn modelId="{5F518296-EFEB-45C7-A81E-C2B306593349}" type="presParOf" srcId="{8901B70C-14B6-4907-B223-3995674D1184}" destId="{D4AFED45-EBAC-44C2-8D9B-C78531A9D45E}" srcOrd="1" destOrd="0" presId="urn:microsoft.com/office/officeart/2005/8/layout/hierarchy5"/>
    <dgm:cxn modelId="{0941C99D-779F-44F4-9545-74FE45FDCDB3}" type="presParOf" srcId="{D01A7ECB-1D5A-4255-9932-15963A354F1A}" destId="{F651C99F-648A-4979-B655-3A7891A1799D}" srcOrd="4" destOrd="0" presId="urn:microsoft.com/office/officeart/2005/8/layout/hierarchy5"/>
    <dgm:cxn modelId="{8AA17877-EA28-4B3E-AFF4-FF06C64748B7}" type="presParOf" srcId="{F651C99F-648A-4979-B655-3A7891A1799D}" destId="{699EF9A7-1511-4A2E-8413-6E80E32BF092}" srcOrd="0" destOrd="0" presId="urn:microsoft.com/office/officeart/2005/8/layout/hierarchy5"/>
    <dgm:cxn modelId="{A8BC6F2F-DFCD-4AE7-AE36-CA0DEC239FE2}" type="presParOf" srcId="{D01A7ECB-1D5A-4255-9932-15963A354F1A}" destId="{E32A4178-E3CF-4DE9-B4E4-B32081834511}" srcOrd="5" destOrd="0" presId="urn:microsoft.com/office/officeart/2005/8/layout/hierarchy5"/>
    <dgm:cxn modelId="{5A34F721-1A0F-406A-A7B0-FABA5A5280CD}" type="presParOf" srcId="{E32A4178-E3CF-4DE9-B4E4-B32081834511}" destId="{650B674F-9B83-4DE2-B723-C05AA5EED24E}" srcOrd="0" destOrd="0" presId="urn:microsoft.com/office/officeart/2005/8/layout/hierarchy5"/>
    <dgm:cxn modelId="{BDC6690D-8937-4CBB-95B2-C944CB7C0F3F}" type="presParOf" srcId="{E32A4178-E3CF-4DE9-B4E4-B32081834511}" destId="{94D1F27D-0000-4156-97B9-BD2E938D3D7B}" srcOrd="1" destOrd="0" presId="urn:microsoft.com/office/officeart/2005/8/layout/hierarchy5"/>
    <dgm:cxn modelId="{08E47AEC-7980-4019-88A1-51CC059D20EA}" type="presParOf" srcId="{E6072D81-CF85-4113-B56B-03BFD5CDA569}" destId="{27C57797-3A0C-4E15-AED9-67B8D9D58051}" srcOrd="1" destOrd="0" presId="urn:microsoft.com/office/officeart/2005/8/layout/hierarchy5"/>
  </dgm:cxnLst>
  <dgm:bg>
    <a:solidFill>
      <a:srgbClr val="F6F6F6">
        <a:alpha val="39000"/>
      </a:srgb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88EB16-5992-406E-9069-1C457D8C58B0}">
      <dsp:nvSpPr>
        <dsp:cNvPr id="0" name=""/>
        <dsp:cNvSpPr/>
      </dsp:nvSpPr>
      <dsp:spPr>
        <a:xfrm rot="5400000">
          <a:off x="282" y="675198"/>
          <a:ext cx="3682881" cy="3683447"/>
        </a:xfrm>
        <a:prstGeom prst="blockArc">
          <a:avLst>
            <a:gd name="adj1" fmla="val 13500000"/>
            <a:gd name="adj2" fmla="val 18900000"/>
            <a:gd name="adj3" fmla="val 496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1A3837-07CB-42BC-ABCE-89619E11FD59}">
      <dsp:nvSpPr>
        <dsp:cNvPr id="0" name=""/>
        <dsp:cNvSpPr/>
      </dsp:nvSpPr>
      <dsp:spPr>
        <a:xfrm rot="16200000">
          <a:off x="3790723" y="675198"/>
          <a:ext cx="3682881" cy="3683447"/>
        </a:xfrm>
        <a:prstGeom prst="blockArc">
          <a:avLst>
            <a:gd name="adj1" fmla="val 13500000"/>
            <a:gd name="adj2" fmla="val 18900000"/>
            <a:gd name="adj3" fmla="val 4960"/>
          </a:avLst>
        </a:prstGeom>
        <a:solidFill>
          <a:srgbClr val="5B9BD5">
            <a:hueOff val="-2252848"/>
            <a:satOff val="-5806"/>
            <a:lumOff val="-3922"/>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2B92F-1BDF-4E12-A9B9-121D40E32BF3}">
      <dsp:nvSpPr>
        <dsp:cNvPr id="0" name=""/>
        <dsp:cNvSpPr/>
      </dsp:nvSpPr>
      <dsp:spPr>
        <a:xfrm>
          <a:off x="4111900" y="4327691"/>
          <a:ext cx="2796299" cy="73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mn-cs"/>
            </a:rPr>
            <a:t>Ganancias</a:t>
          </a:r>
        </a:p>
      </dsp:txBody>
      <dsp:txXfrm>
        <a:off x="4111900" y="4327691"/>
        <a:ext cx="2796299" cy="736812"/>
      </dsp:txXfrm>
    </dsp:sp>
    <dsp:sp modelId="{D2102629-3E0E-447A-97A5-0AA68D9D2281}">
      <dsp:nvSpPr>
        <dsp:cNvPr id="0" name=""/>
        <dsp:cNvSpPr/>
      </dsp:nvSpPr>
      <dsp:spPr>
        <a:xfrm rot="5400000">
          <a:off x="3672585" y="675198"/>
          <a:ext cx="3682881" cy="3683447"/>
        </a:xfrm>
        <a:prstGeom prst="blockArc">
          <a:avLst>
            <a:gd name="adj1" fmla="val 13500000"/>
            <a:gd name="adj2" fmla="val 18900000"/>
            <a:gd name="adj3" fmla="val 4960"/>
          </a:avLst>
        </a:prstGeom>
        <a:solidFill>
          <a:srgbClr val="5B9BD5">
            <a:hueOff val="-4505695"/>
            <a:satOff val="-11613"/>
            <a:lumOff val="-784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110BE4-7FA6-4857-B5AF-BDB51D97431C}">
      <dsp:nvSpPr>
        <dsp:cNvPr id="0" name=""/>
        <dsp:cNvSpPr/>
      </dsp:nvSpPr>
      <dsp:spPr>
        <a:xfrm rot="16200000">
          <a:off x="7461912" y="675198"/>
          <a:ext cx="3682881" cy="3683447"/>
        </a:xfrm>
        <a:prstGeom prst="blockArc">
          <a:avLst>
            <a:gd name="adj1" fmla="val 13500000"/>
            <a:gd name="adj2" fmla="val 18900000"/>
            <a:gd name="adj3" fmla="val 4960"/>
          </a:avLst>
        </a:prstGeom>
        <a:solidFill>
          <a:srgbClr val="5B9BD5">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2D791C-9AC0-4134-A8B1-2B433029F3F1}">
      <dsp:nvSpPr>
        <dsp:cNvPr id="0" name=""/>
        <dsp:cNvSpPr/>
      </dsp:nvSpPr>
      <dsp:spPr>
        <a:xfrm>
          <a:off x="7940424" y="4327691"/>
          <a:ext cx="2796299" cy="73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mn-cs"/>
            </a:rPr>
            <a:t>Ocultamiento</a:t>
          </a:r>
        </a:p>
      </dsp:txBody>
      <dsp:txXfrm>
        <a:off x="7940424" y="4327691"/>
        <a:ext cx="2796299" cy="736812"/>
      </dsp:txXfrm>
    </dsp:sp>
    <dsp:sp modelId="{401D02BB-E589-4147-8A32-D19D28C00794}">
      <dsp:nvSpPr>
        <dsp:cNvPr id="0" name=""/>
        <dsp:cNvSpPr/>
      </dsp:nvSpPr>
      <dsp:spPr>
        <a:xfrm>
          <a:off x="4136361" y="1732257"/>
          <a:ext cx="1687409" cy="1687409"/>
        </a:xfrm>
        <a:prstGeom prst="ellipse">
          <a:avLst/>
        </a:prstGeom>
        <a:solidFill>
          <a:srgbClr val="5B9BD5">
            <a:alpha val="50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mn-cs"/>
            </a:rPr>
            <a:t>Dinero</a:t>
          </a:r>
        </a:p>
      </dsp:txBody>
      <dsp:txXfrm>
        <a:off x="4514471" y="2120073"/>
        <a:ext cx="687958" cy="911775"/>
      </dsp:txXfrm>
    </dsp:sp>
    <dsp:sp modelId="{F2463F81-D19A-4798-8084-977E4F632363}">
      <dsp:nvSpPr>
        <dsp:cNvPr id="0" name=""/>
        <dsp:cNvSpPr/>
      </dsp:nvSpPr>
      <dsp:spPr>
        <a:xfrm>
          <a:off x="5352512" y="1732257"/>
          <a:ext cx="1687409" cy="1687409"/>
        </a:xfrm>
        <a:prstGeom prst="ellipse">
          <a:avLst/>
        </a:prstGeom>
        <a:solidFill>
          <a:srgbClr val="5B9BD5">
            <a:alpha val="50000"/>
            <a:hueOff val="-675854"/>
            <a:satOff val="-1742"/>
            <a:lumOff val="-1177"/>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mn-cs"/>
            </a:rPr>
            <a:t>Bienes</a:t>
          </a:r>
        </a:p>
      </dsp:txBody>
      <dsp:txXfrm>
        <a:off x="5973852" y="2120073"/>
        <a:ext cx="687958" cy="911775"/>
      </dsp:txXfrm>
    </dsp:sp>
    <dsp:sp modelId="{28D06803-7CB9-43E0-BF88-503B515FEE76}">
      <dsp:nvSpPr>
        <dsp:cNvPr id="0" name=""/>
        <dsp:cNvSpPr/>
      </dsp:nvSpPr>
      <dsp:spPr>
        <a:xfrm>
          <a:off x="204675" y="356089"/>
          <a:ext cx="1789198" cy="1743699"/>
        </a:xfrm>
        <a:prstGeom prst="ellipse">
          <a:avLst/>
        </a:prstGeom>
        <a:solidFill>
          <a:srgbClr val="5B9BD5">
            <a:alpha val="50000"/>
            <a:hueOff val="-1351709"/>
            <a:satOff val="-3484"/>
            <a:lumOff val="-235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solidFill>
              <a:latin typeface="Santander Text Light" panose="020B0304020201020104" pitchFamily="34" charset="0"/>
              <a:ea typeface="+mn-ea"/>
              <a:cs typeface="+mn-cs"/>
            </a:rPr>
            <a:t>Narcotráfico</a:t>
          </a:r>
        </a:p>
      </dsp:txBody>
      <dsp:txXfrm>
        <a:off x="466697" y="611448"/>
        <a:ext cx="1265154" cy="1232981"/>
      </dsp:txXfrm>
    </dsp:sp>
    <dsp:sp modelId="{187749AC-B621-4AC4-AE08-FB2B2E9C4704}">
      <dsp:nvSpPr>
        <dsp:cNvPr id="0" name=""/>
        <dsp:cNvSpPr/>
      </dsp:nvSpPr>
      <dsp:spPr>
        <a:xfrm>
          <a:off x="1138268" y="2223052"/>
          <a:ext cx="310024" cy="310065"/>
        </a:xfrm>
        <a:prstGeom prst="ellipse">
          <a:avLst/>
        </a:prstGeom>
        <a:solidFill>
          <a:srgbClr val="5B9BD5">
            <a:alpha val="50000"/>
            <a:hueOff val="-2027563"/>
            <a:satOff val="-5226"/>
            <a:lumOff val="-353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090A262-B7B6-4CA1-94FE-9A1E81988B15}">
      <dsp:nvSpPr>
        <dsp:cNvPr id="0" name=""/>
        <dsp:cNvSpPr/>
      </dsp:nvSpPr>
      <dsp:spPr>
        <a:xfrm>
          <a:off x="2108164" y="852700"/>
          <a:ext cx="310024" cy="310065"/>
        </a:xfrm>
        <a:prstGeom prst="ellipse">
          <a:avLst/>
        </a:prstGeom>
        <a:solidFill>
          <a:srgbClr val="5B9BD5">
            <a:alpha val="50000"/>
            <a:hueOff val="-2703417"/>
            <a:satOff val="-6968"/>
            <a:lumOff val="-4706"/>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C05D2FB-52A7-482A-8A23-2D1468807F57}">
      <dsp:nvSpPr>
        <dsp:cNvPr id="0" name=""/>
        <dsp:cNvSpPr/>
      </dsp:nvSpPr>
      <dsp:spPr>
        <a:xfrm>
          <a:off x="1818251" y="1262643"/>
          <a:ext cx="1373892" cy="1414645"/>
        </a:xfrm>
        <a:prstGeom prst="ellipse">
          <a:avLst/>
        </a:prstGeom>
        <a:solidFill>
          <a:srgbClr val="C00000">
            <a:alpha val="5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solidFill>
              <a:latin typeface="Santander Text Light" panose="020B0304020201020104" pitchFamily="34" charset="0"/>
              <a:ea typeface="+mn-ea"/>
              <a:cs typeface="+mn-cs"/>
            </a:rPr>
            <a:t>Secuestro</a:t>
          </a:r>
        </a:p>
      </dsp:txBody>
      <dsp:txXfrm>
        <a:off x="2019453" y="1469813"/>
        <a:ext cx="971488" cy="1000305"/>
      </dsp:txXfrm>
    </dsp:sp>
    <dsp:sp modelId="{3CA5A023-9756-4EF6-A849-07A44D25F7C2}">
      <dsp:nvSpPr>
        <dsp:cNvPr id="0" name=""/>
        <dsp:cNvSpPr/>
      </dsp:nvSpPr>
      <dsp:spPr>
        <a:xfrm>
          <a:off x="3087455" y="2621697"/>
          <a:ext cx="310024" cy="310065"/>
        </a:xfrm>
        <a:prstGeom prst="ellipse">
          <a:avLst/>
        </a:prstGeom>
        <a:solidFill>
          <a:srgbClr val="5B9BD5">
            <a:alpha val="50000"/>
            <a:hueOff val="-4055126"/>
            <a:satOff val="-10451"/>
            <a:lumOff val="-7059"/>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EF19AE81-F16A-4D65-B74E-4DE28328B02F}">
      <dsp:nvSpPr>
        <dsp:cNvPr id="0" name=""/>
        <dsp:cNvSpPr/>
      </dsp:nvSpPr>
      <dsp:spPr>
        <a:xfrm>
          <a:off x="171724" y="2747717"/>
          <a:ext cx="1557109" cy="1617047"/>
        </a:xfrm>
        <a:prstGeom prst="ellipse">
          <a:avLst/>
        </a:prstGeom>
        <a:solidFill>
          <a:srgbClr val="5B9BD5">
            <a:alpha val="50000"/>
            <a:hueOff val="-4730980"/>
            <a:satOff val="-12193"/>
            <a:lumOff val="-8236"/>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solidFill>
              <a:latin typeface="Santander Text Light" panose="020B0304020201020104" pitchFamily="34" charset="0"/>
              <a:ea typeface="+mn-ea"/>
              <a:cs typeface="+mn-cs"/>
            </a:rPr>
            <a:t>Corrupción</a:t>
          </a:r>
        </a:p>
      </dsp:txBody>
      <dsp:txXfrm>
        <a:off x="399757" y="2984528"/>
        <a:ext cx="1101043" cy="1143425"/>
      </dsp:txXfrm>
    </dsp:sp>
    <dsp:sp modelId="{4EA5ACCB-C35B-46DB-8974-8DC75B71A0B2}">
      <dsp:nvSpPr>
        <dsp:cNvPr id="0" name=""/>
        <dsp:cNvSpPr/>
      </dsp:nvSpPr>
      <dsp:spPr>
        <a:xfrm>
          <a:off x="1765242" y="2831332"/>
          <a:ext cx="1218410" cy="1170825"/>
        </a:xfrm>
        <a:prstGeom prst="ellipse">
          <a:avLst/>
        </a:prstGeom>
        <a:solidFill>
          <a:srgbClr val="7030A0">
            <a:alpha val="5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solidFill>
              <a:latin typeface="Santander Text Light" panose="020B0304020201020104" pitchFamily="34" charset="0"/>
              <a:ea typeface="+mn-ea"/>
              <a:cs typeface="+mn-cs"/>
            </a:rPr>
            <a:t>Trata de blancas</a:t>
          </a:r>
        </a:p>
      </dsp:txBody>
      <dsp:txXfrm>
        <a:off x="1943674" y="3002795"/>
        <a:ext cx="861546" cy="827899"/>
      </dsp:txXfrm>
    </dsp:sp>
    <dsp:sp modelId="{4A69B6C2-747F-4A63-9DDE-86222D19ABEC}">
      <dsp:nvSpPr>
        <dsp:cNvPr id="0" name=""/>
        <dsp:cNvSpPr/>
      </dsp:nvSpPr>
      <dsp:spPr>
        <a:xfrm>
          <a:off x="1454969" y="2467255"/>
          <a:ext cx="532952" cy="532830"/>
        </a:xfrm>
        <a:prstGeom prst="ellipse">
          <a:avLst/>
        </a:prstGeom>
        <a:solidFill>
          <a:srgbClr val="5B9BD5">
            <a:alpha val="50000"/>
            <a:hueOff val="-6082688"/>
            <a:satOff val="-15677"/>
            <a:lumOff val="-1058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086C1514-680B-43BC-8E76-1085EB146CA6}">
      <dsp:nvSpPr>
        <dsp:cNvPr id="0" name=""/>
        <dsp:cNvSpPr/>
      </dsp:nvSpPr>
      <dsp:spPr>
        <a:xfrm>
          <a:off x="617860" y="2408526"/>
          <a:ext cx="233036" cy="232891"/>
        </a:xfrm>
        <a:prstGeom prst="ellipse">
          <a:avLst/>
        </a:prstGeom>
        <a:solidFill>
          <a:srgbClr val="5B9BD5">
            <a:alpha val="50000"/>
            <a:hueOff val="-6758543"/>
            <a:satOff val="-17419"/>
            <a:lumOff val="-1176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722935C-FF85-4BD2-98C0-D3A4514F5C2C}">
      <dsp:nvSpPr>
        <dsp:cNvPr id="0" name=""/>
        <dsp:cNvSpPr/>
      </dsp:nvSpPr>
      <dsp:spPr>
        <a:xfrm>
          <a:off x="7946439" y="1436696"/>
          <a:ext cx="2150999" cy="2150610"/>
        </a:xfrm>
        <a:prstGeom prst="ellipse">
          <a:avLst/>
        </a:prstGeom>
        <a:solidFill>
          <a:srgbClr val="70AD47">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 lastClr="FFFFFF"/>
              </a:solidFill>
              <a:latin typeface="Santander Text Light" panose="020B0304020201020104" pitchFamily="34" charset="0"/>
              <a:ea typeface="+mn-ea"/>
              <a:cs typeface="+mn-cs"/>
            </a:rPr>
            <a:t>Sistema Financiero</a:t>
          </a:r>
        </a:p>
      </dsp:txBody>
      <dsp:txXfrm>
        <a:off x="8261446" y="1751646"/>
        <a:ext cx="1520985" cy="1520710"/>
      </dsp:txXfrm>
    </dsp:sp>
    <dsp:sp modelId="{2B34CDBD-85F4-4687-BA0E-FC808E5EE9AA}">
      <dsp:nvSpPr>
        <dsp:cNvPr id="0" name=""/>
        <dsp:cNvSpPr/>
      </dsp:nvSpPr>
      <dsp:spPr>
        <a:xfrm>
          <a:off x="145153" y="4434787"/>
          <a:ext cx="2796299" cy="73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mn-cs"/>
            </a:rPr>
            <a:t>Delitos</a:t>
          </a:r>
        </a:p>
      </dsp:txBody>
      <dsp:txXfrm>
        <a:off x="145153" y="4434787"/>
        <a:ext cx="2796299" cy="736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A79C4-D947-4C4C-8103-33B61A072829}">
      <dsp:nvSpPr>
        <dsp:cNvPr id="0" name=""/>
        <dsp:cNvSpPr/>
      </dsp:nvSpPr>
      <dsp:spPr>
        <a:xfrm>
          <a:off x="0" y="1676701"/>
          <a:ext cx="7776864" cy="4860539"/>
        </a:xfrm>
        <a:prstGeom prst="swooshArrow">
          <a:avLst>
            <a:gd name="adj1" fmla="val 25000"/>
            <a:gd name="adj2" fmla="val 25000"/>
          </a:avLst>
        </a:prstGeom>
        <a:solidFill>
          <a:srgbClr val="5B9BD5">
            <a:tint val="40000"/>
            <a:hueOff val="0"/>
            <a:satOff val="0"/>
            <a:lumOff val="0"/>
            <a:alpha val="65000"/>
          </a:srgbClr>
        </a:solidFill>
        <a:ln w="6350" cap="flat" cmpd="sng" algn="ctr">
          <a:no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89298BD3-DFB3-410E-B82B-87A00D6E89E1}">
      <dsp:nvSpPr>
        <dsp:cNvPr id="0" name=""/>
        <dsp:cNvSpPr/>
      </dsp:nvSpPr>
      <dsp:spPr>
        <a:xfrm>
          <a:off x="987661" y="5046222"/>
          <a:ext cx="202198" cy="202198"/>
        </a:xfrm>
        <a:prstGeom prst="ellipse">
          <a:avLst/>
        </a:prstGeom>
        <a:solidFill>
          <a:srgbClr val="5B9BD5">
            <a:hueOff val="0"/>
            <a:satOff val="0"/>
            <a:lumOff val="0"/>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5425B24-412B-45CF-973F-F68BADF05FD2}">
      <dsp:nvSpPr>
        <dsp:cNvPr id="0" name=""/>
        <dsp:cNvSpPr/>
      </dsp:nvSpPr>
      <dsp:spPr>
        <a:xfrm>
          <a:off x="1424037" y="5364936"/>
          <a:ext cx="1812009" cy="1404696"/>
        </a:xfrm>
        <a:prstGeom prst="rect">
          <a:avLst/>
        </a:prstGeom>
        <a:noFill/>
        <a:ln w="6350" cap="flat" cmpd="sng" algn="ctr">
          <a:solidFill>
            <a:sysClr val="windowText" lastClr="000000">
              <a:alpha val="0"/>
              <a:hueOff val="0"/>
              <a:satOff val="0"/>
              <a:lumOff val="0"/>
              <a:alphaOff val="0"/>
            </a:sys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07141" tIns="0" rIns="0" bIns="0" numCol="1" spcCol="1270" anchor="t" anchorCtr="0">
          <a:noAutofit/>
        </a:bodyPr>
        <a:lstStyle/>
        <a:p>
          <a:pPr marL="0" lvl="0" indent="0" algn="l" defTabSz="711200">
            <a:lnSpc>
              <a:spcPct val="90000"/>
            </a:lnSpc>
            <a:spcBef>
              <a:spcPct val="0"/>
            </a:spcBef>
            <a:spcAft>
              <a:spcPct val="35000"/>
            </a:spcAft>
            <a:buNone/>
          </a:pPr>
          <a:r>
            <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Colocación </a:t>
          </a:r>
        </a:p>
        <a:p>
          <a:pPr marL="0" lvl="0" indent="0" algn="l"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El lavador introduce sus ganancias ilícitas en el sistema financiero.</a:t>
          </a:r>
          <a:endPar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sp:txBody>
      <dsp:txXfrm>
        <a:off x="1424037" y="5364936"/>
        <a:ext cx="1812009" cy="1404696"/>
      </dsp:txXfrm>
    </dsp:sp>
    <dsp:sp modelId="{A20E6756-AE11-410E-9602-34C90BB723BC}">
      <dsp:nvSpPr>
        <dsp:cNvPr id="0" name=""/>
        <dsp:cNvSpPr/>
      </dsp:nvSpPr>
      <dsp:spPr>
        <a:xfrm>
          <a:off x="3016292" y="3603210"/>
          <a:ext cx="365512" cy="365512"/>
        </a:xfrm>
        <a:prstGeom prst="ellipse">
          <a:avLst/>
        </a:prstGeom>
        <a:solidFill>
          <a:srgbClr val="5B9BD5">
            <a:hueOff val="-3379271"/>
            <a:satOff val="-8710"/>
            <a:lumOff val="-5883"/>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A97226F-102A-4208-B45D-CCDFFF80CE5E}">
      <dsp:nvSpPr>
        <dsp:cNvPr id="0" name=""/>
        <dsp:cNvSpPr/>
      </dsp:nvSpPr>
      <dsp:spPr>
        <a:xfrm>
          <a:off x="3324466" y="4136865"/>
          <a:ext cx="2561363" cy="2644133"/>
        </a:xfrm>
        <a:prstGeom prst="rect">
          <a:avLst/>
        </a:prstGeom>
        <a:noFill/>
        <a:ln w="6350" cap="flat" cmpd="sng" algn="ctr">
          <a:solidFill>
            <a:sysClr val="windowText" lastClr="000000">
              <a:alpha val="0"/>
              <a:hueOff val="0"/>
              <a:satOff val="0"/>
              <a:lumOff val="0"/>
              <a:alphaOff val="0"/>
            </a:sys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93678" tIns="0" rIns="0" bIns="0" numCol="1" spcCol="1270" anchor="t" anchorCtr="0">
          <a:noAutofit/>
        </a:bodyPr>
        <a:lstStyle/>
        <a:p>
          <a:pPr marL="0" lvl="0" indent="0" algn="l" defTabSz="711200">
            <a:lnSpc>
              <a:spcPct val="90000"/>
            </a:lnSpc>
            <a:spcBef>
              <a:spcPct val="0"/>
            </a:spcBef>
            <a:spcAft>
              <a:spcPct val="35000"/>
            </a:spcAft>
            <a:buNone/>
          </a:pPr>
          <a:r>
            <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Estratificación o Enmascaramiento </a:t>
          </a:r>
        </a:p>
        <a:p>
          <a:pPr marL="0" lvl="0" indent="0" algn="l" defTabSz="711200">
            <a:lnSpc>
              <a:spcPct val="90000"/>
            </a:lnSpc>
            <a:spcBef>
              <a:spcPct val="0"/>
            </a:spcBef>
            <a:spcAft>
              <a:spcPct val="35000"/>
            </a:spcAft>
            <a:buNone/>
          </a:pPr>
          <a:r>
            <a:rPr lang="es-MX" sz="1600" kern="12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Implica el envío de dinero a través de diversas transacciones financieras para cambiar su forma, dificultando su rastreo.</a:t>
          </a:r>
          <a:endPar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sp:txBody>
      <dsp:txXfrm>
        <a:off x="3324466" y="4136865"/>
        <a:ext cx="2561363" cy="2644133"/>
      </dsp:txXfrm>
    </dsp:sp>
    <dsp:sp modelId="{41CD8F7A-ED7E-43EC-8136-28B6869B72A5}">
      <dsp:nvSpPr>
        <dsp:cNvPr id="0" name=""/>
        <dsp:cNvSpPr/>
      </dsp:nvSpPr>
      <dsp:spPr>
        <a:xfrm>
          <a:off x="5630069" y="2728155"/>
          <a:ext cx="505496" cy="505496"/>
        </a:xfrm>
        <a:prstGeom prst="ellipse">
          <a:avLst/>
        </a:prstGeom>
        <a:solidFill>
          <a:srgbClr val="5B9BD5">
            <a:hueOff val="-6758543"/>
            <a:satOff val="-17419"/>
            <a:lumOff val="-11765"/>
            <a:alphaOff val="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DBB65305-15C7-4410-902E-C5647E1807BF}">
      <dsp:nvSpPr>
        <dsp:cNvPr id="0" name=""/>
        <dsp:cNvSpPr/>
      </dsp:nvSpPr>
      <dsp:spPr>
        <a:xfrm>
          <a:off x="5910416" y="3248023"/>
          <a:ext cx="1866447" cy="3378075"/>
        </a:xfrm>
        <a:prstGeom prst="rect">
          <a:avLst/>
        </a:prstGeom>
        <a:noFill/>
        <a:ln w="6350" cap="flat" cmpd="sng" algn="ctr">
          <a:solidFill>
            <a:sysClr val="windowText" lastClr="000000">
              <a:alpha val="0"/>
              <a:hueOff val="0"/>
              <a:satOff val="0"/>
              <a:lumOff val="0"/>
              <a:alphaOff val="0"/>
            </a:sys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67852" tIns="0" rIns="0" bIns="0" numCol="1" spcCol="1270" anchor="t" anchorCtr="0">
          <a:noAutofit/>
        </a:bodyPr>
        <a:lstStyle/>
        <a:p>
          <a:pPr marL="0" lvl="0" indent="0" algn="l" defTabSz="711200">
            <a:lnSpc>
              <a:spcPct val="90000"/>
            </a:lnSpc>
            <a:spcBef>
              <a:spcPct val="0"/>
            </a:spcBef>
            <a:spcAft>
              <a:spcPct val="35000"/>
            </a:spcAft>
            <a:buNone/>
          </a:pPr>
          <a:r>
            <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rPr>
            <a:t>Integración </a:t>
          </a:r>
          <a:r>
            <a:rPr lang="es-MX" sz="1600" kern="1200" dirty="0">
              <a:solidFill>
                <a:sysClr val="windowText" lastClr="000000">
                  <a:hueOff val="0"/>
                  <a:satOff val="0"/>
                  <a:lumOff val="0"/>
                  <a:alphaOff val="0"/>
                </a:sysClr>
              </a:solidFill>
              <a:latin typeface="Santander Text Light" panose="020B0304020201020104" pitchFamily="34" charset="0"/>
              <a:ea typeface="+mn-ea"/>
              <a:cs typeface="Calibri" pitchFamily="34" charset="0"/>
            </a:rPr>
            <a:t>Reinserción de los fondos ilegales en la economía. Los fondos aparecen como legítimos y pueden ser reutilizados.</a:t>
          </a:r>
          <a:endParaRPr lang="es-MX" sz="1600" b="1" u="none"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Santander Text Light" panose="020B0304020201020104" pitchFamily="34" charset="0"/>
            <a:ea typeface="+mn-ea"/>
            <a:cs typeface="Calibri" pitchFamily="34" charset="0"/>
          </a:endParaRPr>
        </a:p>
      </dsp:txBody>
      <dsp:txXfrm>
        <a:off x="5910416" y="3248023"/>
        <a:ext cx="1866447" cy="33780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1049BB-7357-452C-A1CD-C4313420FE15}">
      <dsp:nvSpPr>
        <dsp:cNvPr id="0" name=""/>
        <dsp:cNvSpPr/>
      </dsp:nvSpPr>
      <dsp:spPr>
        <a:xfrm>
          <a:off x="609599" y="0"/>
          <a:ext cx="6908800" cy="5418667"/>
        </a:xfrm>
        <a:prstGeom prst="rightArrow">
          <a:avLst/>
        </a:prstGeom>
        <a:solidFill>
          <a:srgbClr val="2AA798">
            <a:alpha val="10000"/>
          </a:srgbClr>
        </a:solidFill>
        <a:ln>
          <a:noFill/>
        </a:ln>
        <a:effectLst/>
      </dsp:spPr>
      <dsp:style>
        <a:lnRef idx="0">
          <a:scrgbClr r="0" g="0" b="0"/>
        </a:lnRef>
        <a:fillRef idx="1">
          <a:scrgbClr r="0" g="0" b="0"/>
        </a:fillRef>
        <a:effectRef idx="0">
          <a:scrgbClr r="0" g="0" b="0"/>
        </a:effectRef>
        <a:fontRef idx="minor"/>
      </dsp:style>
    </dsp:sp>
    <dsp:sp modelId="{4523F11E-4279-4EEF-B845-E30268C54C7D}">
      <dsp:nvSpPr>
        <dsp:cNvPr id="0" name=""/>
        <dsp:cNvSpPr/>
      </dsp:nvSpPr>
      <dsp:spPr>
        <a:xfrm>
          <a:off x="1422399" y="1625600"/>
          <a:ext cx="2438400" cy="2167466"/>
        </a:xfrm>
        <a:prstGeom prst="roundRect">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latin typeface="Santander Text Light" panose="020B0304020201020104" pitchFamily="34" charset="0"/>
            </a:rPr>
            <a:t>La disposición física del dinero en efectivo proveniente de actividades delictivas.</a:t>
          </a:r>
          <a:endParaRPr lang="es-ES" sz="1600" kern="1200" dirty="0">
            <a:latin typeface="Santander Text Light" panose="020B0304020201020104" pitchFamily="34" charset="0"/>
          </a:endParaRPr>
        </a:p>
      </dsp:txBody>
      <dsp:txXfrm>
        <a:off x="1528206" y="1731407"/>
        <a:ext cx="2226786" cy="1955852"/>
      </dsp:txXfrm>
    </dsp:sp>
    <dsp:sp modelId="{38A1BFE3-F4B5-43F4-97D9-FF9A1507D7F0}">
      <dsp:nvSpPr>
        <dsp:cNvPr id="0" name=""/>
        <dsp:cNvSpPr/>
      </dsp:nvSpPr>
      <dsp:spPr>
        <a:xfrm>
          <a:off x="4267200" y="1625600"/>
          <a:ext cx="2438400" cy="2167466"/>
        </a:xfrm>
        <a:prstGeom prst="round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kern="1200" dirty="0">
              <a:latin typeface="Santander Text Light" panose="020B0304020201020104" pitchFamily="34" charset="0"/>
            </a:rPr>
            <a:t>Durante esta fase, el lavador de dinero introduce sus fondos ilegales en el sistema financiero. </a:t>
          </a:r>
          <a:endParaRPr lang="es-ES" sz="1600" kern="1200" dirty="0">
            <a:latin typeface="Santander Text Light" panose="020B0304020201020104" pitchFamily="34" charset="0"/>
          </a:endParaRPr>
        </a:p>
      </dsp:txBody>
      <dsp:txXfrm>
        <a:off x="4373007" y="1731407"/>
        <a:ext cx="2226786" cy="19558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1049BB-7357-452C-A1CD-C4313420FE15}">
      <dsp:nvSpPr>
        <dsp:cNvPr id="0" name=""/>
        <dsp:cNvSpPr/>
      </dsp:nvSpPr>
      <dsp:spPr>
        <a:xfrm>
          <a:off x="20321" y="0"/>
          <a:ext cx="8361677" cy="5418667"/>
        </a:xfrm>
        <a:prstGeom prst="rightArrow">
          <a:avLst/>
        </a:prstGeom>
        <a:solidFill>
          <a:srgbClr val="FFFF00">
            <a:alpha val="10000"/>
          </a:srgbClr>
        </a:solidFill>
        <a:ln>
          <a:noFill/>
        </a:ln>
        <a:effectLst/>
      </dsp:spPr>
      <dsp:style>
        <a:lnRef idx="0">
          <a:scrgbClr r="0" g="0" b="0"/>
        </a:lnRef>
        <a:fillRef idx="1">
          <a:scrgbClr r="0" g="0" b="0"/>
        </a:fillRef>
        <a:effectRef idx="0">
          <a:scrgbClr r="0" g="0" b="0"/>
        </a:effectRef>
        <a:fontRef idx="minor"/>
      </dsp:style>
    </dsp:sp>
    <dsp:sp modelId="{4523F11E-4279-4EEF-B845-E30268C54C7D}">
      <dsp:nvSpPr>
        <dsp:cNvPr id="0" name=""/>
        <dsp:cNvSpPr/>
      </dsp:nvSpPr>
      <dsp:spPr>
        <a:xfrm>
          <a:off x="29928" y="1625600"/>
          <a:ext cx="4009943" cy="2167466"/>
        </a:xfrm>
        <a:prstGeom prst="roundRect">
          <a:avLst/>
        </a:prstGeom>
        <a:solidFill>
          <a:schemeClr val="tx2">
            <a:lumMod val="75000"/>
            <a:alpha val="7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b="1" kern="1200" dirty="0">
              <a:latin typeface="Santander Text Light" panose="020B0304020201020104" pitchFamily="34" charset="0"/>
            </a:rPr>
            <a:t>La separación de fondos ilícitos de su fuente mediante “capas” de transacciones financieras cuyo fin es desdibujar la transacción.</a:t>
          </a:r>
          <a:endParaRPr lang="es-ES" sz="1600" b="1" kern="1200" dirty="0">
            <a:latin typeface="Santander Text Light" panose="020B0304020201020104" pitchFamily="34" charset="0"/>
          </a:endParaRPr>
        </a:p>
        <a:p>
          <a:pPr marL="0" lvl="0" indent="0" algn="ctr" defTabSz="711200">
            <a:lnSpc>
              <a:spcPct val="90000"/>
            </a:lnSpc>
            <a:spcBef>
              <a:spcPct val="0"/>
            </a:spcBef>
            <a:spcAft>
              <a:spcPct val="35000"/>
            </a:spcAft>
            <a:buNone/>
          </a:pPr>
          <a:endParaRPr lang="es-ES" sz="1600" b="1" kern="1200" dirty="0">
            <a:latin typeface="Santander Text Light" panose="020B0304020201020104" pitchFamily="34" charset="0"/>
          </a:endParaRPr>
        </a:p>
      </dsp:txBody>
      <dsp:txXfrm>
        <a:off x="135735" y="1731407"/>
        <a:ext cx="3798329" cy="1955852"/>
      </dsp:txXfrm>
    </dsp:sp>
    <dsp:sp modelId="{38A1BFE3-F4B5-43F4-97D9-FF9A1507D7F0}">
      <dsp:nvSpPr>
        <dsp:cNvPr id="0" name=""/>
        <dsp:cNvSpPr/>
      </dsp:nvSpPr>
      <dsp:spPr>
        <a:xfrm>
          <a:off x="4390909" y="1625600"/>
          <a:ext cx="4009943" cy="2167466"/>
        </a:xfrm>
        <a:prstGeom prst="roundRect">
          <a:avLst/>
        </a:prstGeom>
        <a:solidFill>
          <a:schemeClr val="bg1">
            <a:lumMod val="65000"/>
            <a:alpha val="7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600" b="1" kern="1200" dirty="0">
              <a:latin typeface="Santander Text Light" panose="020B0304020201020104" pitchFamily="34" charset="0"/>
            </a:rPr>
            <a:t>La segunda etapa supone la conversión de los fondos procedentes de actividades ilícitas a otra forma y crea capas complejas de transacciones financieras para disimular el rastro documentado, la fuente y la propiedad de los fondos.</a:t>
          </a:r>
          <a:endParaRPr lang="es-ES" sz="1600" b="1" kern="1200" dirty="0">
            <a:latin typeface="Santander Text Light" panose="020B0304020201020104" pitchFamily="34" charset="0"/>
          </a:endParaRPr>
        </a:p>
        <a:p>
          <a:pPr marL="0" lvl="0" indent="0" algn="ctr" defTabSz="711200">
            <a:lnSpc>
              <a:spcPct val="90000"/>
            </a:lnSpc>
            <a:spcBef>
              <a:spcPct val="0"/>
            </a:spcBef>
            <a:spcAft>
              <a:spcPct val="35000"/>
            </a:spcAft>
            <a:buNone/>
          </a:pPr>
          <a:endParaRPr lang="es-ES" sz="1600" b="1" kern="1200" dirty="0">
            <a:latin typeface="Santander Text Light" panose="020B0304020201020104" pitchFamily="34" charset="0"/>
          </a:endParaRPr>
        </a:p>
      </dsp:txBody>
      <dsp:txXfrm>
        <a:off x="4496716" y="1731407"/>
        <a:ext cx="3798329" cy="19558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BE66C-1562-41EF-8A08-4825EC15132F}">
      <dsp:nvSpPr>
        <dsp:cNvPr id="0" name=""/>
        <dsp:cNvSpPr/>
      </dsp:nvSpPr>
      <dsp:spPr>
        <a:xfrm>
          <a:off x="357452" y="479177"/>
          <a:ext cx="1674801" cy="1257084"/>
        </a:xfrm>
        <a:prstGeom prst="upArrow">
          <a:avLst/>
        </a:prstGeom>
        <a:solidFill>
          <a:srgbClr val="92D050">
            <a:alpha val="25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55A83F-5828-443C-9E40-7C21CD28C5F2}">
      <dsp:nvSpPr>
        <dsp:cNvPr id="0" name=""/>
        <dsp:cNvSpPr/>
      </dsp:nvSpPr>
      <dsp:spPr>
        <a:xfrm>
          <a:off x="2592523" y="1174"/>
          <a:ext cx="4135750" cy="2215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0" rIns="128016" bIns="128016" numCol="1" spcCol="1270" anchor="ctr" anchorCtr="0">
          <a:noAutofit/>
        </a:bodyPr>
        <a:lstStyle/>
        <a:p>
          <a:pPr marL="0" lvl="0" indent="0" algn="l" defTabSz="800100">
            <a:lnSpc>
              <a:spcPct val="90000"/>
            </a:lnSpc>
            <a:spcBef>
              <a:spcPct val="0"/>
            </a:spcBef>
            <a:spcAft>
              <a:spcPct val="35000"/>
            </a:spcAft>
            <a:buNone/>
          </a:pPr>
          <a:r>
            <a:rPr lang="es-MX" sz="1800" b="0" i="0" kern="1200" baseline="0" dirty="0">
              <a:solidFill>
                <a:schemeClr val="tx2">
                  <a:lumMod val="50000"/>
                </a:schemeClr>
              </a:solidFill>
              <a:latin typeface="Santander Text Light" panose="020B0304020201020104" pitchFamily="34" charset="0"/>
              <a:ea typeface="+mn-ea"/>
              <a:cs typeface="+mn-cs"/>
            </a:rPr>
            <a:t>Cuando</a:t>
          </a:r>
          <a:r>
            <a:rPr lang="es-MX" sz="1800" b="0" i="0" kern="1200" dirty="0">
              <a:solidFill>
                <a:schemeClr val="tx2">
                  <a:lumMod val="50000"/>
                </a:schemeClr>
              </a:solidFill>
              <a:latin typeface="Santander Text Light" panose="020B0304020201020104" pitchFamily="34" charset="0"/>
              <a:ea typeface="+mn-ea"/>
              <a:cs typeface="+mn-cs"/>
            </a:rPr>
            <a:t> </a:t>
          </a:r>
          <a:r>
            <a:rPr lang="es-MX" sz="1800" b="0" i="0" kern="1200" baseline="0" dirty="0">
              <a:solidFill>
                <a:schemeClr val="tx2">
                  <a:lumMod val="50000"/>
                </a:schemeClr>
              </a:solidFill>
              <a:latin typeface="Santander Text Light" panose="020B0304020201020104" pitchFamily="34" charset="0"/>
              <a:ea typeface="+mn-ea"/>
              <a:cs typeface="+mn-cs"/>
            </a:rPr>
            <a:t>el riesgo sea mayor, las autoridades y los sujetos obligados deben </a:t>
          </a:r>
          <a:r>
            <a:rPr lang="es-MX" sz="1800" b="1" i="0" kern="1200" baseline="0" dirty="0">
              <a:solidFill>
                <a:schemeClr val="tx2">
                  <a:lumMod val="50000"/>
                </a:schemeClr>
              </a:solidFill>
              <a:latin typeface="Santander Text Light" panose="020B0304020201020104" pitchFamily="34" charset="0"/>
              <a:ea typeface="+mn-ea"/>
              <a:cs typeface="+mn-cs"/>
            </a:rPr>
            <a:t>reforzar</a:t>
          </a:r>
          <a:r>
            <a:rPr lang="es-MX" sz="1800" b="0" i="0" kern="1200" baseline="0" dirty="0">
              <a:solidFill>
                <a:schemeClr val="tx2">
                  <a:lumMod val="50000"/>
                </a:schemeClr>
              </a:solidFill>
              <a:latin typeface="Santander Text Light" panose="020B0304020201020104" pitchFamily="34" charset="0"/>
              <a:ea typeface="+mn-ea"/>
              <a:cs typeface="+mn-cs"/>
            </a:rPr>
            <a:t> las medidas implementadas para mitigar este riesgo.</a:t>
          </a:r>
          <a:endParaRPr lang="es-ES" sz="1800" b="0" kern="1200" dirty="0">
            <a:solidFill>
              <a:schemeClr val="tx2">
                <a:lumMod val="50000"/>
              </a:schemeClr>
            </a:solidFill>
            <a:latin typeface="Santander Text Light" panose="020B0304020201020104" pitchFamily="34" charset="0"/>
          </a:endParaRPr>
        </a:p>
      </dsp:txBody>
      <dsp:txXfrm>
        <a:off x="2592523" y="1174"/>
        <a:ext cx="4135750" cy="2215439"/>
      </dsp:txXfrm>
    </dsp:sp>
    <dsp:sp modelId="{7CD3B6F1-F43F-469C-B414-8C5761017CC8}">
      <dsp:nvSpPr>
        <dsp:cNvPr id="0" name=""/>
        <dsp:cNvSpPr/>
      </dsp:nvSpPr>
      <dsp:spPr>
        <a:xfrm>
          <a:off x="442374" y="2703518"/>
          <a:ext cx="1539613" cy="1525041"/>
        </a:xfrm>
        <a:prstGeom prst="downArrow">
          <a:avLst/>
        </a:prstGeom>
        <a:solidFill>
          <a:srgbClr val="FF0000">
            <a:alpha val="25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66A0FE-9785-4CD6-8ED3-20408E443496}">
      <dsp:nvSpPr>
        <dsp:cNvPr id="0" name=""/>
        <dsp:cNvSpPr/>
      </dsp:nvSpPr>
      <dsp:spPr>
        <a:xfrm>
          <a:off x="2568456" y="2326506"/>
          <a:ext cx="3649179" cy="2215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0" rIns="128016" bIns="128016" numCol="1" spcCol="1270" anchor="ctr" anchorCtr="0">
          <a:noAutofit/>
        </a:bodyPr>
        <a:lstStyle/>
        <a:p>
          <a:pPr marL="0" lvl="0" indent="0" algn="l" defTabSz="800100">
            <a:lnSpc>
              <a:spcPct val="90000"/>
            </a:lnSpc>
            <a:spcBef>
              <a:spcPct val="0"/>
            </a:spcBef>
            <a:spcAft>
              <a:spcPct val="35000"/>
            </a:spcAft>
            <a:buNone/>
          </a:pPr>
          <a:r>
            <a:rPr lang="es-MX" sz="1800" b="0" i="0" kern="1200" baseline="0" dirty="0">
              <a:solidFill>
                <a:schemeClr val="tx2">
                  <a:lumMod val="50000"/>
                </a:schemeClr>
              </a:solidFill>
              <a:latin typeface="Santander Text Light" panose="020B0304020201020104" pitchFamily="34" charset="0"/>
              <a:ea typeface="+mn-ea"/>
              <a:cs typeface="+mn-cs"/>
            </a:rPr>
            <a:t>Cuando el riesgo de LD/FT es menor, las medidas se aplicarán pero con un grado de aplicación, frecuencia o intensidad de los controles </a:t>
          </a:r>
          <a:r>
            <a:rPr lang="es-MX" sz="1800" b="1" i="0" kern="1200" baseline="0" dirty="0">
              <a:solidFill>
                <a:schemeClr val="tx2">
                  <a:lumMod val="50000"/>
                </a:schemeClr>
              </a:solidFill>
              <a:latin typeface="Santander Text Light" panose="020B0304020201020104" pitchFamily="34" charset="0"/>
              <a:ea typeface="+mn-ea"/>
              <a:cs typeface="+mn-cs"/>
            </a:rPr>
            <a:t>puede ser menor</a:t>
          </a:r>
          <a:endParaRPr lang="es-ES" sz="1800" b="1" i="0" kern="1200" baseline="0" dirty="0">
            <a:solidFill>
              <a:schemeClr val="tx2">
                <a:lumMod val="50000"/>
              </a:schemeClr>
            </a:solidFill>
            <a:latin typeface="Santander Text Light" panose="020B0304020201020104" pitchFamily="34" charset="0"/>
            <a:ea typeface="+mn-ea"/>
            <a:cs typeface="+mn-cs"/>
          </a:endParaRPr>
        </a:p>
        <a:p>
          <a:pPr marL="0" lvl="0" indent="0" algn="l" defTabSz="800100">
            <a:lnSpc>
              <a:spcPct val="90000"/>
            </a:lnSpc>
            <a:spcBef>
              <a:spcPct val="0"/>
            </a:spcBef>
            <a:spcAft>
              <a:spcPct val="35000"/>
            </a:spcAft>
            <a:buNone/>
          </a:pPr>
          <a:endParaRPr lang="es-ES" sz="1800" kern="1200" dirty="0">
            <a:solidFill>
              <a:schemeClr val="tx2">
                <a:lumMod val="50000"/>
              </a:schemeClr>
            </a:solidFill>
            <a:latin typeface="Santander Text Light" panose="020B0304020201020104" pitchFamily="34" charset="0"/>
          </a:endParaRPr>
        </a:p>
      </dsp:txBody>
      <dsp:txXfrm>
        <a:off x="2568456" y="2326506"/>
        <a:ext cx="3649179" cy="22154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0DF577-B2DC-4889-9149-C90471B68875}">
      <dsp:nvSpPr>
        <dsp:cNvPr id="0" name=""/>
        <dsp:cNvSpPr/>
      </dsp:nvSpPr>
      <dsp:spPr>
        <a:xfrm>
          <a:off x="0" y="0"/>
          <a:ext cx="3745187" cy="468000"/>
        </a:xfrm>
        <a:prstGeom prst="roundRect">
          <a:avLst/>
        </a:prstGeom>
        <a:solidFill>
          <a:srgbClr val="5B9BD5">
            <a:hueOff val="0"/>
            <a:satOff val="0"/>
            <a:lumOff val="0"/>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i="0" kern="1200" baseline="0" dirty="0">
              <a:solidFill>
                <a:sysClr val="window" lastClr="FFFFFF"/>
              </a:solidFill>
              <a:latin typeface="Santander Text Light" panose="020B0304020201020104" pitchFamily="34" charset="0"/>
              <a:ea typeface="+mn-ea"/>
              <a:cs typeface="+mn-cs"/>
            </a:rPr>
            <a:t>1. Asignación de responsabilidades en un EBR</a:t>
          </a:r>
          <a:endParaRPr lang="es-MX" sz="1400" b="1" kern="1200" dirty="0">
            <a:solidFill>
              <a:sysClr val="window" lastClr="FFFFFF"/>
            </a:solidFill>
            <a:latin typeface="Santander Text Light" panose="020B0304020201020104" pitchFamily="34" charset="0"/>
            <a:ea typeface="+mn-ea"/>
            <a:cs typeface="+mn-cs"/>
          </a:endParaRPr>
        </a:p>
      </dsp:txBody>
      <dsp:txXfrm>
        <a:off x="22846" y="22846"/>
        <a:ext cx="3699495" cy="422308"/>
      </dsp:txXfrm>
    </dsp:sp>
    <dsp:sp modelId="{87CF287C-6C02-401E-A6F8-05FFC567F243}">
      <dsp:nvSpPr>
        <dsp:cNvPr id="0" name=""/>
        <dsp:cNvSpPr/>
      </dsp:nvSpPr>
      <dsp:spPr>
        <a:xfrm>
          <a:off x="0" y="546521"/>
          <a:ext cx="3745187" cy="468000"/>
        </a:xfrm>
        <a:prstGeom prst="roundRect">
          <a:avLst/>
        </a:prstGeom>
        <a:solidFill>
          <a:srgbClr val="5B9BD5">
            <a:hueOff val="-1351709"/>
            <a:satOff val="-3484"/>
            <a:lumOff val="-2353"/>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i="0" kern="1200" baseline="0" dirty="0">
              <a:solidFill>
                <a:sysClr val="window" lastClr="FFFFFF"/>
              </a:solidFill>
              <a:latin typeface="Santander Text Light" panose="020B0304020201020104" pitchFamily="34" charset="0"/>
              <a:ea typeface="+mn-ea"/>
              <a:cs typeface="+mn-cs"/>
            </a:rPr>
            <a:t>2. Identificación del riesgo de LD/FT</a:t>
          </a:r>
          <a:endParaRPr lang="es-MX" sz="1400" b="1" kern="1200" dirty="0">
            <a:solidFill>
              <a:sysClr val="window" lastClr="FFFFFF"/>
            </a:solidFill>
            <a:latin typeface="Santander Text Light" panose="020B0304020201020104" pitchFamily="34" charset="0"/>
            <a:ea typeface="+mn-ea"/>
            <a:cs typeface="+mn-cs"/>
          </a:endParaRPr>
        </a:p>
      </dsp:txBody>
      <dsp:txXfrm>
        <a:off x="22846" y="569367"/>
        <a:ext cx="3699495" cy="422308"/>
      </dsp:txXfrm>
    </dsp:sp>
    <dsp:sp modelId="{1792A96E-0EF7-4BE8-8D73-BAFB32F9C48E}">
      <dsp:nvSpPr>
        <dsp:cNvPr id="0" name=""/>
        <dsp:cNvSpPr/>
      </dsp:nvSpPr>
      <dsp:spPr>
        <a:xfrm>
          <a:off x="0" y="1086521"/>
          <a:ext cx="3745187" cy="468000"/>
        </a:xfrm>
        <a:prstGeom prst="roundRect">
          <a:avLst/>
        </a:prstGeom>
        <a:solidFill>
          <a:srgbClr val="5B9BD5">
            <a:hueOff val="-2703417"/>
            <a:satOff val="-6968"/>
            <a:lumOff val="-4706"/>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kern="1200" dirty="0">
              <a:solidFill>
                <a:sysClr val="window" lastClr="FFFFFF"/>
              </a:solidFill>
              <a:latin typeface="Santander Text Light" panose="020B0304020201020104" pitchFamily="34" charset="0"/>
              <a:ea typeface="+mn-ea"/>
              <a:cs typeface="+mn-cs"/>
            </a:rPr>
            <a:t>3. Evaluación del riesgo de LD/FT</a:t>
          </a:r>
        </a:p>
      </dsp:txBody>
      <dsp:txXfrm>
        <a:off x="22846" y="1109367"/>
        <a:ext cx="3699495" cy="422308"/>
      </dsp:txXfrm>
    </dsp:sp>
    <dsp:sp modelId="{FF1A933D-DEB1-4518-A329-F9B12D69E53E}">
      <dsp:nvSpPr>
        <dsp:cNvPr id="0" name=""/>
        <dsp:cNvSpPr/>
      </dsp:nvSpPr>
      <dsp:spPr>
        <a:xfrm>
          <a:off x="0" y="1626521"/>
          <a:ext cx="3745187" cy="468000"/>
        </a:xfrm>
        <a:prstGeom prst="roundRect">
          <a:avLst/>
        </a:prstGeom>
        <a:solidFill>
          <a:srgbClr val="5B9BD5">
            <a:hueOff val="-4055126"/>
            <a:satOff val="-10451"/>
            <a:lumOff val="-7059"/>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kern="1200" dirty="0">
              <a:solidFill>
                <a:sysClr val="window" lastClr="FFFFFF"/>
              </a:solidFill>
              <a:latin typeface="Santander Text Light" panose="020B0304020201020104" pitchFamily="34" charset="0"/>
              <a:ea typeface="+mn-ea"/>
              <a:cs typeface="+mn-cs"/>
            </a:rPr>
            <a:t>4. Mitigación del riesgo</a:t>
          </a:r>
        </a:p>
      </dsp:txBody>
      <dsp:txXfrm>
        <a:off x="22846" y="1649367"/>
        <a:ext cx="3699495" cy="422308"/>
      </dsp:txXfrm>
    </dsp:sp>
    <dsp:sp modelId="{A168551D-42F7-4092-855E-4CBE33704E5F}">
      <dsp:nvSpPr>
        <dsp:cNvPr id="0" name=""/>
        <dsp:cNvSpPr/>
      </dsp:nvSpPr>
      <dsp:spPr>
        <a:xfrm>
          <a:off x="0" y="2166521"/>
          <a:ext cx="3745187" cy="468000"/>
        </a:xfrm>
        <a:prstGeom prst="roundRect">
          <a:avLst/>
        </a:prstGeom>
        <a:solidFill>
          <a:srgbClr val="5B9BD5">
            <a:hueOff val="-5406834"/>
            <a:satOff val="-13935"/>
            <a:lumOff val="-9412"/>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kern="1200" dirty="0">
              <a:solidFill>
                <a:sysClr val="window" lastClr="FFFFFF"/>
              </a:solidFill>
              <a:latin typeface="Santander Text Light" panose="020B0304020201020104" pitchFamily="34" charset="0"/>
              <a:ea typeface="+mn-ea"/>
              <a:cs typeface="+mn-cs"/>
            </a:rPr>
            <a:t>5. Desarrollo de un entendimiento común de EBR</a:t>
          </a:r>
        </a:p>
      </dsp:txBody>
      <dsp:txXfrm>
        <a:off x="22846" y="2189367"/>
        <a:ext cx="3699495" cy="422308"/>
      </dsp:txXfrm>
    </dsp:sp>
    <dsp:sp modelId="{DCB67BF3-247B-4A2D-9770-4937DF8CD735}">
      <dsp:nvSpPr>
        <dsp:cNvPr id="0" name=""/>
        <dsp:cNvSpPr/>
      </dsp:nvSpPr>
      <dsp:spPr>
        <a:xfrm>
          <a:off x="0" y="2706520"/>
          <a:ext cx="3745187" cy="468000"/>
        </a:xfrm>
        <a:prstGeom prst="roundRect">
          <a:avLst/>
        </a:prstGeom>
        <a:solidFill>
          <a:srgbClr val="5B9BD5">
            <a:hueOff val="-6758543"/>
            <a:satOff val="-17419"/>
            <a:lumOff val="-11765"/>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MX" sz="1400" b="1" kern="1200" dirty="0">
              <a:solidFill>
                <a:sysClr val="window" lastClr="FFFFFF"/>
              </a:solidFill>
              <a:latin typeface="Santander Text Light" panose="020B0304020201020104" pitchFamily="34" charset="0"/>
              <a:ea typeface="+mn-ea"/>
              <a:cs typeface="+mn-cs"/>
            </a:rPr>
            <a:t>6. Inclusión financiera</a:t>
          </a:r>
        </a:p>
      </dsp:txBody>
      <dsp:txXfrm>
        <a:off x="22846" y="2729366"/>
        <a:ext cx="3699495" cy="42230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0015D4-A0E5-40AB-86BB-1D84FE887340}">
      <dsp:nvSpPr>
        <dsp:cNvPr id="0" name=""/>
        <dsp:cNvSpPr/>
      </dsp:nvSpPr>
      <dsp:spPr>
        <a:xfrm>
          <a:off x="499358" y="1793675"/>
          <a:ext cx="3185633" cy="1592816"/>
        </a:xfrm>
        <a:prstGeom prst="roundRect">
          <a:avLst>
            <a:gd name="adj" fmla="val 10000"/>
          </a:avLst>
        </a:prstGeom>
        <a:solidFill>
          <a:srgbClr val="C00000">
            <a:alpha val="3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s-MX" sz="2000" kern="1200" dirty="0">
              <a:solidFill>
                <a:sysClr val="window" lastClr="FFFFFF"/>
              </a:solidFill>
              <a:latin typeface="Santander Text Light" panose="020B0304020201020104" pitchFamily="34" charset="0"/>
              <a:ea typeface="+mn-ea"/>
              <a:cs typeface="+mn-cs"/>
            </a:rPr>
            <a:t>SAM</a:t>
          </a:r>
        </a:p>
      </dsp:txBody>
      <dsp:txXfrm>
        <a:off x="546010" y="1840327"/>
        <a:ext cx="3092329" cy="1499512"/>
      </dsp:txXfrm>
    </dsp:sp>
    <dsp:sp modelId="{438A4EA0-F909-40CA-80B7-46A05C3CF0BF}">
      <dsp:nvSpPr>
        <dsp:cNvPr id="0" name=""/>
        <dsp:cNvSpPr/>
      </dsp:nvSpPr>
      <dsp:spPr>
        <a:xfrm rot="18246803">
          <a:off x="3209954" y="1667284"/>
          <a:ext cx="2163356" cy="54492"/>
        </a:xfrm>
        <a:custGeom>
          <a:avLst/>
          <a:gdLst/>
          <a:ahLst/>
          <a:cxnLst/>
          <a:rect l="0" t="0" r="0" b="0"/>
          <a:pathLst>
            <a:path>
              <a:moveTo>
                <a:pt x="0" y="27246"/>
              </a:moveTo>
              <a:lnTo>
                <a:pt x="2231365" y="27246"/>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s-MX" sz="2000" kern="1200" dirty="0">
            <a:solidFill>
              <a:sysClr val="windowText" lastClr="000000">
                <a:hueOff val="0"/>
                <a:satOff val="0"/>
                <a:lumOff val="0"/>
                <a:alphaOff val="0"/>
              </a:sysClr>
            </a:solidFill>
            <a:latin typeface="Santander Text Light" panose="020B0304020201020104" pitchFamily="34" charset="0"/>
            <a:ea typeface="+mn-ea"/>
            <a:cs typeface="+mn-cs"/>
          </a:endParaRPr>
        </a:p>
      </dsp:txBody>
      <dsp:txXfrm>
        <a:off x="4216523" y="1708975"/>
        <a:ext cx="0" cy="0"/>
      </dsp:txXfrm>
    </dsp:sp>
    <dsp:sp modelId="{06ED69A8-7DE7-4A6B-A484-42D6CC618CA0}">
      <dsp:nvSpPr>
        <dsp:cNvPr id="0" name=""/>
        <dsp:cNvSpPr/>
      </dsp:nvSpPr>
      <dsp:spPr>
        <a:xfrm>
          <a:off x="4898273" y="2569"/>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s-MX" sz="2000" b="1" kern="1200" dirty="0">
              <a:solidFill>
                <a:sysClr val="window" lastClr="FFFFFF"/>
              </a:solidFill>
              <a:latin typeface="Santander Text Light" panose="020B0304020201020104" pitchFamily="34" charset="0"/>
              <a:ea typeface="+mn-ea"/>
              <a:cs typeface="+mn-cs"/>
            </a:rPr>
            <a:t>La primera línea de</a:t>
          </a:r>
          <a:r>
            <a:rPr lang="es-MX" sz="2000" b="1" i="1" kern="1200" dirty="0">
              <a:solidFill>
                <a:sysClr val="window" lastClr="FFFFFF"/>
              </a:solidFill>
              <a:latin typeface="Santander Text Light" panose="020B0304020201020104" pitchFamily="34" charset="0"/>
              <a:ea typeface="+mn-ea"/>
              <a:cs typeface="+mn-cs"/>
            </a:rPr>
            <a:t> </a:t>
          </a:r>
          <a:r>
            <a:rPr lang="es-MX" sz="2000" b="1" kern="1200" dirty="0">
              <a:solidFill>
                <a:sysClr val="window" lastClr="FFFFFF"/>
              </a:solidFill>
              <a:latin typeface="Santander Text Light" panose="020B0304020201020104" pitchFamily="34" charset="0"/>
              <a:ea typeface="+mn-ea"/>
              <a:cs typeface="+mn-cs"/>
            </a:rPr>
            <a:t>defensa</a:t>
          </a:r>
          <a:r>
            <a:rPr lang="es-MX" sz="2000" kern="1200" dirty="0">
              <a:solidFill>
                <a:sysClr val="window" lastClr="FFFFFF"/>
              </a:solidFill>
              <a:latin typeface="Santander Text Light" panose="020B0304020201020104" pitchFamily="34" charset="0"/>
              <a:ea typeface="+mn-ea"/>
              <a:cs typeface="+mn-cs"/>
            </a:rPr>
            <a:t>: encargada de identificar, evaluar y controlar los riesgos </a:t>
          </a:r>
          <a:r>
            <a:rPr lang="es-MX" sz="2000" i="1" kern="1200" dirty="0">
              <a:solidFill>
                <a:sysClr val="window" lastClr="FFFFFF"/>
              </a:solidFill>
              <a:latin typeface="Santander Text Light" panose="020B0304020201020104" pitchFamily="34" charset="0"/>
              <a:ea typeface="+mn-ea"/>
              <a:cs typeface="+mn-cs"/>
            </a:rPr>
            <a:t>de </a:t>
          </a:r>
          <a:r>
            <a:rPr lang="es-MX" sz="2000" kern="1200" dirty="0">
              <a:solidFill>
                <a:sysClr val="window" lastClr="FFFFFF"/>
              </a:solidFill>
              <a:latin typeface="Santander Text Light" panose="020B0304020201020104" pitchFamily="34" charset="0"/>
              <a:ea typeface="+mn-ea"/>
              <a:cs typeface="+mn-cs"/>
            </a:rPr>
            <a:t>sus actividades.</a:t>
          </a:r>
        </a:p>
        <a:p>
          <a:pPr marL="0" lvl="0" indent="0" algn="ctr" defTabSz="889000" rtl="0">
            <a:lnSpc>
              <a:spcPct val="90000"/>
            </a:lnSpc>
            <a:spcBef>
              <a:spcPct val="0"/>
            </a:spcBef>
            <a:spcAft>
              <a:spcPct val="35000"/>
            </a:spcAft>
            <a:buNone/>
          </a:pPr>
          <a:r>
            <a:rPr lang="es-MX" sz="2000" kern="1200" dirty="0">
              <a:solidFill>
                <a:sysClr val="window" lastClr="FFFFFF"/>
              </a:solidFill>
              <a:latin typeface="Santander Text Light" panose="020B0304020201020104" pitchFamily="34" charset="0"/>
              <a:ea typeface="+mn-ea"/>
              <a:cs typeface="+mn-cs"/>
            </a:rPr>
            <a:t>(Ventas, Operaciones, Riesgos, etc.) </a:t>
          </a:r>
        </a:p>
      </dsp:txBody>
      <dsp:txXfrm>
        <a:off x="4944925" y="49221"/>
        <a:ext cx="5371236" cy="1499512"/>
      </dsp:txXfrm>
    </dsp:sp>
    <dsp:sp modelId="{B5AA1655-E608-4580-B14E-E903D6B97B58}">
      <dsp:nvSpPr>
        <dsp:cNvPr id="0" name=""/>
        <dsp:cNvSpPr/>
      </dsp:nvSpPr>
      <dsp:spPr>
        <a:xfrm rot="115087">
          <a:off x="3684652" y="2583154"/>
          <a:ext cx="1213960" cy="54492"/>
        </a:xfrm>
        <a:custGeom>
          <a:avLst/>
          <a:gdLst/>
          <a:ahLst/>
          <a:cxnLst/>
          <a:rect l="0" t="0" r="0" b="0"/>
          <a:pathLst>
            <a:path>
              <a:moveTo>
                <a:pt x="0" y="27246"/>
              </a:moveTo>
              <a:lnTo>
                <a:pt x="1274253" y="27246"/>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s-MX" sz="2000" kern="1200" dirty="0">
            <a:solidFill>
              <a:sysClr val="windowText" lastClr="000000">
                <a:hueOff val="0"/>
                <a:satOff val="0"/>
                <a:lumOff val="0"/>
                <a:alphaOff val="0"/>
              </a:sysClr>
            </a:solidFill>
            <a:latin typeface="Santander Text Light" panose="020B0304020201020104" pitchFamily="34" charset="0"/>
            <a:ea typeface="+mn-ea"/>
            <a:cs typeface="+mn-cs"/>
          </a:endParaRPr>
        </a:p>
      </dsp:txBody>
      <dsp:txXfrm>
        <a:off x="4262317" y="2579052"/>
        <a:ext cx="0" cy="0"/>
      </dsp:txXfrm>
    </dsp:sp>
    <dsp:sp modelId="{DCC7B6AD-DC37-4C2F-BFC0-89461785ED8B}">
      <dsp:nvSpPr>
        <dsp:cNvPr id="0" name=""/>
        <dsp:cNvSpPr/>
      </dsp:nvSpPr>
      <dsp:spPr>
        <a:xfrm>
          <a:off x="4898273" y="1834308"/>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s-MX" sz="2000" b="1" kern="1200" dirty="0">
              <a:solidFill>
                <a:sysClr val="window" lastClr="FFFFFF"/>
              </a:solidFill>
              <a:latin typeface="Santander Text Light" panose="020B0304020201020104" pitchFamily="34" charset="0"/>
              <a:ea typeface="+mn-ea"/>
              <a:cs typeface="+mn-cs"/>
            </a:rPr>
            <a:t>La segunda línea de defensa</a:t>
          </a:r>
          <a:r>
            <a:rPr lang="es-MX" sz="2000" kern="1200" dirty="0">
              <a:solidFill>
                <a:sysClr val="window" lastClr="FFFFFF"/>
              </a:solidFill>
              <a:latin typeface="Santander Text Light" panose="020B0304020201020104" pitchFamily="34" charset="0"/>
              <a:ea typeface="+mn-ea"/>
              <a:cs typeface="+mn-cs"/>
            </a:rPr>
            <a:t>: incluye al Oficial de Cumplimiento, ITOP, Riesgos y Cumplimiento</a:t>
          </a:r>
        </a:p>
      </dsp:txBody>
      <dsp:txXfrm>
        <a:off x="4944925" y="1880960"/>
        <a:ext cx="5371236" cy="1499512"/>
      </dsp:txXfrm>
    </dsp:sp>
    <dsp:sp modelId="{F651C99F-648A-4979-B655-3A7891A1799D}">
      <dsp:nvSpPr>
        <dsp:cNvPr id="0" name=""/>
        <dsp:cNvSpPr/>
      </dsp:nvSpPr>
      <dsp:spPr>
        <a:xfrm rot="3362726">
          <a:off x="3189441" y="3493943"/>
          <a:ext cx="2245031" cy="54492"/>
        </a:xfrm>
        <a:custGeom>
          <a:avLst/>
          <a:gdLst/>
          <a:ahLst/>
          <a:cxnLst/>
          <a:rect l="0" t="0" r="0" b="0"/>
          <a:pathLst>
            <a:path>
              <a:moveTo>
                <a:pt x="0" y="27246"/>
              </a:moveTo>
              <a:lnTo>
                <a:pt x="2231365" y="27246"/>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s-MX" sz="2000" kern="1200" dirty="0">
            <a:solidFill>
              <a:sysClr val="windowText" lastClr="000000">
                <a:hueOff val="0"/>
                <a:satOff val="0"/>
                <a:lumOff val="0"/>
                <a:alphaOff val="0"/>
              </a:sysClr>
            </a:solidFill>
            <a:latin typeface="Santander Text Light" panose="020B0304020201020104" pitchFamily="34" charset="0"/>
            <a:ea typeface="+mn-ea"/>
            <a:cs typeface="+mn-cs"/>
          </a:endParaRPr>
        </a:p>
      </dsp:txBody>
      <dsp:txXfrm>
        <a:off x="4327163" y="3443285"/>
        <a:ext cx="0" cy="0"/>
      </dsp:txXfrm>
    </dsp:sp>
    <dsp:sp modelId="{650B674F-9B83-4DE2-B723-C05AA5EED24E}">
      <dsp:nvSpPr>
        <dsp:cNvPr id="0" name=""/>
        <dsp:cNvSpPr/>
      </dsp:nvSpPr>
      <dsp:spPr>
        <a:xfrm>
          <a:off x="4938922" y="3655885"/>
          <a:ext cx="5464540" cy="1592816"/>
        </a:xfrm>
        <a:prstGeom prst="roundRect">
          <a:avLst>
            <a:gd name="adj" fmla="val 10000"/>
          </a:avLst>
        </a:prstGeom>
        <a:solidFill>
          <a:srgbClr val="70AD47">
            <a:hueOff val="0"/>
            <a:satOff val="0"/>
            <a:lumOff val="0"/>
            <a:alpha val="6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s-MX" sz="2000" kern="1200" dirty="0">
              <a:solidFill>
                <a:sysClr val="window" lastClr="FFFFFF"/>
              </a:solidFill>
              <a:latin typeface="Santander Text Light" panose="020B0304020201020104" pitchFamily="34" charset="0"/>
              <a:ea typeface="+mn-ea"/>
              <a:cs typeface="+mn-cs"/>
            </a:rPr>
            <a:t>El departamento de auditoría interna constituye </a:t>
          </a:r>
          <a:r>
            <a:rPr lang="es-MX" sz="2000" b="1" kern="1200" dirty="0">
              <a:solidFill>
                <a:sysClr val="window" lastClr="FFFFFF"/>
              </a:solidFill>
              <a:latin typeface="Santander Text Light" panose="020B0304020201020104" pitchFamily="34" charset="0"/>
              <a:ea typeface="+mn-ea"/>
              <a:cs typeface="+mn-cs"/>
            </a:rPr>
            <a:t>la tercera línea de defensa.</a:t>
          </a:r>
        </a:p>
      </dsp:txBody>
      <dsp:txXfrm>
        <a:off x="4985574" y="3702537"/>
        <a:ext cx="5371236" cy="1499512"/>
      </dsp:txXfrm>
    </dsp:sp>
  </dsp:spTree>
</dsp:drawing>
</file>

<file path=ppt/diagrams/layout1.xml><?xml version="1.0" encoding="utf-8"?>
<dgm:layoutDef xmlns:dgm="http://schemas.openxmlformats.org/drawingml/2006/diagram" xmlns:a="http://schemas.openxmlformats.org/drawingml/2006/main" uniqueId="urn:microsoft.com/office/officeart/2009/3/layout/PhasedProcess">
  <dgm:title val=""/>
  <dgm:desc val=""/>
  <dgm:catLst>
    <dgm:cat type="process" pri="12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clrData>
  <dgm:layoutNode name="Name0">
    <dgm:varLst>
      <dgm:chMax val="3"/>
      <dgm:chPref val="3"/>
      <dgm:bulletEnabled val="1"/>
      <dgm:dir/>
      <dgm:animLvl val="lvl"/>
    </dgm:varLst>
    <dgm:shape xmlns:r="http://schemas.openxmlformats.org/officeDocument/2006/relationships" r:blip="">
      <dgm:adjLst/>
    </dgm:shape>
    <dgm:choose name="Name1">
      <dgm:if name="Name2" axis="ch" ptType="node" func="cnt" op="gte" val="3">
        <dgm:alg type="composite">
          <dgm:param type="ar" val="2.8316"/>
        </dgm:alg>
        <dgm:choose name="Name3">
          <dgm:if name="Name4"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567"/>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rightChild" refType="w" fact="0.713"/>
              <dgm:constr type="t" for="ch" forName="rightChild" refType="h" fact="0.1934"/>
              <dgm:constr type="w" for="ch" forName="rightChild" refType="w" fact="0.193"/>
              <dgm:constr type="h" for="ch" forName="rightChild" refType="h" fact="0.5464"/>
              <dgm:constr type="l" for="ch" forName="parentText1" refType="w" fact="0.0621"/>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6845"/>
              <dgm:constr type="t" for="ch" forName="parentText3" refType="h" fact="0.8128"/>
              <dgm:constr type="w" for="ch" forName="parentText3" refType="w" fact="0.2509"/>
              <dgm:constr type="h" for="ch" forName="parentText3" refType="h" fact="0.1872"/>
            </dgm:constrLst>
          </dgm:if>
          <dgm:else name="Name5">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72"/>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rightChild" refType="w" fact="0.09"/>
              <dgm:constr type="t" for="ch" forName="rightChild" refType="h" fact="0.1934"/>
              <dgm:constr type="w" for="ch" forName="rightChild" refType="w" fact="0.193"/>
              <dgm:constr type="h" for="ch" forName="rightChild" refType="h" fact="0.5464"/>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parentText1" refType="w" fact="0.7"/>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062"/>
              <dgm:constr type="t" for="ch" forName="parentText3" refType="h" fact="0.8128"/>
              <dgm:constr type="w" for="ch" forName="parentText3" refType="w" fact="0.2509"/>
              <dgm:constr type="h" for="ch" forName="parentText3" refType="h" fact="0.1872"/>
            </dgm:constrLst>
          </dgm:else>
        </dgm:choose>
      </dgm:if>
      <dgm:if name="Name6" axis="ch" ptType="node" func="cnt" op="gte" val="2">
        <dgm:alg type="composite">
          <dgm:param type="ar" val="1.8986"/>
        </dgm:alg>
        <dgm:choose name="Name7">
          <dgm:if name="Name8"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941"/>
              <dgm:constr type="t" for="ch" forName="leftComposite" refType="h" fact="0.1159"/>
              <dgm:constr type="w" for="ch" forName="leftComposite" refType="w" fact="0.3469"/>
              <dgm:constr type="h" for="ch" forName="leftComposite" refType="h" fact="0.6953"/>
              <dgm:constr type="l" for="ch" forName="middleComposite" refType="w" fact="0.5782"/>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1" refType="w" fact="0.0926"/>
              <dgm:constr type="t" for="ch" forName="parentText1" refType="h" fact="0.8128"/>
              <dgm:constr type="w" for="ch" forName="parentText1" refType="w" fact="0.3742"/>
              <dgm:constr type="h" for="ch" forName="parentText1" refType="h" fact="0.1872"/>
              <dgm:constr type="l" for="ch" forName="parentText2" refType="w" fact="0.5655"/>
              <dgm:constr type="t" for="ch" forName="parentText2" refType="h" fact="0.8128"/>
              <dgm:constr type="w" for="ch" forName="parentText2" refType="w" fact="0.3742"/>
              <dgm:constr type="h" for="ch" forName="parentText2" refType="h" fact="0.1872"/>
            </dgm:constrLst>
          </dgm:if>
          <dgm:else name="Name9">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592"/>
              <dgm:constr type="t" for="ch" forName="leftComposite" refType="h" fact="0.1159"/>
              <dgm:constr type="w" for="ch" forName="leftComposite" refType="w" fact="0.3469"/>
              <dgm:constr type="h" for="ch" forName="leftComposite" refType="h" fact="0.6953"/>
              <dgm:constr type="l" for="ch" forName="middleComposite" refType="w" fact="0.0941"/>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2" refType="w" fact="0.0926"/>
              <dgm:constr type="t" for="ch" forName="parentText2" refType="h" fact="0.8128"/>
              <dgm:constr type="w" for="ch" forName="parentText2" refType="w" fact="0.3742"/>
              <dgm:constr type="h" for="ch" forName="parentText2" refType="h" fact="0.1872"/>
              <dgm:constr type="l" for="ch" forName="parentText1" refType="w" fact="0.5655"/>
              <dgm:constr type="t" for="ch" forName="parentText1" refType="h" fact="0.8128"/>
              <dgm:constr type="w" for="ch" forName="parentText1" refType="w" fact="0.3742"/>
              <dgm:constr type="h" for="ch" forName="parentText1" refType="h" fact="0.1872"/>
            </dgm:constrLst>
          </dgm:else>
        </dgm:choose>
      </dgm:if>
      <dgm:else name="Name10">
        <dgm:alg type="composite">
          <dgm:param type="ar" val="0.8036"/>
        </dgm:alg>
        <dgm:constrLst>
          <dgm:constr type="primFontSz" for="des" forName="parentText1" val="65"/>
          <dgm:constr type="primFontSz" for="des" forName="childText1_1" val="65"/>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l" for="ch" forName="leftComposite" refType="w" fact="0"/>
          <dgm:constr type="t" for="ch" forName="leftComposite" refType="h" fact="0.1159"/>
          <dgm:constr type="w" for="ch" forName="leftComposite" refType="w"/>
          <dgm:constr type="h" for="ch" forName="leftComposite" refType="h" fact="0.6953"/>
          <dgm:constr type="l" for="ch" forName="parentText1" refType="w" fact="0"/>
          <dgm:constr type="t" for="ch" forName="parentText1" refType="h" fact="0.8128"/>
          <dgm:constr type="w" for="ch" forName="parentText1" refType="w"/>
          <dgm:constr type="h" for="ch" forName="parentText1" refType="h" fact="0.1872"/>
        </dgm:constrLst>
      </dgm:else>
    </dgm:choose>
    <dgm:choose name="Name11">
      <dgm:if name="Name12" axis="ch" ptType="node" func="cnt" op="gte" val="1">
        <dgm:choose name="Name13">
          <dgm:if name="Name14" axis="ch" ptType="node" func="cnt" op="gte" val="2">
            <dgm:layoutNode name="arc1">
              <dgm:alg type="sp"/>
              <dgm:shape xmlns:r="http://schemas.openxmlformats.org/officeDocument/2006/relationships" rot="90" type="blockArc" r:blip="">
                <dgm:adjLst>
                  <dgm:adj idx="1" val="-135"/>
                  <dgm:adj idx="2" val="-45"/>
                  <dgm:adj idx="3" val="0.0496"/>
                </dgm:adjLst>
              </dgm:shape>
              <dgm:presOf/>
            </dgm:layoutNode>
            <dgm:layoutNode name="arc3">
              <dgm:alg type="sp"/>
              <dgm:shape xmlns:r="http://schemas.openxmlformats.org/officeDocument/2006/relationships" rot="270" type="blockArc" r:blip="">
                <dgm:adjLst>
                  <dgm:adj idx="1" val="-135"/>
                  <dgm:adj idx="2" val="-45"/>
                  <dgm:adj idx="3" val="0.0496"/>
                </dgm:adjLst>
              </dgm:shape>
              <dgm:presOf/>
            </dgm:layoutNode>
            <dgm:layoutNode name="parentText2" styleLbl="revTx">
              <dgm:varLst>
                <dgm:chMax val="4"/>
                <dgm:chPref val="3"/>
                <dgm:bulletEnabled val="1"/>
              </dgm:varLst>
              <dgm:alg type="tx"/>
              <dgm:shape xmlns:r="http://schemas.openxmlformats.org/officeDocument/2006/relationships" type="rect" r:blip="">
                <dgm:adjLst/>
              </dgm:shap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5"/>
        </dgm:choose>
        <dgm:choose name="Name16">
          <dgm:if name="Name17" axis="ch" ptType="node" func="cnt" op="gte" val="3">
            <dgm:layoutNode name="arc2">
              <dgm:alg type="sp"/>
              <dgm:shape xmlns:r="http://schemas.openxmlformats.org/officeDocument/2006/relationships" rot="90" type="blockArc" r:blip="">
                <dgm:adjLst>
                  <dgm:adj idx="1" val="-135"/>
                  <dgm:adj idx="2" val="-45"/>
                  <dgm:adj idx="3" val="0.0496"/>
                </dgm:adjLst>
              </dgm:shape>
              <dgm:presOf/>
            </dgm:layoutNode>
            <dgm:layoutNode name="arc4">
              <dgm:alg type="sp"/>
              <dgm:shape xmlns:r="http://schemas.openxmlformats.org/officeDocument/2006/relationships" rot="270" type="blockArc" r:blip="">
                <dgm:adjLst>
                  <dgm:adj idx="1" val="-135"/>
                  <dgm:adj idx="2" val="-45"/>
                  <dgm:adj idx="3" val="0.0496"/>
                </dgm:adjLst>
              </dgm:shape>
              <dgm:presOf/>
            </dgm:layoutNode>
            <dgm:layoutNode name="parentText3" styleLbl="revTx">
              <dgm:varLst>
                <dgm:chMax val="1"/>
                <dgm:chPref val="1"/>
                <dgm:bulletEnabled val="1"/>
              </dgm:varLst>
              <dgm:alg type="tx"/>
              <dgm:shape xmlns:r="http://schemas.openxmlformats.org/officeDocument/2006/relationships" type="rect" r:blip="">
                <dgm:adjLst/>
              </dgm:shape>
              <dgm:presOf axis="ch 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8"/>
        </dgm:choose>
      </dgm:if>
      <dgm:else name="Name19"/>
    </dgm:choose>
    <dgm:layoutNode name="middleComposite">
      <dgm:choose name="Name20">
        <dgm:if name="Name21" axis="ch ch" ptType="node node" st="2 1" cnt="1 0" func="cnt" op="lte" val="1">
          <dgm:alg type="composite">
            <dgm:param type="ar" val="1"/>
          </dgm:alg>
        </dgm:if>
        <dgm:if name="Name22" axis="ch ch" ptType="node node" st="2 1" cnt="1 0" func="cnt" op="equ" val="2">
          <dgm:alg type="composite">
            <dgm:param type="ar" val="1.792"/>
          </dgm:alg>
        </dgm:if>
        <dgm:if name="Name23" axis="ch ch" ptType="node node" st="2 1" cnt="1 0" func="cnt" op="equ" val="3">
          <dgm:alg type="composite">
            <dgm:param type="ar" val="1"/>
          </dgm:alg>
        </dgm:if>
        <dgm:else name="Name24">
          <dgm:alg type="composite">
            <dgm:param type="ar" val="1"/>
          </dgm:alg>
        </dgm:else>
      </dgm:choose>
      <dgm:shape xmlns:r="http://schemas.openxmlformats.org/officeDocument/2006/relationships" r:blip="">
        <dgm:adjLst/>
      </dgm:shape>
      <dgm:presOf/>
      <dgm:choose name="Name25">
        <dgm:if name="Name26" axis="ch ch" ptType="node node" st="2 1" cnt="1 0" func="cnt" op="lte" val="1">
          <dgm:constrLst>
            <dgm:constr type="ctrX" for="ch" forName="circ1" refType="w" fact="0.5"/>
            <dgm:constr type="ctrY" for="ch" forName="circ1" refType="h" fact="0.5"/>
            <dgm:constr type="w" for="ch" forName="circ1" refType="w"/>
            <dgm:constr type="h" for="ch" forName="circ1" refType="h"/>
            <dgm:constr type="l" for="ch" forName="circ1Tx" refType="w" fact="0.2"/>
            <dgm:constr type="t" for="ch" forName="circ1Tx" refType="h" fact="0.1"/>
            <dgm:constr type="w" for="ch" forName="circ1Tx" refType="w" fact="0.6"/>
            <dgm:constr type="h" for="ch" forName="circ1Tx" refType="h" fact="0.8"/>
          </dgm:constrLst>
        </dgm:if>
        <dgm:if name="Name27" axis="ch ch" ptType="node node" st="2 1" cnt="1 0"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Lst>
        </dgm:if>
        <dgm:if name="Name28" axis="ch ch" ptType="node node" st="2 1" cnt="1 0"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Lst>
        </dgm:if>
        <dgm:else name="Name29">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Lst>
        </dgm:else>
      </dgm:choose>
      <dgm:ruleLst/>
      <dgm:forEach name="Name30" axis="ch ch" ptType="node node" st="2 1" cnt="1 1">
        <dgm:layoutNode name="circ1" styleLbl="vennNode1">
          <dgm:alg type="sp"/>
          <dgm:shape xmlns:r="http://schemas.openxmlformats.org/officeDocument/2006/relationships" type="ellipse" r:blip="">
            <dgm:adjLst/>
          </dgm:shape>
          <dgm:presOf axis="desOrSelf" ptType="node"/>
          <dgm:constrLst/>
          <dgm:ruleLst/>
        </dgm:layoutNode>
        <dgm:layoutNode name="circ1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1" axis="ch ch" ptType="node node" st="2 2" cnt="1 1">
        <dgm:layoutNode name="circ2" styleLbl="vennNode1">
          <dgm:alg type="sp"/>
          <dgm:shape xmlns:r="http://schemas.openxmlformats.org/officeDocument/2006/relationships" type="ellipse" r:blip="">
            <dgm:adjLst/>
          </dgm:shape>
          <dgm:presOf axis="desOrSelf" ptType="node"/>
          <dgm:constrLst/>
          <dgm:ruleLst/>
        </dgm:layoutNode>
        <dgm:layoutNode name="circ2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2" axis="ch ch" ptType="node node" st="2 3" cnt="1 1">
        <dgm:layoutNode name="circ3" styleLbl="vennNode1">
          <dgm:alg type="sp"/>
          <dgm:shape xmlns:r="http://schemas.openxmlformats.org/officeDocument/2006/relationships" type="ellipse" r:blip="">
            <dgm:adjLst/>
          </dgm:shape>
          <dgm:presOf axis="desOrSelf" ptType="node"/>
          <dgm:constrLst/>
          <dgm:ruleLst/>
        </dgm:layoutNode>
        <dgm:layoutNode name="circ3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3" axis="ch ch" ptType="node node" st="2 4" cnt="1 1">
        <dgm:layoutNode name="circ4" styleLbl="vennNode1">
          <dgm:alg type="sp"/>
          <dgm:shape xmlns:r="http://schemas.openxmlformats.org/officeDocument/2006/relationships" type="ellipse" r:blip="">
            <dgm:adjLst/>
          </dgm:shape>
          <dgm:presOf axis="desOrSelf" ptType="nod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layoutNode>
    <dgm:layoutNode name="leftComposite">
      <dgm:choose name="Name34">
        <dgm:if name="Name35" axis="ch ch" ptType="node node" st="1 1" cnt="1 0" func="cnt" op="lte" val="1">
          <dgm:alg type="composite">
            <dgm:param type="ar" val="1.3085"/>
          </dgm:alg>
          <dgm:constrLst>
            <dgm:constr type="l" for="ch" forName="childText1_1" refType="w" fact="0.2124"/>
            <dgm:constr type="t" for="ch" forName="childText1_1" refType="h" fact="0"/>
            <dgm:constr type="w" for="ch" forName="childText1_1" refType="w" fact="0.5759"/>
            <dgm:constr type="h" for="ch" forName="childText1_1" refType="h" fact="0.7535"/>
            <dgm:constr type="l" for="ch" forName="ellipse1" refType="w" fact="0"/>
            <dgm:constr type="t" for="ch" forName="ellipse1" refType="h" fact="0.63"/>
            <dgm:constr type="w" for="ch" forName="ellipse1" refType="w" fact="0.2828"/>
            <dgm:constr type="h" for="ch" forName="ellipse1" refType="h" fact="0.37"/>
            <dgm:constr type="l" for="ch" forName="ellipse2" refType="w" fact="0.82"/>
            <dgm:constr type="t" for="ch" forName="ellipse2" refType="h" fact="0.17"/>
            <dgm:constr type="w" for="ch" forName="ellipse2" refType="w" fact="0.1645"/>
            <dgm:constr type="h" for="ch" forName="ellipse2" refType="h" fact="0.2153"/>
          </dgm:constrLst>
        </dgm:if>
        <dgm:if name="Name36" axis="ch ch" ptType="node node" st="1 1" cnt="1 0" func="cnt" op="equ" val="2">
          <dgm:alg type="composite">
            <dgm:param type="ar" val="0.8917"/>
          </dgm:alg>
          <dgm:constrLst>
            <dgm:constr type="l" for="ch" forName="childText1_1" refType="w" fact="0.1864"/>
            <dgm:constr type="t" for="ch" forName="childText1_1" refType="h" fact="0"/>
            <dgm:constr type="w" for="ch" forName="childText1_1" refType="w" fact="0.5055"/>
            <dgm:constr type="h" for="ch" forName="childText1_1" refType="h" fact="0.4507"/>
            <dgm:constr type="l" for="ch" forName="childText1_2" refType="w" fact="0.4945"/>
            <dgm:constr type="t" for="ch" forName="childText1_2" refType="h" fact="0.3929"/>
            <dgm:constr type="w" for="ch" forName="childText1_2" refType="w" fact="0.5055"/>
            <dgm:constr type="h" for="ch" forName="childText1_2" refType="h" fact="0.4507"/>
            <dgm:constr type="l" for="ch" forName="ellipse1" refType="w" fact="0"/>
            <dgm:constr type="t" for="ch" forName="ellipse1" refType="h" fact="0.3768"/>
            <dgm:constr type="w" for="ch" forName="ellipse1" refType="w" fact="0.2482"/>
            <dgm:constr type="h" for="ch" forName="ellipse1" refType="h" fact="0.2213"/>
            <dgm:constr type="l" for="ch" forName="ellipse3" refType="w" fact="0.5474"/>
            <dgm:constr type="t" for="ch" forName="ellipse3" refType="h" fact="0.8712"/>
            <dgm:constr type="w" for="ch" forName="ellipse3" refType="w" fact="0.1444"/>
            <dgm:constr type="h" for="ch" forName="ellipse3" refType="h" fact="0.1288"/>
            <dgm:constr type="l" for="ch" forName="ellipse2" refType="w" fact="0.7333"/>
            <dgm:constr type="t" for="ch" forName="ellipse2" refType="h" fact="0.0887"/>
            <dgm:constr type="w" for="ch" forName="ellipse2" refType="w" fact="0.1444"/>
            <dgm:constr type="h" for="ch" forName="ellipse2" refType="h" fact="0.1288"/>
          </dgm:constrLst>
        </dgm:if>
        <dgm:if name="Name37" axis="ch ch" ptType="node node" st="1 1" cnt="1 0" func="cnt" op="equ" val="3">
          <dgm:alg type="composite">
            <dgm:param type="ar" val="1.0811"/>
          </dgm:alg>
          <dgm:constrLst>
            <dgm:constr type="l" for="ch" forName="childText1_3" refType="w" fact="0.1649"/>
            <dgm:constr type="t" for="ch" forName="childText1_3" refType="h" fact="0.5389"/>
            <dgm:constr type="w" for="ch" forName="childText1_3" refType="w" fact="0.4265"/>
            <dgm:constr type="h" for="ch" forName="childText1_3" refType="h" fact="0.4611"/>
            <dgm:constr type="l" for="ch" forName="childText1_1" refType="w" fact="0.1573"/>
            <dgm:constr type="t" for="ch" forName="childText1_1" refType="h" fact="0"/>
            <dgm:constr type="w" for="ch" forName="childText1_1" refType="w" fact="0.4265"/>
            <dgm:constr type="h" for="ch" forName="childText1_1" refType="h" fact="0.4611"/>
            <dgm:constr type="l" for="ch" forName="childText1_2" refType="w" fact="0.5735"/>
            <dgm:constr type="t" for="ch" forName="childText1_2" refType="h" fact="0.2754"/>
            <dgm:constr type="w" for="ch" forName="childText1_2" refType="w" fact="0.4265"/>
            <dgm:constr type="h" for="ch" forName="childText1_2" refType="h" fact="0.4611"/>
            <dgm:constr type="l" for="ch" forName="ellipse1" refType="w" fact="0"/>
            <dgm:constr type="t" for="ch" forName="ellipse1" refType="h" fact="0.3855"/>
            <dgm:constr type="w" for="ch" forName="ellipse1" refType="w" fact="0.2095"/>
            <dgm:constr type="h" for="ch" forName="ellipse1" refType="h" fact="0.2264"/>
            <dgm:constr type="l" for="ch" forName="ellipse3" refType="w" fact="0.6181"/>
            <dgm:constr type="t" for="ch" forName="ellipse3" refType="h" fact="0.7647"/>
            <dgm:constr type="w" for="ch" forName="ellipse3" refType="w" fact="0.1219"/>
            <dgm:constr type="h" for="ch" forName="ellipse3" refType="h" fact="0.1317"/>
            <dgm:constr type="l" for="ch" forName="ellipse2" refType="w" fact="0.6188"/>
            <dgm:constr type="t" for="ch" forName="ellipse2" refType="h" fact="0.0907"/>
            <dgm:constr type="w" for="ch" forName="ellipse2" refType="w" fact="0.1219"/>
            <dgm:constr type="h" for="ch" forName="ellipse2" refType="h" fact="0.1317"/>
          </dgm:constrLst>
        </dgm:if>
        <dgm:else name="Name38">
          <dgm:alg type="composite">
            <dgm:param type="ar" val="0.9472"/>
          </dgm:alg>
          <dgm:constrLst>
            <dgm:constr type="l" for="ch" forName="childText1_3" refType="w" fact="0"/>
            <dgm:constr type="t" for="ch" forName="childText1_3" refType="h" fact="0.6035"/>
            <dgm:constr type="w" for="ch" forName="childText1_3" refType="w" fact="0.4186"/>
            <dgm:constr type="h" for="ch" forName="childText1_3" refType="h" fact="0.3965"/>
            <dgm:constr type="l" for="ch" forName="childText1_1" refType="w" fact="0.0981"/>
            <dgm:constr type="t" for="ch" forName="childText1_1" refType="h" fact="0"/>
            <dgm:constr type="w" for="ch" forName="childText1_1" refType="w" fact="0.4186"/>
            <dgm:constr type="h" for="ch" forName="childText1_1" refType="h" fact="0.3965"/>
            <dgm:constr type="l" for="ch" forName="childText1_2" refType="w" fact="0.5385"/>
            <dgm:constr type="t" for="ch" forName="childText1_2" refType="h" fact="0.1304"/>
            <dgm:constr type="w" for="ch" forName="childText1_2" refType="w" fact="0.4186"/>
            <dgm:constr type="h" for="ch" forName="childText1_2" refType="h" fact="0.3965"/>
            <dgm:constr type="l" for="ch" forName="ellipse4" refType="w" fact="0.3222"/>
            <dgm:constr type="t" for="ch" forName="ellipse4" refType="h" fact="0.4232"/>
            <dgm:constr type="w" for="ch" forName="ellipse4" refType="w" fact="0.2056"/>
            <dgm:constr type="h" for="ch" forName="ellipse4" refType="h" fact="0.1947"/>
            <dgm:constr type="l" for="ch" forName="ellipse1" refType="w" fact="0.1489"/>
            <dgm:constr type="t" for="ch" forName="ellipse1" refType="h" fact="0.4502"/>
            <dgm:constr type="w" for="ch" forName="ellipse1" refType="w" fact="0.1196"/>
            <dgm:constr type="h" for="ch" forName="ellipse1" refType="h" fact="0.1133"/>
            <dgm:constr type="l" for="ch" forName="ellipse2" refType="w" fact="0.5384"/>
            <dgm:constr type="t" for="ch" forName="ellipse2" refType="h" fact="0.0124"/>
            <dgm:constr type="w" for="ch" forName="ellipse2" refType="w" fact="0.1196"/>
            <dgm:constr type="h" for="ch" forName="ellipse2" refType="h" fact="0.1133"/>
            <dgm:constr type="l" for="ch" forName="childText1_4" refType="w" fact="0.4625"/>
            <dgm:constr type="t" for="ch" forName="childText1_4" refType="h" fact="0.5719"/>
            <dgm:constr type="w" for="ch" forName="childText1_4" refType="w" fact="0.4186"/>
            <dgm:constr type="h" for="ch" forName="childText1_4" refType="h" fact="0.3965"/>
            <dgm:constr type="l" for="ch" forName="ellipse3" refType="w" fact="0.8804"/>
            <dgm:constr type="t" for="ch" forName="ellipse3" refType="h" fact="0.5329"/>
            <dgm:constr type="w" for="ch" forName="ellipse3" refType="w" fact="0.1196"/>
            <dgm:constr type="h" for="ch" forName="ellipse3" refType="h" fact="0.1133"/>
            <dgm:constr type="l" for="ch" forName="ellipse5" refType="w" fact="0.0146"/>
            <dgm:constr type="t" for="ch" forName="ellipse5" refType="h" fact="0.5228"/>
            <dgm:constr type="w" for="ch" forName="ellipse5" refType="w" fact="0.0899"/>
            <dgm:constr type="h" for="ch" forName="ellipse5" refType="h" fact="0.0851"/>
          </dgm:constrLst>
        </dgm:else>
      </dgm:choose>
      <dgm:forEach name="Name39" axis="ch ch" ptType="node node" st="1 1" cnt="1 1">
        <dgm:layoutNode name="childText1_1"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1" styleLbl="vennNode1">
          <dgm:alg type="sp"/>
          <dgm:shape xmlns:r="http://schemas.openxmlformats.org/officeDocument/2006/relationships" type="ellipse" r:blip="">
            <dgm:adjLst/>
          </dgm:shape>
          <dgm:presOf/>
        </dgm:layoutNode>
        <dgm:layoutNode name="ellipse2" styleLbl="vennNode1">
          <dgm:alg type="sp"/>
          <dgm:shape xmlns:r="http://schemas.openxmlformats.org/officeDocument/2006/relationships" type="ellipse" r:blip="">
            <dgm:adjLst/>
          </dgm:shape>
          <dgm:presOf/>
        </dgm:layoutNode>
      </dgm:forEach>
      <dgm:forEach name="Name40" axis="ch ch" ptType="node node" st="1 2" cnt="1 1">
        <dgm:layoutNode name="childText1_2"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3" styleLbl="vennNode1">
          <dgm:alg type="sp"/>
          <dgm:shape xmlns:r="http://schemas.openxmlformats.org/officeDocument/2006/relationships" type="ellipse" r:blip="">
            <dgm:adjLst/>
          </dgm:shape>
          <dgm:presOf/>
        </dgm:layoutNode>
      </dgm:forEach>
      <dgm:forEach name="Name41" axis="ch ch" ptType="node node" st="1 3" cnt="1 1">
        <dgm:layoutNode name="childText1_3"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forEach name="Name42" axis="ch ch" ptType="node node" st="1 4" cnt="1 1">
        <dgm:layoutNode name="childText1_4"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4" styleLbl="vennNode1">
          <dgm:alg type="sp"/>
          <dgm:shape xmlns:r="http://schemas.openxmlformats.org/officeDocument/2006/relationships" type="ellipse" r:blip="">
            <dgm:adjLst/>
          </dgm:shape>
          <dgm:presOf/>
        </dgm:layoutNode>
        <dgm:layoutNode name="ellipse5" styleLbl="vennNode1">
          <dgm:alg type="sp"/>
          <dgm:shape xmlns:r="http://schemas.openxmlformats.org/officeDocument/2006/relationships" type="ellipse" r:blip="">
            <dgm:adjLst/>
          </dgm:shape>
          <dgm:presOf/>
        </dgm:layoutNode>
      </dgm:forEach>
    </dgm:layoutNode>
    <dgm:choose name="Name43">
      <dgm:if name="Name44" axis="ch ch" ptType="node node" st="3 1" cnt="1 0" func="cnt" op="gte" val="1">
        <dgm:layoutNode name="rightChild">
          <dgm:varLst>
            <dgm:chMax val="0"/>
            <dgm:chPref val="0"/>
          </dgm:varLst>
          <dgm:alg type="tx"/>
          <dgm:shape xmlns:r="http://schemas.openxmlformats.org/officeDocument/2006/relationships" type="ellipse" r:blip="">
            <dgm:adjLst/>
          </dgm:shape>
          <dgm:presOf axis="ch des"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5"/>
    </dgm:choose>
    <dgm:layoutNode name="parentText1" styleLbl="revTx">
      <dgm:varLst>
        <dgm:chMax val="4"/>
        <dgm:chPref val="3"/>
        <dgm:bulletEnabled val="1"/>
      </dgm:varLst>
      <dgm:alg type="tx"/>
      <dgm:shape xmlns:r="http://schemas.openxmlformats.org/officeDocument/2006/relationships" type="rect" r:blip="">
        <dgm:adjLst/>
      </dgm:shap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4710"/>
          </a:xfrm>
          <a:prstGeom prst="rect">
            <a:avLst/>
          </a:prstGeom>
        </p:spPr>
        <p:txBody>
          <a:bodyPr vert="horz" lIns="91440" tIns="45720" rIns="91440" bIns="45720" rtlCol="0"/>
          <a:lstStyle>
            <a:lvl1pPr algn="l" rtl="0">
              <a:defRPr sz="1200"/>
            </a:lvl1pPr>
          </a:lstStyle>
          <a:p>
            <a:endParaRPr lang="en-US"/>
          </a:p>
        </p:txBody>
      </p:sp>
      <p:sp>
        <p:nvSpPr>
          <p:cNvPr id="3" name="Marcador de fecha 2"/>
          <p:cNvSpPr>
            <a:spLocks noGrp="1"/>
          </p:cNvSpPr>
          <p:nvPr>
            <p:ph type="dt" idx="1"/>
          </p:nvPr>
        </p:nvSpPr>
        <p:spPr>
          <a:xfrm>
            <a:off x="3850443" y="0"/>
            <a:ext cx="2945659" cy="494710"/>
          </a:xfrm>
          <a:prstGeom prst="rect">
            <a:avLst/>
          </a:prstGeom>
        </p:spPr>
        <p:txBody>
          <a:bodyPr vert="horz" lIns="91440" tIns="45720" rIns="91440" bIns="45720" rtlCol="0"/>
          <a:lstStyle>
            <a:lvl1pPr algn="r" rtl="0">
              <a:defRPr sz="1200"/>
            </a:lvl1pPr>
          </a:lstStyle>
          <a:p>
            <a:fld id="{00D52AEF-820C-47F8-88FF-AC482D41B83D}" type="datetimeFigureOut">
              <a:rPr lang="en-US" smtClean="0"/>
              <a:pPr/>
              <a:t>9/30/2025</a:t>
            </a:fld>
            <a:endParaRPr lang="en-US"/>
          </a:p>
        </p:txBody>
      </p:sp>
      <p:sp>
        <p:nvSpPr>
          <p:cNvPr id="4" name="Marcador de imagen de diapositiva 3"/>
          <p:cNvSpPr>
            <a:spLocks noGrp="1" noRot="1" noChangeAspect="1"/>
          </p:cNvSpPr>
          <p:nvPr>
            <p:ph type="sldImg" idx="2"/>
          </p:nvPr>
        </p:nvSpPr>
        <p:spPr>
          <a:xfrm>
            <a:off x="439738" y="1231900"/>
            <a:ext cx="5918200" cy="3328988"/>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45107"/>
            <a:ext cx="5438140" cy="3882360"/>
          </a:xfrm>
          <a:prstGeom prst="rect">
            <a:avLst/>
          </a:prstGeom>
        </p:spPr>
        <p:txBody>
          <a:bodyPr vert="horz" lIns="91440" tIns="45720" rIns="91440" bIns="45720" rtlCol="0"/>
          <a:lstStyle/>
          <a:p>
            <a:pPr lvl="0"/>
            <a:r>
              <a:rPr lang="en-US"/>
              <a:t>Editar los estilos de texto del patrón</a:t>
            </a:r>
          </a:p>
          <a:p>
            <a:pPr lvl="1"/>
            <a:r>
              <a:rPr lang="en-US"/>
              <a:t>Segundo nivel</a:t>
            </a:r>
          </a:p>
          <a:p>
            <a:pPr lvl="2"/>
            <a:r>
              <a:rPr lang="en-US"/>
              <a:t>Tercer nivel</a:t>
            </a:r>
          </a:p>
          <a:p>
            <a:pPr lvl="3"/>
            <a:r>
              <a:rPr lang="en-US"/>
              <a:t>Cuarto nivel</a:t>
            </a:r>
          </a:p>
          <a:p>
            <a:pPr lvl="4"/>
            <a:r>
              <a:rPr lang="en-US"/>
              <a:t>Quinto nivel</a:t>
            </a:r>
          </a:p>
        </p:txBody>
      </p:sp>
      <p:sp>
        <p:nvSpPr>
          <p:cNvPr id="6" name="Marcador de pie de página 5"/>
          <p:cNvSpPr>
            <a:spLocks noGrp="1"/>
          </p:cNvSpPr>
          <p:nvPr>
            <p:ph type="ftr" sz="quarter" idx="4"/>
          </p:nvPr>
        </p:nvSpPr>
        <p:spPr>
          <a:xfrm>
            <a:off x="0" y="9365254"/>
            <a:ext cx="2945659" cy="494709"/>
          </a:xfrm>
          <a:prstGeom prst="rect">
            <a:avLst/>
          </a:prstGeom>
        </p:spPr>
        <p:txBody>
          <a:bodyPr vert="horz" lIns="91440" tIns="45720" rIns="91440" bIns="45720" rtlCol="0" anchor="b"/>
          <a:lstStyle>
            <a:lvl1pPr algn="l" rtl="0">
              <a:defRPr sz="1200"/>
            </a:lvl1pPr>
          </a:lstStyle>
          <a:p>
            <a:endParaRPr lang="en-US"/>
          </a:p>
        </p:txBody>
      </p:sp>
      <p:sp>
        <p:nvSpPr>
          <p:cNvPr id="7" name="Marcador de número de diapositiva 6"/>
          <p:cNvSpPr>
            <a:spLocks noGrp="1"/>
          </p:cNvSpPr>
          <p:nvPr>
            <p:ph type="sldNum" sz="quarter" idx="5"/>
          </p:nvPr>
        </p:nvSpPr>
        <p:spPr>
          <a:xfrm>
            <a:off x="3850443" y="9365254"/>
            <a:ext cx="2945659" cy="494709"/>
          </a:xfrm>
          <a:prstGeom prst="rect">
            <a:avLst/>
          </a:prstGeom>
        </p:spPr>
        <p:txBody>
          <a:bodyPr vert="horz" lIns="91440" tIns="45720" rIns="91440" bIns="45720" rtlCol="0" anchor="b"/>
          <a:lstStyle>
            <a:lvl1pPr algn="r" rtl="0">
              <a:defRPr sz="1200"/>
            </a:lvl1pPr>
          </a:lstStyle>
          <a:p>
            <a:fld id="{8D50380B-E120-4098-ACE4-02CF6992DFB3}" type="slidenum">
              <a:rPr lang="en-US" smtClean="0"/>
              <a:pPr/>
              <a:t>‹Nº›</a:t>
            </a:fld>
            <a:endParaRPr lang="en-US"/>
          </a:p>
        </p:txBody>
      </p:sp>
    </p:spTree>
    <p:extLst>
      <p:ext uri="{BB962C8B-B14F-4D97-AF65-F5344CB8AC3E}">
        <p14:creationId xmlns:p14="http://schemas.microsoft.com/office/powerpoint/2010/main" val="342061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50380B-E120-4098-ACE4-02CF6992DFB3}" type="slidenum">
              <a:rPr lang="en-US" smtClean="0"/>
              <a:pPr/>
              <a:t>1</a:t>
            </a:fld>
            <a:endParaRPr lang="en-US"/>
          </a:p>
        </p:txBody>
      </p:sp>
    </p:spTree>
    <p:extLst>
      <p:ext uri="{BB962C8B-B14F-4D97-AF65-F5344CB8AC3E}">
        <p14:creationId xmlns:p14="http://schemas.microsoft.com/office/powerpoint/2010/main" val="2062179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50380B-E120-4098-ACE4-02CF6992DFB3}" type="slidenum">
              <a:rPr lang="en-US" smtClean="0"/>
              <a:pPr/>
              <a:t>2</a:t>
            </a:fld>
            <a:endParaRPr lang="en-US"/>
          </a:p>
        </p:txBody>
      </p:sp>
    </p:spTree>
    <p:extLst>
      <p:ext uri="{BB962C8B-B14F-4D97-AF65-F5344CB8AC3E}">
        <p14:creationId xmlns:p14="http://schemas.microsoft.com/office/powerpoint/2010/main" val="2513910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C19C-580F-65DC-4EC5-295BADE84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6060D-14EC-23E2-C438-9BD963B5F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64A49-2268-FF95-CDFB-D11D46D9B4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32D571-778F-9B12-1CCE-618CF04F4177}"/>
              </a:ext>
            </a:extLst>
          </p:cNvPr>
          <p:cNvSpPr>
            <a:spLocks noGrp="1"/>
          </p:cNvSpPr>
          <p:nvPr>
            <p:ph type="sldNum" sz="quarter" idx="5"/>
          </p:nvPr>
        </p:nvSpPr>
        <p:spPr/>
        <p:txBody>
          <a:bodyPr/>
          <a:lstStyle/>
          <a:p>
            <a:fld id="{8D50380B-E120-4098-ACE4-02CF6992DFB3}" type="slidenum">
              <a:rPr lang="en-US" smtClean="0"/>
              <a:pPr/>
              <a:t>11</a:t>
            </a:fld>
            <a:endParaRPr lang="en-US"/>
          </a:p>
        </p:txBody>
      </p:sp>
    </p:spTree>
    <p:extLst>
      <p:ext uri="{BB962C8B-B14F-4D97-AF65-F5344CB8AC3E}">
        <p14:creationId xmlns:p14="http://schemas.microsoft.com/office/powerpoint/2010/main" val="2366276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0F0E-80FE-28C6-1854-1C62A4E1D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FEF31-C6A9-72A5-D9D9-1CC7854E7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AA0BE-EB8D-C309-B2B5-B7584FDA8A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F3B91C-64F9-3FA5-3ED6-56590F4C17DE}"/>
              </a:ext>
            </a:extLst>
          </p:cNvPr>
          <p:cNvSpPr>
            <a:spLocks noGrp="1"/>
          </p:cNvSpPr>
          <p:nvPr>
            <p:ph type="sldNum" sz="quarter" idx="5"/>
          </p:nvPr>
        </p:nvSpPr>
        <p:spPr/>
        <p:txBody>
          <a:bodyPr/>
          <a:lstStyle/>
          <a:p>
            <a:fld id="{8D50380B-E120-4098-ACE4-02CF6992DFB3}" type="slidenum">
              <a:rPr lang="en-US" smtClean="0"/>
              <a:pPr/>
              <a:t>15</a:t>
            </a:fld>
            <a:endParaRPr lang="en-US"/>
          </a:p>
        </p:txBody>
      </p:sp>
    </p:spTree>
    <p:extLst>
      <p:ext uri="{BB962C8B-B14F-4D97-AF65-F5344CB8AC3E}">
        <p14:creationId xmlns:p14="http://schemas.microsoft.com/office/powerpoint/2010/main" val="1173946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ADB7-8523-8847-97AB-0337A2A12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0F99A-E36F-85F2-209D-AF4B0ABFC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66CFF-B8CB-8B5A-C4DD-0BA8001272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357062-ABE1-21D9-ACAF-79F8C6494998}"/>
              </a:ext>
            </a:extLst>
          </p:cNvPr>
          <p:cNvSpPr>
            <a:spLocks noGrp="1"/>
          </p:cNvSpPr>
          <p:nvPr>
            <p:ph type="sldNum" sz="quarter" idx="5"/>
          </p:nvPr>
        </p:nvSpPr>
        <p:spPr/>
        <p:txBody>
          <a:bodyPr/>
          <a:lstStyle/>
          <a:p>
            <a:fld id="{8D50380B-E120-4098-ACE4-02CF6992DFB3}" type="slidenum">
              <a:rPr lang="en-US" smtClean="0"/>
              <a:pPr/>
              <a:t>19</a:t>
            </a:fld>
            <a:endParaRPr lang="en-US"/>
          </a:p>
        </p:txBody>
      </p:sp>
    </p:spTree>
    <p:extLst>
      <p:ext uri="{BB962C8B-B14F-4D97-AF65-F5344CB8AC3E}">
        <p14:creationId xmlns:p14="http://schemas.microsoft.com/office/powerpoint/2010/main" val="400102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9B57-4F68-6562-0A44-CB057609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2CFB8-A953-6269-F0CF-0277889FC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918BDC-4F08-52E9-0538-E4CB79B3FB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5822A6-FBA1-A8EE-15D6-4B5248CDA505}"/>
              </a:ext>
            </a:extLst>
          </p:cNvPr>
          <p:cNvSpPr>
            <a:spLocks noGrp="1"/>
          </p:cNvSpPr>
          <p:nvPr>
            <p:ph type="sldNum" sz="quarter" idx="5"/>
          </p:nvPr>
        </p:nvSpPr>
        <p:spPr/>
        <p:txBody>
          <a:bodyPr/>
          <a:lstStyle/>
          <a:p>
            <a:fld id="{8D50380B-E120-4098-ACE4-02CF6992DFB3}" type="slidenum">
              <a:rPr lang="en-US" smtClean="0"/>
              <a:pPr/>
              <a:t>23</a:t>
            </a:fld>
            <a:endParaRPr lang="en-US"/>
          </a:p>
        </p:txBody>
      </p:sp>
    </p:spTree>
    <p:extLst>
      <p:ext uri="{BB962C8B-B14F-4D97-AF65-F5344CB8AC3E}">
        <p14:creationId xmlns:p14="http://schemas.microsoft.com/office/powerpoint/2010/main" val="1193587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50026-BD4B-BF79-344B-FD3F49645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447F9-EB64-E6A6-99FA-F1569DE8C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343DB-B432-4364-2C27-4C105EDC9F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7C40DE-FF9D-72D4-0C3C-A1297CA83BEE}"/>
              </a:ext>
            </a:extLst>
          </p:cNvPr>
          <p:cNvSpPr>
            <a:spLocks noGrp="1"/>
          </p:cNvSpPr>
          <p:nvPr>
            <p:ph type="sldNum" sz="quarter" idx="5"/>
          </p:nvPr>
        </p:nvSpPr>
        <p:spPr/>
        <p:txBody>
          <a:bodyPr/>
          <a:lstStyle/>
          <a:p>
            <a:fld id="{8D50380B-E120-4098-ACE4-02CF6992DFB3}" type="slidenum">
              <a:rPr lang="en-US" smtClean="0"/>
              <a:pPr/>
              <a:t>26</a:t>
            </a:fld>
            <a:endParaRPr lang="en-US"/>
          </a:p>
        </p:txBody>
      </p:sp>
    </p:spTree>
    <p:extLst>
      <p:ext uri="{BB962C8B-B14F-4D97-AF65-F5344CB8AC3E}">
        <p14:creationId xmlns:p14="http://schemas.microsoft.com/office/powerpoint/2010/main" val="373225820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emf"/><Relationship Id="rId10" Type="http://schemas.openxmlformats.org/officeDocument/2006/relationships/image" Target="../media/image10.png"/><Relationship Id="rId4" Type="http://schemas.openxmlformats.org/officeDocument/2006/relationships/oleObject" Target="../embeddings/oleObject2.bin"/><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5" name="Imagen 4" descr="Un cuarto con una ventana grande">
            <a:extLst>
              <a:ext uri="{FF2B5EF4-FFF2-40B4-BE49-F238E27FC236}">
                <a16:creationId xmlns:a16="http://schemas.microsoft.com/office/drawing/2014/main" id="{8019EB4D-DCC7-9DCB-06C8-F8E7591F47B0}"/>
              </a:ext>
            </a:extLst>
          </p:cNvPr>
          <p:cNvPicPr>
            <a:picLocks noChangeAspect="1"/>
          </p:cNvPicPr>
          <p:nvPr userDrawn="1"/>
        </p:nvPicPr>
        <p:blipFill>
          <a:blip r:embed="rId3"/>
          <a:srcRect l="105" t="1349" r="2337" b="2618"/>
          <a:stretch/>
        </p:blipFill>
        <p:spPr>
          <a:xfrm>
            <a:off x="0" y="-26846"/>
            <a:ext cx="12192000" cy="6858000"/>
          </a:xfrm>
          <a:prstGeom prst="rect">
            <a:avLst/>
          </a:prstGeom>
        </p:spPr>
      </p:pic>
      <p:graphicFrame>
        <p:nvGraphicFramePr>
          <p:cNvPr id="2" name="think-cell data - do not delete" hidden="1">
            <a:extLst>
              <a:ext uri="{FF2B5EF4-FFF2-40B4-BE49-F238E27FC236}">
                <a16:creationId xmlns:a16="http://schemas.microsoft.com/office/drawing/2014/main" id="{B74BB49E-CE83-29B3-35B4-F8E50B8D4F58}"/>
              </a:ext>
            </a:extLst>
          </p:cNvPr>
          <p:cNvGraphicFramePr>
            <a:graphicFrameLocks noChangeAspect="1"/>
          </p:cNvGraphicFramePr>
          <p:nvPr userDrawn="1">
            <p:custDataLst>
              <p:tags r:id="rId1"/>
            </p:custDataLst>
            <p:extLst>
              <p:ext uri="{D42A27DB-BD31-4B8C-83A1-F6EECF244321}">
                <p14:modId xmlns:p14="http://schemas.microsoft.com/office/powerpoint/2010/main" val="2173422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2" name="think-cell data - do not delete" hidden="1">
                        <a:extLst>
                          <a:ext uri="{FF2B5EF4-FFF2-40B4-BE49-F238E27FC236}">
                            <a16:creationId xmlns:a16="http://schemas.microsoft.com/office/drawing/2014/main" id="{B74BB49E-CE83-29B3-35B4-F8E50B8D4F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CuadroTexto 15">
            <a:extLst>
              <a:ext uri="{FF2B5EF4-FFF2-40B4-BE49-F238E27FC236}">
                <a16:creationId xmlns:a16="http://schemas.microsoft.com/office/drawing/2014/main" id="{D2D32E26-ABB2-97A0-FDA8-C7E66207A19C}"/>
              </a:ext>
            </a:extLst>
          </p:cNvPr>
          <p:cNvSpPr txBox="1"/>
          <p:nvPr userDrawn="1"/>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a:solidFill>
                  <a:schemeClr val="bg1"/>
                </a:solidFill>
              </a:rPr>
              <a:t>*Santander Asset Management es una marca licenciada a SAM Asset Management, S.A. de C.V., Sociedad Operadora de Fondos de Inversión, entidad financiera mexicana subsidiaria mayoritariamente de la empresa extranjera Santander Asset Management UK Holdings </a:t>
            </a:r>
            <a:r>
              <a:rPr lang="es-ES" sz="850" b="0" i="0" u="none" strike="noStrike" baseline="0" err="1">
                <a:solidFill>
                  <a:schemeClr val="bg1"/>
                </a:solidFill>
              </a:rPr>
              <a:t>Limited</a:t>
            </a:r>
            <a:r>
              <a:rPr lang="es-ES" sz="850" b="0" i="0" u="none" strike="noStrike" baseline="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a:solidFill>
                  <a:schemeClr val="bg1"/>
                </a:solidFill>
                <a:latin typeface="Santander Text" panose="020B0504020201020104" pitchFamily="34" charset="0"/>
              </a:rPr>
              <a:t>Es importante destacar que SAM Asset Management, S.A. de C.V., Sociedad Operadora de Fondos de Inversión, NO es integrante de Grupo Financiero Santander México, S.A. de C.V., </a:t>
            </a:r>
            <a:r>
              <a:rPr lang="es-ES" sz="850" b="0" i="0" u="none" strike="noStrike" baseline="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a:solidFill>
                <a:schemeClr val="bg1"/>
              </a:solidFill>
            </a:endParaRPr>
          </a:p>
        </p:txBody>
      </p:sp>
      <p:pic>
        <p:nvPicPr>
          <p:cNvPr id="17" name="Gráfico 16">
            <a:extLst>
              <a:ext uri="{FF2B5EF4-FFF2-40B4-BE49-F238E27FC236}">
                <a16:creationId xmlns:a16="http://schemas.microsoft.com/office/drawing/2014/main" id="{9EB4F473-4011-7A9E-4D8D-0A9C134164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44732" y="247351"/>
            <a:ext cx="4133113" cy="874800"/>
          </a:xfrm>
          <a:prstGeom prst="rect">
            <a:avLst/>
          </a:prstGeom>
        </p:spPr>
      </p:pic>
      <p:sp>
        <p:nvSpPr>
          <p:cNvPr id="3" name="Rectángulo 2">
            <a:extLst>
              <a:ext uri="{FF2B5EF4-FFF2-40B4-BE49-F238E27FC236}">
                <a16:creationId xmlns:a16="http://schemas.microsoft.com/office/drawing/2014/main" id="{63E47CF1-C3C6-55A7-7515-044D0A7E4F75}"/>
              </a:ext>
            </a:extLst>
          </p:cNvPr>
          <p:cNvSpPr/>
          <p:nvPr userDrawn="1"/>
        </p:nvSpPr>
        <p:spPr>
          <a:xfrm rot="5400000">
            <a:off x="-469902" y="469901"/>
            <a:ext cx="6858001" cy="591820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19" name="Gráfico 18">
            <a:extLst>
              <a:ext uri="{FF2B5EF4-FFF2-40B4-BE49-F238E27FC236}">
                <a16:creationId xmlns:a16="http://schemas.microsoft.com/office/drawing/2014/main" id="{C5C52179-6754-E542-BB5D-54E2150E380B}"/>
              </a:ext>
            </a:extLst>
          </p:cNvPr>
          <p:cNvPicPr>
            <a:picLocks noChangeAspect="1"/>
          </p:cNvPicPr>
          <p:nvPr userDrawn="1"/>
        </p:nvPicPr>
        <p:blipFill>
          <a:blip r:embed="rId8">
            <a:extLst>
              <a:ext uri="{96DAC541-7B7A-43D3-8B79-37D633B846F1}">
                <asvg:svgBlip xmlns:asvg="http://schemas.microsoft.com/office/drawing/2016/SVG/main" r:embed="rId9"/>
              </a:ext>
            </a:extLst>
          </a:blip>
          <a:srcRect l="8597" b="53789"/>
          <a:stretch/>
        </p:blipFill>
        <p:spPr>
          <a:xfrm rot="10800000">
            <a:off x="171778" y="-396"/>
            <a:ext cx="12020222" cy="3995990"/>
          </a:xfrm>
          <a:prstGeom prst="rect">
            <a:avLst/>
          </a:prstGeom>
        </p:spPr>
      </p:pic>
      <p:pic>
        <p:nvPicPr>
          <p:cNvPr id="18" name="Imagen 17">
            <a:extLst>
              <a:ext uri="{FF2B5EF4-FFF2-40B4-BE49-F238E27FC236}">
                <a16:creationId xmlns:a16="http://schemas.microsoft.com/office/drawing/2014/main" id="{2F30EAE9-BD79-FBBE-525A-9500D1F326A6}"/>
              </a:ext>
            </a:extLst>
          </p:cNvPr>
          <p:cNvPicPr>
            <a:picLocks noChangeAspect="1"/>
          </p:cNvPicPr>
          <p:nvPr userDrawn="1"/>
        </p:nvPicPr>
        <p:blipFill>
          <a:blip r:embed="rId10">
            <a:alphaModFix amt="20000"/>
          </a:blip>
          <a:srcRect l="1194" b="37251"/>
          <a:stretch/>
        </p:blipFill>
        <p:spPr>
          <a:xfrm>
            <a:off x="-13066" y="4111611"/>
            <a:ext cx="12046527" cy="2926285"/>
          </a:xfrm>
          <a:prstGeom prst="rect">
            <a:avLst/>
          </a:prstGeom>
        </p:spPr>
      </p:pic>
    </p:spTree>
    <p:extLst>
      <p:ext uri="{BB962C8B-B14F-4D97-AF65-F5344CB8AC3E}">
        <p14:creationId xmlns:p14="http://schemas.microsoft.com/office/powerpoint/2010/main" val="701377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illa">
    <p:spTree>
      <p:nvGrpSpPr>
        <p:cNvPr id="1" name=""/>
        <p:cNvGrpSpPr/>
        <p:nvPr/>
      </p:nvGrpSpPr>
      <p:grpSpPr>
        <a:xfrm>
          <a:off x="0" y="0"/>
          <a:ext cx="0" cy="0"/>
          <a:chOff x="0" y="0"/>
          <a:chExt cx="0" cy="0"/>
        </a:xfrm>
      </p:grpSpPr>
      <p:pic>
        <p:nvPicPr>
          <p:cNvPr id="7" name="Imagen 6" descr="Una pantalla de una ventana">
            <a:extLst>
              <a:ext uri="{FF2B5EF4-FFF2-40B4-BE49-F238E27FC236}">
                <a16:creationId xmlns:a16="http://schemas.microsoft.com/office/drawing/2014/main" id="{9DC40604-A5EE-15C4-5404-6C0C48D4A19F}"/>
              </a:ext>
            </a:extLst>
          </p:cNvPr>
          <p:cNvPicPr>
            <a:picLocks noChangeAspect="1"/>
          </p:cNvPicPr>
          <p:nvPr userDrawn="1"/>
        </p:nvPicPr>
        <p:blipFill>
          <a:blip r:embed="rId3"/>
          <a:srcRect b="11894"/>
          <a:stretch/>
        </p:blipFill>
        <p:spPr>
          <a:xfrm>
            <a:off x="-6533" y="1025566"/>
            <a:ext cx="11584709" cy="5832434"/>
          </a:xfrm>
          <a:prstGeom prst="rect">
            <a:avLst/>
          </a:prstGeom>
        </p:spPr>
      </p:pic>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userDrawn="1">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userDrawn="1"/>
        </p:nvSpPr>
        <p:spPr>
          <a:xfrm rot="5400000">
            <a:off x="1250969" y="-225405"/>
            <a:ext cx="5832434" cy="8334379"/>
          </a:xfrm>
          <a:prstGeom prst="rect">
            <a:avLst/>
          </a:prstGeom>
          <a:gradFill flip="none" rotWithShape="1">
            <a:gsLst>
              <a:gs pos="0">
                <a:schemeClr val="accent1">
                  <a:alpha val="0"/>
                </a:schemeClr>
              </a:gs>
              <a:gs pos="100000">
                <a:schemeClr val="accent1">
                  <a:alpha val="43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8" name="Gráfico 7">
            <a:extLst>
              <a:ext uri="{FF2B5EF4-FFF2-40B4-BE49-F238E27FC236}">
                <a16:creationId xmlns:a16="http://schemas.microsoft.com/office/drawing/2014/main" id="{24B3E037-F755-4890-5C51-7BA517348517}"/>
              </a:ext>
            </a:extLst>
          </p:cNvPr>
          <p:cNvPicPr/>
          <p:nvPr userDrawn="1"/>
        </p:nvPicPr>
        <p:blipFill>
          <a:blip r:embed="rId6">
            <a:extLst>
              <a:ext uri="{96DAC541-7B7A-43D3-8B79-37D633B846F1}">
                <asvg:svgBlip xmlns:asvg="http://schemas.microsoft.com/office/drawing/2016/SVG/main" r:embed="rId7"/>
              </a:ext>
            </a:extLst>
          </a:blip>
          <a:stretch>
            <a:fillRect/>
          </a:stretch>
        </p:blipFill>
        <p:spPr>
          <a:xfrm>
            <a:off x="-366197" y="2396828"/>
            <a:ext cx="7305167" cy="5676213"/>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843059358"/>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Portadilla_0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E781A73-A03B-5633-27EB-791F6E6F1494}"/>
              </a:ext>
            </a:extLst>
          </p:cNvPr>
          <p:cNvSpPr/>
          <p:nvPr userDrawn="1"/>
        </p:nvSpPr>
        <p:spPr>
          <a:xfrm>
            <a:off x="-4" y="1025566"/>
            <a:ext cx="11576050" cy="5832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userDrawn="1">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userDrawn="1"/>
        </p:nvSpPr>
        <p:spPr>
          <a:xfrm rot="5400000">
            <a:off x="2270145" y="-1244581"/>
            <a:ext cx="5832434" cy="1037273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8" name="Gráfico 7">
            <a:extLst>
              <a:ext uri="{FF2B5EF4-FFF2-40B4-BE49-F238E27FC236}">
                <a16:creationId xmlns:a16="http://schemas.microsoft.com/office/drawing/2014/main" id="{24B3E037-F755-4890-5C51-7BA517348517}"/>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flipH="1">
            <a:off x="2187167" y="1196160"/>
            <a:ext cx="9862050" cy="7662945"/>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859916879"/>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ice 6 títulos">
    <p:spTree>
      <p:nvGrpSpPr>
        <p:cNvPr id="1" name=""/>
        <p:cNvGrpSpPr/>
        <p:nvPr/>
      </p:nvGrpSpPr>
      <p:grpSpPr>
        <a:xfrm>
          <a:off x="0" y="0"/>
          <a:ext cx="0" cy="0"/>
          <a:chOff x="0" y="0"/>
          <a:chExt cx="0" cy="0"/>
        </a:xfrm>
      </p:grpSpPr>
      <p:pic>
        <p:nvPicPr>
          <p:cNvPr id="4" name="Imagen 3" descr="Un cuarto con una ventana grande">
            <a:extLst>
              <a:ext uri="{FF2B5EF4-FFF2-40B4-BE49-F238E27FC236}">
                <a16:creationId xmlns:a16="http://schemas.microsoft.com/office/drawing/2014/main" id="{09BFD122-5D19-3C37-E125-EBE92B02F683}"/>
              </a:ext>
            </a:extLst>
          </p:cNvPr>
          <p:cNvPicPr>
            <a:picLocks noChangeAspect="1"/>
          </p:cNvPicPr>
          <p:nvPr userDrawn="1"/>
        </p:nvPicPr>
        <p:blipFill>
          <a:blip r:embed="rId2"/>
          <a:srcRect l="35063" t="28675" r="11067" b="7952"/>
          <a:stretch/>
        </p:blipFill>
        <p:spPr>
          <a:xfrm>
            <a:off x="2878622" y="1020981"/>
            <a:ext cx="8676302" cy="5832433"/>
          </a:xfrm>
          <a:prstGeom prst="rect">
            <a:avLst/>
          </a:prstGeom>
        </p:spPr>
      </p:pic>
      <p:sp>
        <p:nvSpPr>
          <p:cNvPr id="9" name="Rectángulo 8">
            <a:extLst>
              <a:ext uri="{FF2B5EF4-FFF2-40B4-BE49-F238E27FC236}">
                <a16:creationId xmlns:a16="http://schemas.microsoft.com/office/drawing/2014/main" id="{AAEB0640-716E-9919-E683-D3D92D3343BB}"/>
              </a:ext>
            </a:extLst>
          </p:cNvPr>
          <p:cNvSpPr/>
          <p:nvPr userDrawn="1"/>
        </p:nvSpPr>
        <p:spPr>
          <a:xfrm>
            <a:off x="2878622" y="1025566"/>
            <a:ext cx="8676302" cy="5832435"/>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p:txBody>
          <a:bodyPr/>
          <a:lstStyle/>
          <a:p>
            <a:pPr>
              <a:spcBef>
                <a:spcPts val="204"/>
              </a:spcBef>
            </a:pPr>
            <a:fld id="{81D60167-4931-47E6-BA6A-407CBD079E47}" type="slidenum">
              <a:rPr lang="en-US" smtClean="0"/>
              <a:pPr>
                <a:spcBef>
                  <a:spcPts val="204"/>
                </a:spcBef>
              </a:pPr>
              <a:t>‹Nº›</a:t>
            </a:fld>
            <a:endParaRPr lang="en-US"/>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a:t>Índice</a:t>
            </a:r>
          </a:p>
        </p:txBody>
      </p:sp>
      <p:cxnSp>
        <p:nvCxnSpPr>
          <p:cNvPr id="7" name="Conector recto 6">
            <a:extLst>
              <a:ext uri="{FF2B5EF4-FFF2-40B4-BE49-F238E27FC236}">
                <a16:creationId xmlns:a16="http://schemas.microsoft.com/office/drawing/2014/main" id="{7FE702AE-7275-AF2A-587D-2C757CDEDB71}"/>
              </a:ext>
            </a:extLst>
          </p:cNvPr>
          <p:cNvCxnSpPr/>
          <p:nvPr userDrawn="1"/>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p:nvPr userDrawn="1"/>
        </p:nvCxnSpPr>
        <p:spPr>
          <a:xfrm>
            <a:off x="3299789"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Marcador de texto 4">
            <a:extLst>
              <a:ext uri="{FF2B5EF4-FFF2-40B4-BE49-F238E27FC236}">
                <a16:creationId xmlns:a16="http://schemas.microsoft.com/office/drawing/2014/main" id="{FDA4D0A3-8E8C-161F-B318-BA2F7695F8C8}"/>
              </a:ext>
            </a:extLst>
          </p:cNvPr>
          <p:cNvSpPr>
            <a:spLocks noGrp="1"/>
          </p:cNvSpPr>
          <p:nvPr>
            <p:ph type="body" sz="quarter" idx="53" hasCustomPrompt="1"/>
          </p:nvPr>
        </p:nvSpPr>
        <p:spPr>
          <a:xfrm>
            <a:off x="5713010"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02</a:t>
            </a:r>
          </a:p>
        </p:txBody>
      </p:sp>
      <p:sp>
        <p:nvSpPr>
          <p:cNvPr id="18" name="Marcador de texto 4">
            <a:extLst>
              <a:ext uri="{FF2B5EF4-FFF2-40B4-BE49-F238E27FC236}">
                <a16:creationId xmlns:a16="http://schemas.microsoft.com/office/drawing/2014/main" id="{A48D7EF1-B298-7EBE-7287-4017E8A2DEF9}"/>
              </a:ext>
            </a:extLst>
          </p:cNvPr>
          <p:cNvSpPr>
            <a:spLocks noGrp="1"/>
          </p:cNvSpPr>
          <p:nvPr>
            <p:ph type="body" sz="quarter" idx="54" hasCustomPrompt="1"/>
          </p:nvPr>
        </p:nvSpPr>
        <p:spPr>
          <a:xfrm>
            <a:off x="5713011"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2</a:t>
            </a:r>
          </a:p>
        </p:txBody>
      </p:sp>
      <p:cxnSp>
        <p:nvCxnSpPr>
          <p:cNvPr id="19" name="Conector recto 18">
            <a:extLst>
              <a:ext uri="{FF2B5EF4-FFF2-40B4-BE49-F238E27FC236}">
                <a16:creationId xmlns:a16="http://schemas.microsoft.com/office/drawing/2014/main" id="{C7B2AB38-3E84-6D53-546C-86CA938B6BA0}"/>
              </a:ext>
            </a:extLst>
          </p:cNvPr>
          <p:cNvCxnSpPr/>
          <p:nvPr userDrawn="1"/>
        </p:nvCxnSpPr>
        <p:spPr>
          <a:xfrm>
            <a:off x="5713010"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Marcador de texto 4">
            <a:extLst>
              <a:ext uri="{FF2B5EF4-FFF2-40B4-BE49-F238E27FC236}">
                <a16:creationId xmlns:a16="http://schemas.microsoft.com/office/drawing/2014/main" id="{9BE78114-1D4F-B3D6-D895-DD8F190B8CEF}"/>
              </a:ext>
            </a:extLst>
          </p:cNvPr>
          <p:cNvSpPr>
            <a:spLocks noGrp="1"/>
          </p:cNvSpPr>
          <p:nvPr>
            <p:ph type="body" sz="quarter" idx="55" hasCustomPrompt="1"/>
          </p:nvPr>
        </p:nvSpPr>
        <p:spPr>
          <a:xfrm>
            <a:off x="8126231"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03</a:t>
            </a:r>
          </a:p>
        </p:txBody>
      </p:sp>
      <p:sp>
        <p:nvSpPr>
          <p:cNvPr id="21" name="Marcador de texto 4">
            <a:extLst>
              <a:ext uri="{FF2B5EF4-FFF2-40B4-BE49-F238E27FC236}">
                <a16:creationId xmlns:a16="http://schemas.microsoft.com/office/drawing/2014/main" id="{E934A825-0F7B-F7AF-718C-52ACB1DC9D53}"/>
              </a:ext>
            </a:extLst>
          </p:cNvPr>
          <p:cNvSpPr>
            <a:spLocks noGrp="1"/>
          </p:cNvSpPr>
          <p:nvPr>
            <p:ph type="body" sz="quarter" idx="56" hasCustomPrompt="1"/>
          </p:nvPr>
        </p:nvSpPr>
        <p:spPr>
          <a:xfrm>
            <a:off x="8126232"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3</a:t>
            </a:r>
          </a:p>
        </p:txBody>
      </p:sp>
      <p:cxnSp>
        <p:nvCxnSpPr>
          <p:cNvPr id="22" name="Conector recto 21">
            <a:extLst>
              <a:ext uri="{FF2B5EF4-FFF2-40B4-BE49-F238E27FC236}">
                <a16:creationId xmlns:a16="http://schemas.microsoft.com/office/drawing/2014/main" id="{6AF1F46B-4E1C-3DC3-34AE-0A80A8DEB0AB}"/>
              </a:ext>
            </a:extLst>
          </p:cNvPr>
          <p:cNvCxnSpPr/>
          <p:nvPr userDrawn="1"/>
        </p:nvCxnSpPr>
        <p:spPr>
          <a:xfrm>
            <a:off x="8126231"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Marcador de texto 4">
            <a:extLst>
              <a:ext uri="{FF2B5EF4-FFF2-40B4-BE49-F238E27FC236}">
                <a16:creationId xmlns:a16="http://schemas.microsoft.com/office/drawing/2014/main" id="{4672BE44-0620-F4CC-FF21-5F13F2181FDF}"/>
              </a:ext>
            </a:extLst>
          </p:cNvPr>
          <p:cNvSpPr>
            <a:spLocks noGrp="1"/>
          </p:cNvSpPr>
          <p:nvPr>
            <p:ph type="body" sz="quarter" idx="57" hasCustomPrompt="1"/>
          </p:nvPr>
        </p:nvSpPr>
        <p:spPr>
          <a:xfrm>
            <a:off x="3299789"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04</a:t>
            </a:r>
          </a:p>
        </p:txBody>
      </p:sp>
      <p:sp>
        <p:nvSpPr>
          <p:cNvPr id="24" name="Marcador de texto 4">
            <a:extLst>
              <a:ext uri="{FF2B5EF4-FFF2-40B4-BE49-F238E27FC236}">
                <a16:creationId xmlns:a16="http://schemas.microsoft.com/office/drawing/2014/main" id="{65D61519-92BF-FBD3-BF72-C2A6E5A341D4}"/>
              </a:ext>
            </a:extLst>
          </p:cNvPr>
          <p:cNvSpPr>
            <a:spLocks noGrp="1"/>
          </p:cNvSpPr>
          <p:nvPr>
            <p:ph type="body" sz="quarter" idx="58" hasCustomPrompt="1"/>
          </p:nvPr>
        </p:nvSpPr>
        <p:spPr>
          <a:xfrm>
            <a:off x="3299790"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4</a:t>
            </a:r>
          </a:p>
        </p:txBody>
      </p:sp>
      <p:cxnSp>
        <p:nvCxnSpPr>
          <p:cNvPr id="25" name="Conector recto 24">
            <a:extLst>
              <a:ext uri="{FF2B5EF4-FFF2-40B4-BE49-F238E27FC236}">
                <a16:creationId xmlns:a16="http://schemas.microsoft.com/office/drawing/2014/main" id="{88270C32-DD40-E31E-1152-6F77343BB7C7}"/>
              </a:ext>
            </a:extLst>
          </p:cNvPr>
          <p:cNvCxnSpPr/>
          <p:nvPr userDrawn="1"/>
        </p:nvCxnSpPr>
        <p:spPr>
          <a:xfrm>
            <a:off x="3299789"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Marcador de texto 4">
            <a:extLst>
              <a:ext uri="{FF2B5EF4-FFF2-40B4-BE49-F238E27FC236}">
                <a16:creationId xmlns:a16="http://schemas.microsoft.com/office/drawing/2014/main" id="{DACE9625-8731-AE28-0195-DB5EBF88DFC2}"/>
              </a:ext>
            </a:extLst>
          </p:cNvPr>
          <p:cNvSpPr>
            <a:spLocks noGrp="1"/>
          </p:cNvSpPr>
          <p:nvPr>
            <p:ph type="body" sz="quarter" idx="59" hasCustomPrompt="1"/>
          </p:nvPr>
        </p:nvSpPr>
        <p:spPr>
          <a:xfrm>
            <a:off x="5713010"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05</a:t>
            </a:r>
          </a:p>
        </p:txBody>
      </p:sp>
      <p:sp>
        <p:nvSpPr>
          <p:cNvPr id="27" name="Marcador de texto 4">
            <a:extLst>
              <a:ext uri="{FF2B5EF4-FFF2-40B4-BE49-F238E27FC236}">
                <a16:creationId xmlns:a16="http://schemas.microsoft.com/office/drawing/2014/main" id="{2E599CDA-9BE5-5D5D-E8E0-BF1908DF8F95}"/>
              </a:ext>
            </a:extLst>
          </p:cNvPr>
          <p:cNvSpPr>
            <a:spLocks noGrp="1"/>
          </p:cNvSpPr>
          <p:nvPr>
            <p:ph type="body" sz="quarter" idx="60" hasCustomPrompt="1"/>
          </p:nvPr>
        </p:nvSpPr>
        <p:spPr>
          <a:xfrm>
            <a:off x="5713011"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5</a:t>
            </a:r>
          </a:p>
        </p:txBody>
      </p:sp>
      <p:cxnSp>
        <p:nvCxnSpPr>
          <p:cNvPr id="28" name="Conector recto 27">
            <a:extLst>
              <a:ext uri="{FF2B5EF4-FFF2-40B4-BE49-F238E27FC236}">
                <a16:creationId xmlns:a16="http://schemas.microsoft.com/office/drawing/2014/main" id="{E1A64F8C-2647-7E07-2F8B-BCFDCD91AB07}"/>
              </a:ext>
            </a:extLst>
          </p:cNvPr>
          <p:cNvCxnSpPr/>
          <p:nvPr userDrawn="1"/>
        </p:nvCxnSpPr>
        <p:spPr>
          <a:xfrm>
            <a:off x="5713010"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Marcador de texto 4">
            <a:extLst>
              <a:ext uri="{FF2B5EF4-FFF2-40B4-BE49-F238E27FC236}">
                <a16:creationId xmlns:a16="http://schemas.microsoft.com/office/drawing/2014/main" id="{E1E5A804-0318-EE65-859A-61D4E80AAA93}"/>
              </a:ext>
            </a:extLst>
          </p:cNvPr>
          <p:cNvSpPr>
            <a:spLocks noGrp="1"/>
          </p:cNvSpPr>
          <p:nvPr>
            <p:ph type="body" sz="quarter" idx="61" hasCustomPrompt="1"/>
          </p:nvPr>
        </p:nvSpPr>
        <p:spPr>
          <a:xfrm>
            <a:off x="8126231"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06</a:t>
            </a:r>
          </a:p>
        </p:txBody>
      </p:sp>
      <p:sp>
        <p:nvSpPr>
          <p:cNvPr id="30" name="Marcador de texto 4">
            <a:extLst>
              <a:ext uri="{FF2B5EF4-FFF2-40B4-BE49-F238E27FC236}">
                <a16:creationId xmlns:a16="http://schemas.microsoft.com/office/drawing/2014/main" id="{8F8BFFD0-A02B-8566-DD9B-C17A1BA9B3D0}"/>
              </a:ext>
            </a:extLst>
          </p:cNvPr>
          <p:cNvSpPr>
            <a:spLocks noGrp="1"/>
          </p:cNvSpPr>
          <p:nvPr>
            <p:ph type="body" sz="quarter" idx="62" hasCustomPrompt="1"/>
          </p:nvPr>
        </p:nvSpPr>
        <p:spPr>
          <a:xfrm>
            <a:off x="8126232"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6</a:t>
            </a:r>
          </a:p>
        </p:txBody>
      </p:sp>
      <p:cxnSp>
        <p:nvCxnSpPr>
          <p:cNvPr id="31" name="Conector recto 30">
            <a:extLst>
              <a:ext uri="{FF2B5EF4-FFF2-40B4-BE49-F238E27FC236}">
                <a16:creationId xmlns:a16="http://schemas.microsoft.com/office/drawing/2014/main" id="{EE9EF419-11B6-188C-D9BD-A308038AC478}"/>
              </a:ext>
            </a:extLst>
          </p:cNvPr>
          <p:cNvCxnSpPr/>
          <p:nvPr userDrawn="1"/>
        </p:nvCxnSpPr>
        <p:spPr>
          <a:xfrm>
            <a:off x="8126231"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784A0E01-8841-3206-F7BC-E6B8689616A5}"/>
              </a:ext>
            </a:extLst>
          </p:cNvPr>
          <p:cNvSpPr/>
          <p:nvPr userDrawn="1"/>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42331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ice 12 títulos">
    <p:spTree>
      <p:nvGrpSpPr>
        <p:cNvPr id="1" name=""/>
        <p:cNvGrpSpPr/>
        <p:nvPr/>
      </p:nvGrpSpPr>
      <p:grpSpPr>
        <a:xfrm>
          <a:off x="0" y="0"/>
          <a:ext cx="0" cy="0"/>
          <a:chOff x="0" y="0"/>
          <a:chExt cx="0" cy="0"/>
        </a:xfrm>
      </p:grpSpPr>
      <p:pic>
        <p:nvPicPr>
          <p:cNvPr id="4" name="Imagen 3" descr="Un cuarto con una ventana grande">
            <a:extLst>
              <a:ext uri="{FF2B5EF4-FFF2-40B4-BE49-F238E27FC236}">
                <a16:creationId xmlns:a16="http://schemas.microsoft.com/office/drawing/2014/main" id="{C5D390A4-8FA3-434D-7167-2852B76078FC}"/>
              </a:ext>
            </a:extLst>
          </p:cNvPr>
          <p:cNvPicPr>
            <a:picLocks noChangeAspect="1"/>
          </p:cNvPicPr>
          <p:nvPr userDrawn="1"/>
        </p:nvPicPr>
        <p:blipFill>
          <a:blip r:embed="rId2"/>
          <a:srcRect l="35063" t="28675" r="11067" b="7952"/>
          <a:stretch/>
        </p:blipFill>
        <p:spPr>
          <a:xfrm>
            <a:off x="2878622" y="1020981"/>
            <a:ext cx="8676302" cy="5832433"/>
          </a:xfrm>
          <a:prstGeom prst="rect">
            <a:avLst/>
          </a:prstGeom>
        </p:spPr>
      </p:pic>
      <p:sp>
        <p:nvSpPr>
          <p:cNvPr id="8" name="Rectángulo 7">
            <a:extLst>
              <a:ext uri="{FF2B5EF4-FFF2-40B4-BE49-F238E27FC236}">
                <a16:creationId xmlns:a16="http://schemas.microsoft.com/office/drawing/2014/main" id="{6188FFCD-D8B5-C1B6-ED52-774200A46909}"/>
              </a:ext>
            </a:extLst>
          </p:cNvPr>
          <p:cNvSpPr/>
          <p:nvPr userDrawn="1"/>
        </p:nvSpPr>
        <p:spPr>
          <a:xfrm>
            <a:off x="2878622" y="1020982"/>
            <a:ext cx="8676302" cy="5837020"/>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p:txBody>
          <a:bodyPr/>
          <a:lstStyle/>
          <a:p>
            <a:pPr>
              <a:spcBef>
                <a:spcPts val="204"/>
              </a:spcBef>
            </a:pPr>
            <a:fld id="{81D60167-4931-47E6-BA6A-407CBD079E47}" type="slidenum">
              <a:rPr lang="en-US" smtClean="0"/>
              <a:pPr>
                <a:spcBef>
                  <a:spcPts val="204"/>
                </a:spcBef>
              </a:pPr>
              <a:t>‹Nº›</a:t>
            </a:fld>
            <a:endParaRPr lang="en-US"/>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a:t>Índice</a:t>
            </a:r>
          </a:p>
        </p:txBody>
      </p:sp>
      <p:cxnSp>
        <p:nvCxnSpPr>
          <p:cNvPr id="7" name="Conector recto 6">
            <a:extLst>
              <a:ext uri="{FF2B5EF4-FFF2-40B4-BE49-F238E27FC236}">
                <a16:creationId xmlns:a16="http://schemas.microsoft.com/office/drawing/2014/main" id="{7FE702AE-7275-AF2A-587D-2C757CDEDB71}"/>
              </a:ext>
            </a:extLst>
          </p:cNvPr>
          <p:cNvCxnSpPr/>
          <p:nvPr userDrawn="1"/>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a:cxnSpLocks/>
          </p:cNvCxnSpPr>
          <p:nvPr userDrawn="1"/>
        </p:nvCxnSpPr>
        <p:spPr>
          <a:xfrm>
            <a:off x="3299789"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Marcador de texto 4">
            <a:extLst>
              <a:ext uri="{FF2B5EF4-FFF2-40B4-BE49-F238E27FC236}">
                <a16:creationId xmlns:a16="http://schemas.microsoft.com/office/drawing/2014/main" id="{87371C35-2659-5E21-E692-C3596A9C88D6}"/>
              </a:ext>
            </a:extLst>
          </p:cNvPr>
          <p:cNvSpPr>
            <a:spLocks noGrp="1"/>
          </p:cNvSpPr>
          <p:nvPr>
            <p:ph type="body" sz="quarter" idx="53" hasCustomPrompt="1"/>
          </p:nvPr>
        </p:nvSpPr>
        <p:spPr>
          <a:xfrm>
            <a:off x="5160395"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02</a:t>
            </a:r>
          </a:p>
        </p:txBody>
      </p:sp>
      <p:sp>
        <p:nvSpPr>
          <p:cNvPr id="36" name="Marcador de texto 4">
            <a:extLst>
              <a:ext uri="{FF2B5EF4-FFF2-40B4-BE49-F238E27FC236}">
                <a16:creationId xmlns:a16="http://schemas.microsoft.com/office/drawing/2014/main" id="{454DEC2B-29AD-14CA-ED8A-B400FEF6D231}"/>
              </a:ext>
            </a:extLst>
          </p:cNvPr>
          <p:cNvSpPr>
            <a:spLocks noGrp="1"/>
          </p:cNvSpPr>
          <p:nvPr>
            <p:ph type="body" sz="quarter" idx="54" hasCustomPrompt="1"/>
          </p:nvPr>
        </p:nvSpPr>
        <p:spPr>
          <a:xfrm>
            <a:off x="5160396"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2</a:t>
            </a:r>
          </a:p>
        </p:txBody>
      </p:sp>
      <p:cxnSp>
        <p:nvCxnSpPr>
          <p:cNvPr id="37" name="Conector recto 36">
            <a:extLst>
              <a:ext uri="{FF2B5EF4-FFF2-40B4-BE49-F238E27FC236}">
                <a16:creationId xmlns:a16="http://schemas.microsoft.com/office/drawing/2014/main" id="{DF52E3AC-3D89-97C4-C9DE-FB928BFCC92E}"/>
              </a:ext>
            </a:extLst>
          </p:cNvPr>
          <p:cNvCxnSpPr>
            <a:cxnSpLocks/>
          </p:cNvCxnSpPr>
          <p:nvPr userDrawn="1"/>
        </p:nvCxnSpPr>
        <p:spPr>
          <a:xfrm>
            <a:off x="5160395"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Marcador de texto 4">
            <a:extLst>
              <a:ext uri="{FF2B5EF4-FFF2-40B4-BE49-F238E27FC236}">
                <a16:creationId xmlns:a16="http://schemas.microsoft.com/office/drawing/2014/main" id="{7C58E8B1-472F-5C85-B78C-DA87590D7D28}"/>
              </a:ext>
            </a:extLst>
          </p:cNvPr>
          <p:cNvSpPr>
            <a:spLocks noGrp="1"/>
          </p:cNvSpPr>
          <p:nvPr>
            <p:ph type="body" sz="quarter" idx="55" hasCustomPrompt="1"/>
          </p:nvPr>
        </p:nvSpPr>
        <p:spPr>
          <a:xfrm>
            <a:off x="7021001"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03</a:t>
            </a:r>
          </a:p>
        </p:txBody>
      </p:sp>
      <p:sp>
        <p:nvSpPr>
          <p:cNvPr id="39" name="Marcador de texto 4">
            <a:extLst>
              <a:ext uri="{FF2B5EF4-FFF2-40B4-BE49-F238E27FC236}">
                <a16:creationId xmlns:a16="http://schemas.microsoft.com/office/drawing/2014/main" id="{76EF1E71-7AA9-8CA9-2268-BA2F3C29F597}"/>
              </a:ext>
            </a:extLst>
          </p:cNvPr>
          <p:cNvSpPr>
            <a:spLocks noGrp="1"/>
          </p:cNvSpPr>
          <p:nvPr>
            <p:ph type="body" sz="quarter" idx="56" hasCustomPrompt="1"/>
          </p:nvPr>
        </p:nvSpPr>
        <p:spPr>
          <a:xfrm>
            <a:off x="7021002"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3</a:t>
            </a:r>
          </a:p>
        </p:txBody>
      </p:sp>
      <p:cxnSp>
        <p:nvCxnSpPr>
          <p:cNvPr id="40" name="Conector recto 39">
            <a:extLst>
              <a:ext uri="{FF2B5EF4-FFF2-40B4-BE49-F238E27FC236}">
                <a16:creationId xmlns:a16="http://schemas.microsoft.com/office/drawing/2014/main" id="{A62A59CE-DD23-F58D-78FF-EDCCCE3C07F4}"/>
              </a:ext>
            </a:extLst>
          </p:cNvPr>
          <p:cNvCxnSpPr>
            <a:cxnSpLocks/>
          </p:cNvCxnSpPr>
          <p:nvPr userDrawn="1"/>
        </p:nvCxnSpPr>
        <p:spPr>
          <a:xfrm>
            <a:off x="7021001"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Marcador de texto 4">
            <a:extLst>
              <a:ext uri="{FF2B5EF4-FFF2-40B4-BE49-F238E27FC236}">
                <a16:creationId xmlns:a16="http://schemas.microsoft.com/office/drawing/2014/main" id="{64855F4C-DA40-EBAF-CE96-4E7D46D03E07}"/>
              </a:ext>
            </a:extLst>
          </p:cNvPr>
          <p:cNvSpPr>
            <a:spLocks noGrp="1"/>
          </p:cNvSpPr>
          <p:nvPr>
            <p:ph type="body" sz="quarter" idx="57" hasCustomPrompt="1"/>
          </p:nvPr>
        </p:nvSpPr>
        <p:spPr>
          <a:xfrm>
            <a:off x="8881606"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04</a:t>
            </a:r>
          </a:p>
        </p:txBody>
      </p:sp>
      <p:sp>
        <p:nvSpPr>
          <p:cNvPr id="42" name="Marcador de texto 4">
            <a:extLst>
              <a:ext uri="{FF2B5EF4-FFF2-40B4-BE49-F238E27FC236}">
                <a16:creationId xmlns:a16="http://schemas.microsoft.com/office/drawing/2014/main" id="{B436FEF1-FA8F-7CDD-8E72-A8FA75548A69}"/>
              </a:ext>
            </a:extLst>
          </p:cNvPr>
          <p:cNvSpPr>
            <a:spLocks noGrp="1"/>
          </p:cNvSpPr>
          <p:nvPr>
            <p:ph type="body" sz="quarter" idx="58" hasCustomPrompt="1"/>
          </p:nvPr>
        </p:nvSpPr>
        <p:spPr>
          <a:xfrm>
            <a:off x="8881607"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4</a:t>
            </a:r>
          </a:p>
        </p:txBody>
      </p:sp>
      <p:cxnSp>
        <p:nvCxnSpPr>
          <p:cNvPr id="43" name="Conector recto 42">
            <a:extLst>
              <a:ext uri="{FF2B5EF4-FFF2-40B4-BE49-F238E27FC236}">
                <a16:creationId xmlns:a16="http://schemas.microsoft.com/office/drawing/2014/main" id="{432F24E9-F214-7823-CC8A-EB6575268CA6}"/>
              </a:ext>
            </a:extLst>
          </p:cNvPr>
          <p:cNvCxnSpPr>
            <a:cxnSpLocks/>
          </p:cNvCxnSpPr>
          <p:nvPr userDrawn="1"/>
        </p:nvCxnSpPr>
        <p:spPr>
          <a:xfrm>
            <a:off x="8881606"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Marcador de texto 4">
            <a:extLst>
              <a:ext uri="{FF2B5EF4-FFF2-40B4-BE49-F238E27FC236}">
                <a16:creationId xmlns:a16="http://schemas.microsoft.com/office/drawing/2014/main" id="{BB0EE182-5CD5-0197-C94B-00228974F728}"/>
              </a:ext>
            </a:extLst>
          </p:cNvPr>
          <p:cNvSpPr>
            <a:spLocks noGrp="1"/>
          </p:cNvSpPr>
          <p:nvPr>
            <p:ph type="body" sz="quarter" idx="59" hasCustomPrompt="1"/>
          </p:nvPr>
        </p:nvSpPr>
        <p:spPr>
          <a:xfrm>
            <a:off x="3299789"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05</a:t>
            </a:r>
          </a:p>
        </p:txBody>
      </p:sp>
      <p:sp>
        <p:nvSpPr>
          <p:cNvPr id="45" name="Marcador de texto 4">
            <a:extLst>
              <a:ext uri="{FF2B5EF4-FFF2-40B4-BE49-F238E27FC236}">
                <a16:creationId xmlns:a16="http://schemas.microsoft.com/office/drawing/2014/main" id="{607968CD-9382-252B-C4C6-679ED0EB8401}"/>
              </a:ext>
            </a:extLst>
          </p:cNvPr>
          <p:cNvSpPr>
            <a:spLocks noGrp="1"/>
          </p:cNvSpPr>
          <p:nvPr>
            <p:ph type="body" sz="quarter" idx="60" hasCustomPrompt="1"/>
          </p:nvPr>
        </p:nvSpPr>
        <p:spPr>
          <a:xfrm>
            <a:off x="3299790"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5</a:t>
            </a:r>
          </a:p>
        </p:txBody>
      </p:sp>
      <p:cxnSp>
        <p:nvCxnSpPr>
          <p:cNvPr id="46" name="Conector recto 45">
            <a:extLst>
              <a:ext uri="{FF2B5EF4-FFF2-40B4-BE49-F238E27FC236}">
                <a16:creationId xmlns:a16="http://schemas.microsoft.com/office/drawing/2014/main" id="{5334F5FD-A0DC-F534-3D23-32D123E0FE8C}"/>
              </a:ext>
            </a:extLst>
          </p:cNvPr>
          <p:cNvCxnSpPr>
            <a:cxnSpLocks/>
          </p:cNvCxnSpPr>
          <p:nvPr userDrawn="1"/>
        </p:nvCxnSpPr>
        <p:spPr>
          <a:xfrm>
            <a:off x="3299789"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Marcador de texto 4">
            <a:extLst>
              <a:ext uri="{FF2B5EF4-FFF2-40B4-BE49-F238E27FC236}">
                <a16:creationId xmlns:a16="http://schemas.microsoft.com/office/drawing/2014/main" id="{3DA5F44D-061C-8215-B401-0A6EEF66CB45}"/>
              </a:ext>
            </a:extLst>
          </p:cNvPr>
          <p:cNvSpPr>
            <a:spLocks noGrp="1"/>
          </p:cNvSpPr>
          <p:nvPr>
            <p:ph type="body" sz="quarter" idx="61" hasCustomPrompt="1"/>
          </p:nvPr>
        </p:nvSpPr>
        <p:spPr>
          <a:xfrm>
            <a:off x="5160395"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06</a:t>
            </a:r>
          </a:p>
        </p:txBody>
      </p:sp>
      <p:sp>
        <p:nvSpPr>
          <p:cNvPr id="48" name="Marcador de texto 4">
            <a:extLst>
              <a:ext uri="{FF2B5EF4-FFF2-40B4-BE49-F238E27FC236}">
                <a16:creationId xmlns:a16="http://schemas.microsoft.com/office/drawing/2014/main" id="{6BFF182E-00F0-8C3C-AE0B-D2BCA5A81227}"/>
              </a:ext>
            </a:extLst>
          </p:cNvPr>
          <p:cNvSpPr>
            <a:spLocks noGrp="1"/>
          </p:cNvSpPr>
          <p:nvPr>
            <p:ph type="body" sz="quarter" idx="62" hasCustomPrompt="1"/>
          </p:nvPr>
        </p:nvSpPr>
        <p:spPr>
          <a:xfrm>
            <a:off x="5160396"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6</a:t>
            </a:r>
          </a:p>
        </p:txBody>
      </p:sp>
      <p:cxnSp>
        <p:nvCxnSpPr>
          <p:cNvPr id="49" name="Conector recto 48">
            <a:extLst>
              <a:ext uri="{FF2B5EF4-FFF2-40B4-BE49-F238E27FC236}">
                <a16:creationId xmlns:a16="http://schemas.microsoft.com/office/drawing/2014/main" id="{D6AB981D-1922-5842-9235-9D5449A11284}"/>
              </a:ext>
            </a:extLst>
          </p:cNvPr>
          <p:cNvCxnSpPr>
            <a:cxnSpLocks/>
          </p:cNvCxnSpPr>
          <p:nvPr userDrawn="1"/>
        </p:nvCxnSpPr>
        <p:spPr>
          <a:xfrm>
            <a:off x="5160395"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Marcador de texto 4">
            <a:extLst>
              <a:ext uri="{FF2B5EF4-FFF2-40B4-BE49-F238E27FC236}">
                <a16:creationId xmlns:a16="http://schemas.microsoft.com/office/drawing/2014/main" id="{B9FE870E-167C-D58F-D3D5-87EC0411A4AB}"/>
              </a:ext>
            </a:extLst>
          </p:cNvPr>
          <p:cNvSpPr>
            <a:spLocks noGrp="1"/>
          </p:cNvSpPr>
          <p:nvPr>
            <p:ph type="body" sz="quarter" idx="63" hasCustomPrompt="1"/>
          </p:nvPr>
        </p:nvSpPr>
        <p:spPr>
          <a:xfrm>
            <a:off x="7021001"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07</a:t>
            </a:r>
          </a:p>
        </p:txBody>
      </p:sp>
      <p:sp>
        <p:nvSpPr>
          <p:cNvPr id="51" name="Marcador de texto 4">
            <a:extLst>
              <a:ext uri="{FF2B5EF4-FFF2-40B4-BE49-F238E27FC236}">
                <a16:creationId xmlns:a16="http://schemas.microsoft.com/office/drawing/2014/main" id="{D808651B-6AB5-02D7-84CE-A5EDB46C9A10}"/>
              </a:ext>
            </a:extLst>
          </p:cNvPr>
          <p:cNvSpPr>
            <a:spLocks noGrp="1"/>
          </p:cNvSpPr>
          <p:nvPr>
            <p:ph type="body" sz="quarter" idx="64" hasCustomPrompt="1"/>
          </p:nvPr>
        </p:nvSpPr>
        <p:spPr>
          <a:xfrm>
            <a:off x="7021002"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7</a:t>
            </a:r>
          </a:p>
        </p:txBody>
      </p:sp>
      <p:cxnSp>
        <p:nvCxnSpPr>
          <p:cNvPr id="52" name="Conector recto 51">
            <a:extLst>
              <a:ext uri="{FF2B5EF4-FFF2-40B4-BE49-F238E27FC236}">
                <a16:creationId xmlns:a16="http://schemas.microsoft.com/office/drawing/2014/main" id="{3334F187-7E08-C6BA-CD43-242409C6C995}"/>
              </a:ext>
            </a:extLst>
          </p:cNvPr>
          <p:cNvCxnSpPr>
            <a:cxnSpLocks/>
          </p:cNvCxnSpPr>
          <p:nvPr userDrawn="1"/>
        </p:nvCxnSpPr>
        <p:spPr>
          <a:xfrm>
            <a:off x="7021001"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Marcador de texto 4">
            <a:extLst>
              <a:ext uri="{FF2B5EF4-FFF2-40B4-BE49-F238E27FC236}">
                <a16:creationId xmlns:a16="http://schemas.microsoft.com/office/drawing/2014/main" id="{826D5739-58A2-D5DB-24B6-43C8B26AD335}"/>
              </a:ext>
            </a:extLst>
          </p:cNvPr>
          <p:cNvSpPr>
            <a:spLocks noGrp="1"/>
          </p:cNvSpPr>
          <p:nvPr>
            <p:ph type="body" sz="quarter" idx="65" hasCustomPrompt="1"/>
          </p:nvPr>
        </p:nvSpPr>
        <p:spPr>
          <a:xfrm>
            <a:off x="8881606"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08</a:t>
            </a:r>
          </a:p>
        </p:txBody>
      </p:sp>
      <p:sp>
        <p:nvSpPr>
          <p:cNvPr id="54" name="Marcador de texto 4">
            <a:extLst>
              <a:ext uri="{FF2B5EF4-FFF2-40B4-BE49-F238E27FC236}">
                <a16:creationId xmlns:a16="http://schemas.microsoft.com/office/drawing/2014/main" id="{E4B7C7E1-5E5A-3560-D786-24A48E6F7048}"/>
              </a:ext>
            </a:extLst>
          </p:cNvPr>
          <p:cNvSpPr>
            <a:spLocks noGrp="1"/>
          </p:cNvSpPr>
          <p:nvPr>
            <p:ph type="body" sz="quarter" idx="66" hasCustomPrompt="1"/>
          </p:nvPr>
        </p:nvSpPr>
        <p:spPr>
          <a:xfrm>
            <a:off x="8881607"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8</a:t>
            </a:r>
          </a:p>
        </p:txBody>
      </p:sp>
      <p:cxnSp>
        <p:nvCxnSpPr>
          <p:cNvPr id="55" name="Conector recto 54">
            <a:extLst>
              <a:ext uri="{FF2B5EF4-FFF2-40B4-BE49-F238E27FC236}">
                <a16:creationId xmlns:a16="http://schemas.microsoft.com/office/drawing/2014/main" id="{B6F232D2-828A-800F-D66D-3C471B0E05B8}"/>
              </a:ext>
            </a:extLst>
          </p:cNvPr>
          <p:cNvCxnSpPr>
            <a:cxnSpLocks/>
          </p:cNvCxnSpPr>
          <p:nvPr userDrawn="1"/>
        </p:nvCxnSpPr>
        <p:spPr>
          <a:xfrm>
            <a:off x="8881606"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Marcador de texto 4">
            <a:extLst>
              <a:ext uri="{FF2B5EF4-FFF2-40B4-BE49-F238E27FC236}">
                <a16:creationId xmlns:a16="http://schemas.microsoft.com/office/drawing/2014/main" id="{06F95356-57C9-D64F-0737-AEF339A94104}"/>
              </a:ext>
            </a:extLst>
          </p:cNvPr>
          <p:cNvSpPr>
            <a:spLocks noGrp="1"/>
          </p:cNvSpPr>
          <p:nvPr>
            <p:ph type="body" sz="quarter" idx="67" hasCustomPrompt="1"/>
          </p:nvPr>
        </p:nvSpPr>
        <p:spPr>
          <a:xfrm>
            <a:off x="3299789"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09</a:t>
            </a:r>
          </a:p>
        </p:txBody>
      </p:sp>
      <p:sp>
        <p:nvSpPr>
          <p:cNvPr id="57" name="Marcador de texto 4">
            <a:extLst>
              <a:ext uri="{FF2B5EF4-FFF2-40B4-BE49-F238E27FC236}">
                <a16:creationId xmlns:a16="http://schemas.microsoft.com/office/drawing/2014/main" id="{D163A76B-796E-9215-338F-7D9B92FC7AF4}"/>
              </a:ext>
            </a:extLst>
          </p:cNvPr>
          <p:cNvSpPr>
            <a:spLocks noGrp="1"/>
          </p:cNvSpPr>
          <p:nvPr>
            <p:ph type="body" sz="quarter" idx="68" hasCustomPrompt="1"/>
          </p:nvPr>
        </p:nvSpPr>
        <p:spPr>
          <a:xfrm>
            <a:off x="3299790"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9</a:t>
            </a:r>
          </a:p>
        </p:txBody>
      </p:sp>
      <p:cxnSp>
        <p:nvCxnSpPr>
          <p:cNvPr id="58" name="Conector recto 57">
            <a:extLst>
              <a:ext uri="{FF2B5EF4-FFF2-40B4-BE49-F238E27FC236}">
                <a16:creationId xmlns:a16="http://schemas.microsoft.com/office/drawing/2014/main" id="{FD6EB312-A362-9C63-F4ED-1006D57A262F}"/>
              </a:ext>
            </a:extLst>
          </p:cNvPr>
          <p:cNvCxnSpPr>
            <a:cxnSpLocks/>
          </p:cNvCxnSpPr>
          <p:nvPr userDrawn="1"/>
        </p:nvCxnSpPr>
        <p:spPr>
          <a:xfrm>
            <a:off x="3299789"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Marcador de texto 4">
            <a:extLst>
              <a:ext uri="{FF2B5EF4-FFF2-40B4-BE49-F238E27FC236}">
                <a16:creationId xmlns:a16="http://schemas.microsoft.com/office/drawing/2014/main" id="{7A7A9D5A-1BFD-06A8-C799-812AE2222C94}"/>
              </a:ext>
            </a:extLst>
          </p:cNvPr>
          <p:cNvSpPr>
            <a:spLocks noGrp="1"/>
          </p:cNvSpPr>
          <p:nvPr>
            <p:ph type="body" sz="quarter" idx="69" hasCustomPrompt="1"/>
          </p:nvPr>
        </p:nvSpPr>
        <p:spPr>
          <a:xfrm>
            <a:off x="5160395"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10</a:t>
            </a:r>
          </a:p>
        </p:txBody>
      </p:sp>
      <p:sp>
        <p:nvSpPr>
          <p:cNvPr id="60" name="Marcador de texto 4">
            <a:extLst>
              <a:ext uri="{FF2B5EF4-FFF2-40B4-BE49-F238E27FC236}">
                <a16:creationId xmlns:a16="http://schemas.microsoft.com/office/drawing/2014/main" id="{F261C518-E3AA-FC82-293E-DE566DFE93AF}"/>
              </a:ext>
            </a:extLst>
          </p:cNvPr>
          <p:cNvSpPr>
            <a:spLocks noGrp="1"/>
          </p:cNvSpPr>
          <p:nvPr>
            <p:ph type="body" sz="quarter" idx="70" hasCustomPrompt="1"/>
          </p:nvPr>
        </p:nvSpPr>
        <p:spPr>
          <a:xfrm>
            <a:off x="5160396"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10</a:t>
            </a:r>
          </a:p>
        </p:txBody>
      </p:sp>
      <p:cxnSp>
        <p:nvCxnSpPr>
          <p:cNvPr id="61" name="Conector recto 60">
            <a:extLst>
              <a:ext uri="{FF2B5EF4-FFF2-40B4-BE49-F238E27FC236}">
                <a16:creationId xmlns:a16="http://schemas.microsoft.com/office/drawing/2014/main" id="{6775A782-F9DD-4EE0-702A-BB89B95AC095}"/>
              </a:ext>
            </a:extLst>
          </p:cNvPr>
          <p:cNvCxnSpPr>
            <a:cxnSpLocks/>
          </p:cNvCxnSpPr>
          <p:nvPr userDrawn="1"/>
        </p:nvCxnSpPr>
        <p:spPr>
          <a:xfrm>
            <a:off x="5160395"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Marcador de texto 4">
            <a:extLst>
              <a:ext uri="{FF2B5EF4-FFF2-40B4-BE49-F238E27FC236}">
                <a16:creationId xmlns:a16="http://schemas.microsoft.com/office/drawing/2014/main" id="{B91BFF74-8C23-6108-330F-B62411AB9D7D}"/>
              </a:ext>
            </a:extLst>
          </p:cNvPr>
          <p:cNvSpPr>
            <a:spLocks noGrp="1"/>
          </p:cNvSpPr>
          <p:nvPr>
            <p:ph type="body" sz="quarter" idx="71" hasCustomPrompt="1"/>
          </p:nvPr>
        </p:nvSpPr>
        <p:spPr>
          <a:xfrm>
            <a:off x="7021001"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11</a:t>
            </a:r>
          </a:p>
        </p:txBody>
      </p:sp>
      <p:sp>
        <p:nvSpPr>
          <p:cNvPr id="63" name="Marcador de texto 4">
            <a:extLst>
              <a:ext uri="{FF2B5EF4-FFF2-40B4-BE49-F238E27FC236}">
                <a16:creationId xmlns:a16="http://schemas.microsoft.com/office/drawing/2014/main" id="{E95CF94D-5E58-C90D-7A25-E089C2A97F23}"/>
              </a:ext>
            </a:extLst>
          </p:cNvPr>
          <p:cNvSpPr>
            <a:spLocks noGrp="1"/>
          </p:cNvSpPr>
          <p:nvPr>
            <p:ph type="body" sz="quarter" idx="72" hasCustomPrompt="1"/>
          </p:nvPr>
        </p:nvSpPr>
        <p:spPr>
          <a:xfrm>
            <a:off x="7021002"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11</a:t>
            </a:r>
          </a:p>
        </p:txBody>
      </p:sp>
      <p:cxnSp>
        <p:nvCxnSpPr>
          <p:cNvPr id="64" name="Conector recto 63">
            <a:extLst>
              <a:ext uri="{FF2B5EF4-FFF2-40B4-BE49-F238E27FC236}">
                <a16:creationId xmlns:a16="http://schemas.microsoft.com/office/drawing/2014/main" id="{3C457794-23D8-74C8-7924-CA60674EA62B}"/>
              </a:ext>
            </a:extLst>
          </p:cNvPr>
          <p:cNvCxnSpPr>
            <a:cxnSpLocks/>
          </p:cNvCxnSpPr>
          <p:nvPr userDrawn="1"/>
        </p:nvCxnSpPr>
        <p:spPr>
          <a:xfrm>
            <a:off x="7021001"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Marcador de texto 4">
            <a:extLst>
              <a:ext uri="{FF2B5EF4-FFF2-40B4-BE49-F238E27FC236}">
                <a16:creationId xmlns:a16="http://schemas.microsoft.com/office/drawing/2014/main" id="{B0601D5B-1F41-A0EC-A884-C705555F3E9D}"/>
              </a:ext>
            </a:extLst>
          </p:cNvPr>
          <p:cNvSpPr>
            <a:spLocks noGrp="1"/>
          </p:cNvSpPr>
          <p:nvPr>
            <p:ph type="body" sz="quarter" idx="73" hasCustomPrompt="1"/>
          </p:nvPr>
        </p:nvSpPr>
        <p:spPr>
          <a:xfrm>
            <a:off x="8881606"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12</a:t>
            </a:r>
          </a:p>
        </p:txBody>
      </p:sp>
      <p:sp>
        <p:nvSpPr>
          <p:cNvPr id="66" name="Marcador de texto 4">
            <a:extLst>
              <a:ext uri="{FF2B5EF4-FFF2-40B4-BE49-F238E27FC236}">
                <a16:creationId xmlns:a16="http://schemas.microsoft.com/office/drawing/2014/main" id="{C4D3B927-4D50-44B3-E16B-B7BD788BE1B3}"/>
              </a:ext>
            </a:extLst>
          </p:cNvPr>
          <p:cNvSpPr>
            <a:spLocks noGrp="1"/>
          </p:cNvSpPr>
          <p:nvPr>
            <p:ph type="body" sz="quarter" idx="74" hasCustomPrompt="1"/>
          </p:nvPr>
        </p:nvSpPr>
        <p:spPr>
          <a:xfrm>
            <a:off x="8881607"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12</a:t>
            </a:r>
          </a:p>
        </p:txBody>
      </p:sp>
      <p:cxnSp>
        <p:nvCxnSpPr>
          <p:cNvPr id="67" name="Conector recto 66">
            <a:extLst>
              <a:ext uri="{FF2B5EF4-FFF2-40B4-BE49-F238E27FC236}">
                <a16:creationId xmlns:a16="http://schemas.microsoft.com/office/drawing/2014/main" id="{B86832B4-E618-3FAE-E7DE-C15059D0BE1E}"/>
              </a:ext>
            </a:extLst>
          </p:cNvPr>
          <p:cNvCxnSpPr>
            <a:cxnSpLocks/>
          </p:cNvCxnSpPr>
          <p:nvPr userDrawn="1"/>
        </p:nvCxnSpPr>
        <p:spPr>
          <a:xfrm>
            <a:off x="8881606"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1692AD58-EFB5-CA31-D82C-77232A42FDCA}"/>
              </a:ext>
            </a:extLst>
          </p:cNvPr>
          <p:cNvSpPr/>
          <p:nvPr userDrawn="1"/>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4031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tacado izquier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893A869-B45E-4E30-EC77-CDC259E7DB71}"/>
              </a:ext>
            </a:extLst>
          </p:cNvPr>
          <p:cNvSpPr/>
          <p:nvPr userDrawn="1"/>
        </p:nvSpPr>
        <p:spPr>
          <a:xfrm>
            <a:off x="0" y="0"/>
            <a:ext cx="465151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userDrawn="1"/>
        </p:nvCxnSpPr>
        <p:spPr>
          <a:xfrm>
            <a:off x="453224" y="1013917"/>
            <a:ext cx="35621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bg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pic>
        <p:nvPicPr>
          <p:cNvPr id="15" name="Gráfico 14">
            <a:extLst>
              <a:ext uri="{FF2B5EF4-FFF2-40B4-BE49-F238E27FC236}">
                <a16:creationId xmlns:a16="http://schemas.microsoft.com/office/drawing/2014/main" id="{4A63DA36-3B2F-3F23-5A44-E9021FEB53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2913" y="182663"/>
            <a:ext cx="3942212" cy="644400"/>
          </a:xfrm>
          <a:prstGeom prst="rect">
            <a:avLst/>
          </a:prstGeom>
        </p:spPr>
      </p:pic>
      <p:pic>
        <p:nvPicPr>
          <p:cNvPr id="16" name="Imagen 15">
            <a:extLst>
              <a:ext uri="{FF2B5EF4-FFF2-40B4-BE49-F238E27FC236}">
                <a16:creationId xmlns:a16="http://schemas.microsoft.com/office/drawing/2014/main" id="{0F51C48A-2D0F-6EC2-2B95-4072F52F7599}"/>
              </a:ext>
            </a:extLst>
          </p:cNvPr>
          <p:cNvPicPr>
            <a:picLocks noChangeAspect="1"/>
          </p:cNvPicPr>
          <p:nvPr userDrawn="1"/>
        </p:nvPicPr>
        <p:blipFill>
          <a:blip r:embed="rId4">
            <a:alphaModFix amt="20000"/>
          </a:blip>
          <a:srcRect r="51322"/>
          <a:stretch/>
        </p:blipFill>
        <p:spPr>
          <a:xfrm>
            <a:off x="42725" y="3202943"/>
            <a:ext cx="4651513" cy="3655057"/>
          </a:xfrm>
          <a:prstGeom prst="rect">
            <a:avLst/>
          </a:prstGeom>
        </p:spPr>
      </p:pic>
      <p:sp>
        <p:nvSpPr>
          <p:cNvPr id="5" name="object 9">
            <a:extLst>
              <a:ext uri="{FF2B5EF4-FFF2-40B4-BE49-F238E27FC236}">
                <a16:creationId xmlns:a16="http://schemas.microsoft.com/office/drawing/2014/main" id="{EBDAB953-0C3C-5FB2-E2E6-5CDEE047A2C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9374509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cado derech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userDrawn="1"/>
        </p:nvSpPr>
        <p:spPr>
          <a:xfrm>
            <a:off x="4638675" y="0"/>
            <a:ext cx="678656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userDrawn="1"/>
        </p:nvCxnSpPr>
        <p:spPr>
          <a:xfrm>
            <a:off x="453224" y="1013917"/>
            <a:ext cx="356218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tx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pic>
        <p:nvPicPr>
          <p:cNvPr id="16" name="Imagen 15">
            <a:extLst>
              <a:ext uri="{FF2B5EF4-FFF2-40B4-BE49-F238E27FC236}">
                <a16:creationId xmlns:a16="http://schemas.microsoft.com/office/drawing/2014/main" id="{0F51C48A-2D0F-6EC2-2B95-4072F52F7599}"/>
              </a:ext>
            </a:extLst>
          </p:cNvPr>
          <p:cNvPicPr>
            <a:picLocks noChangeAspect="1"/>
          </p:cNvPicPr>
          <p:nvPr userDrawn="1"/>
        </p:nvPicPr>
        <p:blipFill>
          <a:blip r:embed="rId2">
            <a:alphaModFix amt="20000"/>
          </a:blip>
          <a:srcRect l="9024" t="-9640" r="19954" b="9640"/>
          <a:stretch/>
        </p:blipFill>
        <p:spPr>
          <a:xfrm rot="10800000">
            <a:off x="4638674" y="-21351"/>
            <a:ext cx="6786563" cy="3655057"/>
          </a:xfrm>
          <a:prstGeom prst="rect">
            <a:avLst/>
          </a:prstGeom>
        </p:spPr>
      </p:pic>
      <p:sp>
        <p:nvSpPr>
          <p:cNvPr id="6" name="Rectángulo 5">
            <a:extLst>
              <a:ext uri="{FF2B5EF4-FFF2-40B4-BE49-F238E27FC236}">
                <a16:creationId xmlns:a16="http://schemas.microsoft.com/office/drawing/2014/main" id="{9665FFC6-33B1-BD65-BD4A-B9EE368F4DA5}"/>
              </a:ext>
            </a:extLst>
          </p:cNvPr>
          <p:cNvSpPr/>
          <p:nvPr userDrawn="1"/>
        </p:nvSpPr>
        <p:spPr>
          <a:xfrm>
            <a:off x="-1" y="5873750"/>
            <a:ext cx="4632325"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object 9">
            <a:extLst>
              <a:ext uri="{FF2B5EF4-FFF2-40B4-BE49-F238E27FC236}">
                <a16:creationId xmlns:a16="http://schemas.microsoft.com/office/drawing/2014/main" id="{52B19AD7-C51D-E81B-7B1A-7729F097AEB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70931241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stacado superior">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userDrawn="1"/>
        </p:nvSpPr>
        <p:spPr>
          <a:xfrm>
            <a:off x="0" y="1013918"/>
            <a:ext cx="11425238" cy="45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631184" y="1153467"/>
            <a:ext cx="3384225" cy="354970"/>
          </a:xfrm>
          <a:prstGeom prst="rect">
            <a:avLst/>
          </a:prstGeom>
        </p:spPr>
        <p:txBody>
          <a:bodyPr lIns="0" tIns="0" rIns="0" bIns="0"/>
          <a:lstStyle>
            <a:lvl1pPr>
              <a:defRPr sz="2800">
                <a:solidFill>
                  <a:schemeClr val="bg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614149" y="1554157"/>
            <a:ext cx="3401260"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sp>
        <p:nvSpPr>
          <p:cNvPr id="6" name="object 9">
            <a:extLst>
              <a:ext uri="{FF2B5EF4-FFF2-40B4-BE49-F238E27FC236}">
                <a16:creationId xmlns:a16="http://schemas.microsoft.com/office/drawing/2014/main" id="{41622A1E-4B46-807A-A835-406858E329F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60863480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stacado inferior">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D557B99B-EB5B-743D-D040-A78CB7E09F0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77100D7B-40D6-8187-1EC1-75F10AD22CF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3" name="Rectángulo 2">
            <a:extLst>
              <a:ext uri="{FF2B5EF4-FFF2-40B4-BE49-F238E27FC236}">
                <a16:creationId xmlns:a16="http://schemas.microsoft.com/office/drawing/2014/main" id="{4C455573-B877-F894-1150-061517FF96BF}"/>
              </a:ext>
            </a:extLst>
          </p:cNvPr>
          <p:cNvSpPr/>
          <p:nvPr userDrawn="1"/>
        </p:nvSpPr>
        <p:spPr>
          <a:xfrm>
            <a:off x="0" y="5537200"/>
            <a:ext cx="11425238" cy="1320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792119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stacado inferior 2">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78EAB2C-2E05-3C88-DEEC-0866BDA8EDF2}"/>
              </a:ext>
            </a:extLst>
          </p:cNvPr>
          <p:cNvSpPr/>
          <p:nvPr userDrawn="1"/>
        </p:nvSpPr>
        <p:spPr>
          <a:xfrm>
            <a:off x="0" y="4299154"/>
            <a:ext cx="11425238" cy="2558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Conector recto 6">
            <a:extLst>
              <a:ext uri="{FF2B5EF4-FFF2-40B4-BE49-F238E27FC236}">
                <a16:creationId xmlns:a16="http://schemas.microsoft.com/office/drawing/2014/main" id="{D557B99B-EB5B-743D-D040-A78CB7E09F0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984D3EAB-408A-1F91-2762-5F8A4F89782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400925249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a_Título y subtítulo">
    <p:spTree>
      <p:nvGrpSpPr>
        <p:cNvPr id="1" name=""/>
        <p:cNvGrpSpPr/>
        <p:nvPr/>
      </p:nvGrpSpPr>
      <p:grpSpPr>
        <a:xfrm>
          <a:off x="0" y="0"/>
          <a:ext cx="0" cy="0"/>
          <a:chOff x="0" y="0"/>
          <a:chExt cx="0" cy="0"/>
        </a:xfrm>
      </p:grpSpPr>
      <p:cxnSp>
        <p:nvCxnSpPr>
          <p:cNvPr id="2" name="Conector recto 1">
            <a:extLst>
              <a:ext uri="{FF2B5EF4-FFF2-40B4-BE49-F238E27FC236}">
                <a16:creationId xmlns:a16="http://schemas.microsoft.com/office/drawing/2014/main" id="{74691444-A7AD-CD65-EE22-2037D3602C00}"/>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object 9">
            <a:extLst>
              <a:ext uri="{FF2B5EF4-FFF2-40B4-BE49-F238E27FC236}">
                <a16:creationId xmlns:a16="http://schemas.microsoft.com/office/drawing/2014/main" id="{882FDF63-21C2-EAB2-D733-51EE6B5D4C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79200267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CC4CBF3F-D013-B09D-0705-914EAC4707A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35024392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con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6"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442914"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7"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6305398"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 name="object 9">
            <a:extLst>
              <a:ext uri="{FF2B5EF4-FFF2-40B4-BE49-F238E27FC236}">
                <a16:creationId xmlns:a16="http://schemas.microsoft.com/office/drawing/2014/main" id="{07B592F0-4B66-5CE2-7AE2-4E590157855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40300651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apositiva 2 párrafos de texto con graficos">
    <p:spTree>
      <p:nvGrpSpPr>
        <p:cNvPr id="1" name=""/>
        <p:cNvGrpSpPr/>
        <p:nvPr/>
      </p:nvGrpSpPr>
      <p:grpSpPr>
        <a:xfrm>
          <a:off x="0" y="0"/>
          <a:ext cx="0" cy="0"/>
          <a:chOff x="0" y="0"/>
          <a:chExt cx="0" cy="0"/>
        </a:xfrm>
      </p:grpSpPr>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3" name="Marcador de gráfico 2">
            <a:extLst>
              <a:ext uri="{FF2B5EF4-FFF2-40B4-BE49-F238E27FC236}">
                <a16:creationId xmlns:a16="http://schemas.microsoft.com/office/drawing/2014/main" id="{E738606C-2CE1-E274-9D1E-0300D75760F0}"/>
              </a:ext>
            </a:extLst>
          </p:cNvPr>
          <p:cNvSpPr>
            <a:spLocks noGrp="1"/>
          </p:cNvSpPr>
          <p:nvPr>
            <p:ph type="chart" sz="quarter" idx="54"/>
          </p:nvPr>
        </p:nvSpPr>
        <p:spPr>
          <a:xfrm>
            <a:off x="434975" y="4232845"/>
            <a:ext cx="5127625" cy="1644650"/>
          </a:xfrm>
          <a:prstGeom prst="rect">
            <a:avLst/>
          </a:prstGeom>
        </p:spPr>
        <p:txBody>
          <a:bodyPr/>
          <a:lstStyle>
            <a:lvl1pPr marL="0" indent="0">
              <a:buNone/>
              <a:defRPr sz="1400"/>
            </a:lvl1pPr>
          </a:lstStyle>
          <a:p>
            <a:endParaRPr lang="es-ES"/>
          </a:p>
        </p:txBody>
      </p:sp>
      <p:sp>
        <p:nvSpPr>
          <p:cNvPr id="4" name="Marcador de gráfico 2">
            <a:extLst>
              <a:ext uri="{FF2B5EF4-FFF2-40B4-BE49-F238E27FC236}">
                <a16:creationId xmlns:a16="http://schemas.microsoft.com/office/drawing/2014/main" id="{F836F98C-43DF-B348-AF4B-8DA4BADD9CFE}"/>
              </a:ext>
            </a:extLst>
          </p:cNvPr>
          <p:cNvSpPr>
            <a:spLocks noGrp="1"/>
          </p:cNvSpPr>
          <p:nvPr>
            <p:ph type="chart" sz="quarter" idx="55"/>
          </p:nvPr>
        </p:nvSpPr>
        <p:spPr>
          <a:xfrm>
            <a:off x="6289675" y="4232845"/>
            <a:ext cx="5127625" cy="1644650"/>
          </a:xfrm>
          <a:prstGeom prst="rect">
            <a:avLst/>
          </a:prstGeom>
        </p:spPr>
        <p:txBody>
          <a:bodyPr/>
          <a:lstStyle>
            <a:lvl1pPr marL="0" indent="0">
              <a:buNone/>
              <a:defRPr sz="1400"/>
            </a:lvl1pPr>
          </a:lstStyle>
          <a:p>
            <a:endParaRPr lang="es-ES"/>
          </a:p>
        </p:txBody>
      </p:sp>
      <p:sp>
        <p:nvSpPr>
          <p:cNvPr id="5"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9"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8"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2" name="object 9">
            <a:extLst>
              <a:ext uri="{FF2B5EF4-FFF2-40B4-BE49-F238E27FC236}">
                <a16:creationId xmlns:a16="http://schemas.microsoft.com/office/drawing/2014/main" id="{B1C9E0F5-71AC-C3E1-9BDC-6CC827F8017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89937600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con imagen superior e inferior">
    <p:spTree>
      <p:nvGrpSpPr>
        <p:cNvPr id="1" name=""/>
        <p:cNvGrpSpPr/>
        <p:nvPr/>
      </p:nvGrpSpPr>
      <p:grpSpPr>
        <a:xfrm>
          <a:off x="0" y="0"/>
          <a:ext cx="0" cy="0"/>
          <a:chOff x="0" y="0"/>
          <a:chExt cx="0" cy="0"/>
        </a:xfrm>
      </p:grpSpPr>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456223" y="2427136"/>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456222" y="2128703"/>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456221" y="4241013"/>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19" name="Conector recto 18">
            <a:extLst>
              <a:ext uri="{FF2B5EF4-FFF2-40B4-BE49-F238E27FC236}">
                <a16:creationId xmlns:a16="http://schemas.microsoft.com/office/drawing/2014/main" id="{310E6557-275E-AFEE-40DD-7010A814FBAB}"/>
              </a:ext>
            </a:extLst>
          </p:cNvPr>
          <p:cNvCxnSpPr>
            <a:cxnSpLocks/>
          </p:cNvCxnSpPr>
          <p:nvPr userDrawn="1"/>
        </p:nvCxnSpPr>
        <p:spPr>
          <a:xfrm>
            <a:off x="457656" y="4070553"/>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0" name="Grupo 19">
            <a:extLst>
              <a:ext uri="{FF2B5EF4-FFF2-40B4-BE49-F238E27FC236}">
                <a16:creationId xmlns:a16="http://schemas.microsoft.com/office/drawing/2014/main" id="{48583958-BC17-6291-C298-90D9B092702C}"/>
              </a:ext>
            </a:extLst>
          </p:cNvPr>
          <p:cNvGrpSpPr/>
          <p:nvPr userDrawn="1"/>
        </p:nvGrpSpPr>
        <p:grpSpPr>
          <a:xfrm rot="5400000">
            <a:off x="2925602" y="3980298"/>
            <a:ext cx="183795" cy="183795"/>
            <a:chOff x="2103120" y="3131820"/>
            <a:chExt cx="182880" cy="182880"/>
          </a:xfrm>
          <a:solidFill>
            <a:schemeClr val="accent3"/>
          </a:solidFill>
        </p:grpSpPr>
        <p:sp>
          <p:nvSpPr>
            <p:cNvPr id="21" name="Elipse 20">
              <a:extLst>
                <a:ext uri="{FF2B5EF4-FFF2-40B4-BE49-F238E27FC236}">
                  <a16:creationId xmlns:a16="http://schemas.microsoft.com/office/drawing/2014/main" id="{8D3DCC7C-BFD4-4422-F9E4-08D8C1CD825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object 21">
              <a:extLst>
                <a:ext uri="{FF2B5EF4-FFF2-40B4-BE49-F238E27FC236}">
                  <a16:creationId xmlns:a16="http://schemas.microsoft.com/office/drawing/2014/main" id="{4E383C8D-7890-6726-7728-F046F18C1C9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3"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6305400" y="4256393"/>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4"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6305399"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25"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6305400" y="2132118"/>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26" name="Conector recto 25">
            <a:extLst>
              <a:ext uri="{FF2B5EF4-FFF2-40B4-BE49-F238E27FC236}">
                <a16:creationId xmlns:a16="http://schemas.microsoft.com/office/drawing/2014/main" id="{8C69C394-A7BE-D8F5-2C18-DC71E12DE2D9}"/>
              </a:ext>
            </a:extLst>
          </p:cNvPr>
          <p:cNvCxnSpPr>
            <a:cxnSpLocks/>
          </p:cNvCxnSpPr>
          <p:nvPr userDrawn="1"/>
        </p:nvCxnSpPr>
        <p:spPr>
          <a:xfrm>
            <a:off x="6305399" y="3782961"/>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7" name="Grupo 26">
            <a:extLst>
              <a:ext uri="{FF2B5EF4-FFF2-40B4-BE49-F238E27FC236}">
                <a16:creationId xmlns:a16="http://schemas.microsoft.com/office/drawing/2014/main" id="{AAEB6E8C-CAC0-C89F-E9C5-8C7816597643}"/>
              </a:ext>
            </a:extLst>
          </p:cNvPr>
          <p:cNvGrpSpPr/>
          <p:nvPr userDrawn="1"/>
        </p:nvGrpSpPr>
        <p:grpSpPr>
          <a:xfrm rot="16200000">
            <a:off x="8773345" y="3692706"/>
            <a:ext cx="183795" cy="183795"/>
            <a:chOff x="2103120" y="3131820"/>
            <a:chExt cx="182880" cy="182880"/>
          </a:xfrm>
          <a:solidFill>
            <a:schemeClr val="accent3"/>
          </a:solidFill>
        </p:grpSpPr>
        <p:sp>
          <p:nvSpPr>
            <p:cNvPr id="28" name="Elipse 27">
              <a:extLst>
                <a:ext uri="{FF2B5EF4-FFF2-40B4-BE49-F238E27FC236}">
                  <a16:creationId xmlns:a16="http://schemas.microsoft.com/office/drawing/2014/main" id="{0E264123-15B7-C798-8196-A2B110A9BD3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object 21">
              <a:extLst>
                <a:ext uri="{FF2B5EF4-FFF2-40B4-BE49-F238E27FC236}">
                  <a16:creationId xmlns:a16="http://schemas.microsoft.com/office/drawing/2014/main" id="{DF06CBFA-841A-F839-EC31-26B2322AD06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3" name="object 9">
            <a:extLst>
              <a:ext uri="{FF2B5EF4-FFF2-40B4-BE49-F238E27FC236}">
                <a16:creationId xmlns:a16="http://schemas.microsoft.com/office/drawing/2014/main" id="{1E8B384D-EFE8-B254-B57E-CDBD7E22700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90408592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texto 4">
            <a:extLst>
              <a:ext uri="{FF2B5EF4-FFF2-40B4-BE49-F238E27FC236}">
                <a16:creationId xmlns:a16="http://schemas.microsoft.com/office/drawing/2014/main" id="{B74EB114-074D-5CC5-0A00-2B8F9BF2B214}"/>
              </a:ext>
            </a:extLst>
          </p:cNvPr>
          <p:cNvSpPr>
            <a:spLocks noGrp="1"/>
          </p:cNvSpPr>
          <p:nvPr>
            <p:ph type="body" sz="quarter" idx="52" hasCustomPrompt="1"/>
          </p:nvPr>
        </p:nvSpPr>
        <p:spPr>
          <a:xfrm>
            <a:off x="4310679"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3" name="Marcador de texto 4">
            <a:extLst>
              <a:ext uri="{FF2B5EF4-FFF2-40B4-BE49-F238E27FC236}">
                <a16:creationId xmlns:a16="http://schemas.microsoft.com/office/drawing/2014/main" id="{4FBFB1E4-5815-4C8D-5150-22B72F2C9C28}"/>
              </a:ext>
            </a:extLst>
          </p:cNvPr>
          <p:cNvSpPr>
            <a:spLocks noGrp="1"/>
          </p:cNvSpPr>
          <p:nvPr>
            <p:ph type="body" sz="quarter" idx="53" hasCustomPrompt="1"/>
          </p:nvPr>
        </p:nvSpPr>
        <p:spPr>
          <a:xfrm>
            <a:off x="4310678"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4" name="Marcador de texto 4">
            <a:extLst>
              <a:ext uri="{FF2B5EF4-FFF2-40B4-BE49-F238E27FC236}">
                <a16:creationId xmlns:a16="http://schemas.microsoft.com/office/drawing/2014/main" id="{C615139D-31E1-B8FE-684A-4C4F3617BB73}"/>
              </a:ext>
            </a:extLst>
          </p:cNvPr>
          <p:cNvSpPr>
            <a:spLocks noGrp="1"/>
          </p:cNvSpPr>
          <p:nvPr>
            <p:ph type="body" sz="quarter" idx="54" hasCustomPrompt="1"/>
          </p:nvPr>
        </p:nvSpPr>
        <p:spPr>
          <a:xfrm>
            <a:off x="8178443"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 name="Marcador de texto 4">
            <a:extLst>
              <a:ext uri="{FF2B5EF4-FFF2-40B4-BE49-F238E27FC236}">
                <a16:creationId xmlns:a16="http://schemas.microsoft.com/office/drawing/2014/main" id="{B50B2677-5E13-2B6C-9AE1-DFB657EEF1D9}"/>
              </a:ext>
            </a:extLst>
          </p:cNvPr>
          <p:cNvSpPr>
            <a:spLocks noGrp="1"/>
          </p:cNvSpPr>
          <p:nvPr>
            <p:ph type="body" sz="quarter" idx="55" hasCustomPrompt="1"/>
          </p:nvPr>
        </p:nvSpPr>
        <p:spPr>
          <a:xfrm>
            <a:off x="8178442"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6" name="object 9">
            <a:extLst>
              <a:ext uri="{FF2B5EF4-FFF2-40B4-BE49-F238E27FC236}">
                <a16:creationId xmlns:a16="http://schemas.microsoft.com/office/drawing/2014/main" id="{8407850B-0CD6-58B7-A3DF-2A98C0F3A1A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49837566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con imagen">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10679"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10678"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2"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 name="object 9">
            <a:extLst>
              <a:ext uri="{FF2B5EF4-FFF2-40B4-BE49-F238E27FC236}">
                <a16:creationId xmlns:a16="http://schemas.microsoft.com/office/drawing/2014/main" id="{29200278-49F6-31B4-8982-011B10B0C33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97477397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con imagen 2">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06991" y="2448518"/>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06990" y="213863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0" y="4094586"/>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2" name="Conector recto 1">
            <a:extLst>
              <a:ext uri="{FF2B5EF4-FFF2-40B4-BE49-F238E27FC236}">
                <a16:creationId xmlns:a16="http://schemas.microsoft.com/office/drawing/2014/main" id="{D5C65617-EC74-C177-2B5D-EB26478F076A}"/>
              </a:ext>
            </a:extLst>
          </p:cNvPr>
          <p:cNvCxnSpPr>
            <a:cxnSpLocks/>
          </p:cNvCxnSpPr>
          <p:nvPr userDrawn="1"/>
        </p:nvCxnSpPr>
        <p:spPr>
          <a:xfrm>
            <a:off x="4352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2D06DCC2-A1C5-85C8-8F90-01130B38E467}"/>
              </a:ext>
            </a:extLst>
          </p:cNvPr>
          <p:cNvGrpSpPr/>
          <p:nvPr userDrawn="1"/>
        </p:nvGrpSpPr>
        <p:grpSpPr>
          <a:xfrm rot="16200000">
            <a:off x="1969297" y="3845712"/>
            <a:ext cx="183795" cy="183795"/>
            <a:chOff x="2103120" y="3131820"/>
            <a:chExt cx="182880" cy="182880"/>
          </a:xfrm>
          <a:solidFill>
            <a:schemeClr val="accent3"/>
          </a:solidFill>
        </p:grpSpPr>
        <p:sp>
          <p:nvSpPr>
            <p:cNvPr id="4" name="Elipse 3">
              <a:extLst>
                <a:ext uri="{FF2B5EF4-FFF2-40B4-BE49-F238E27FC236}">
                  <a16:creationId xmlns:a16="http://schemas.microsoft.com/office/drawing/2014/main" id="{9ED635CA-FAA9-6D06-1190-561F592A909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bject 21">
              <a:extLst>
                <a:ext uri="{FF2B5EF4-FFF2-40B4-BE49-F238E27FC236}">
                  <a16:creationId xmlns:a16="http://schemas.microsoft.com/office/drawing/2014/main" id="{29A35DC7-0B3C-199C-A7B8-0D400096FBA8}"/>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8" name="Conector recto 7">
            <a:extLst>
              <a:ext uri="{FF2B5EF4-FFF2-40B4-BE49-F238E27FC236}">
                <a16:creationId xmlns:a16="http://schemas.microsoft.com/office/drawing/2014/main" id="{BCA9133D-E81E-3FC9-29C9-32B56DF6A01C}"/>
              </a:ext>
            </a:extLst>
          </p:cNvPr>
          <p:cNvCxnSpPr>
            <a:cxnSpLocks/>
          </p:cNvCxnSpPr>
          <p:nvPr userDrawn="1"/>
        </p:nvCxnSpPr>
        <p:spPr>
          <a:xfrm>
            <a:off x="43087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1" name="Grupo 20">
            <a:extLst>
              <a:ext uri="{FF2B5EF4-FFF2-40B4-BE49-F238E27FC236}">
                <a16:creationId xmlns:a16="http://schemas.microsoft.com/office/drawing/2014/main" id="{53AE08B3-9BFE-6955-B4E8-D56D7D8B1E92}"/>
              </a:ext>
            </a:extLst>
          </p:cNvPr>
          <p:cNvGrpSpPr/>
          <p:nvPr userDrawn="1"/>
        </p:nvGrpSpPr>
        <p:grpSpPr>
          <a:xfrm rot="5400000">
            <a:off x="5842797" y="3845712"/>
            <a:ext cx="183795" cy="183795"/>
            <a:chOff x="2103120" y="3131820"/>
            <a:chExt cx="182880" cy="182880"/>
          </a:xfrm>
          <a:solidFill>
            <a:schemeClr val="accent3"/>
          </a:solidFill>
        </p:grpSpPr>
        <p:sp>
          <p:nvSpPr>
            <p:cNvPr id="22" name="Elipse 21">
              <a:extLst>
                <a:ext uri="{FF2B5EF4-FFF2-40B4-BE49-F238E27FC236}">
                  <a16:creationId xmlns:a16="http://schemas.microsoft.com/office/drawing/2014/main" id="{494C5EF1-AB3C-455C-10D0-00AA9C29BA7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object 21">
              <a:extLst>
                <a:ext uri="{FF2B5EF4-FFF2-40B4-BE49-F238E27FC236}">
                  <a16:creationId xmlns:a16="http://schemas.microsoft.com/office/drawing/2014/main" id="{8E34B617-ECF4-BACA-4773-C7B21EE91C07}"/>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4" name="Conector recto 23">
            <a:extLst>
              <a:ext uri="{FF2B5EF4-FFF2-40B4-BE49-F238E27FC236}">
                <a16:creationId xmlns:a16="http://schemas.microsoft.com/office/drawing/2014/main" id="{00CEAC8A-6532-5DC3-4F9C-6FD8CFF583C6}"/>
              </a:ext>
            </a:extLst>
          </p:cNvPr>
          <p:cNvCxnSpPr>
            <a:cxnSpLocks/>
          </p:cNvCxnSpPr>
          <p:nvPr userDrawn="1"/>
        </p:nvCxnSpPr>
        <p:spPr>
          <a:xfrm>
            <a:off x="817594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6E243CD2-1E46-1563-348B-D27FF8B20E32}"/>
              </a:ext>
            </a:extLst>
          </p:cNvPr>
          <p:cNvGrpSpPr/>
          <p:nvPr userDrawn="1"/>
        </p:nvGrpSpPr>
        <p:grpSpPr>
          <a:xfrm rot="16200000">
            <a:off x="9709947" y="384571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872D4682-F1D0-5581-F385-960DF0E8723C}"/>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9BE5C462-22EC-EB8E-D81F-E6D2FB11F621}"/>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91132DE4-D329-3843-9FBD-9FC18DA32A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98955038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2" name="object 9">
            <a:extLst>
              <a:ext uri="{FF2B5EF4-FFF2-40B4-BE49-F238E27FC236}">
                <a16:creationId xmlns:a16="http://schemas.microsoft.com/office/drawing/2014/main" id="{FDC03FC9-43DE-7D8A-6BAE-C832662129A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00051381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e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2" name="Marcador de posición de imagen 4">
            <a:extLst>
              <a:ext uri="{FF2B5EF4-FFF2-40B4-BE49-F238E27FC236}">
                <a16:creationId xmlns:a16="http://schemas.microsoft.com/office/drawing/2014/main" id="{6A1618E5-6F04-BAD4-1A40-7D0D08F4E538}"/>
              </a:ext>
            </a:extLst>
          </p:cNvPr>
          <p:cNvSpPr>
            <a:spLocks noGrp="1"/>
          </p:cNvSpPr>
          <p:nvPr>
            <p:ph type="pic" sz="quarter" idx="42"/>
          </p:nvPr>
        </p:nvSpPr>
        <p:spPr>
          <a:xfrm>
            <a:off x="442914"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 name="Marcador de posición de imagen 4">
            <a:extLst>
              <a:ext uri="{FF2B5EF4-FFF2-40B4-BE49-F238E27FC236}">
                <a16:creationId xmlns:a16="http://schemas.microsoft.com/office/drawing/2014/main" id="{CFCC8445-63D3-43F5-D093-6E01A376E7A6}"/>
              </a:ext>
            </a:extLst>
          </p:cNvPr>
          <p:cNvSpPr>
            <a:spLocks noGrp="1"/>
          </p:cNvSpPr>
          <p:nvPr>
            <p:ph type="pic" sz="quarter" idx="58"/>
          </p:nvPr>
        </p:nvSpPr>
        <p:spPr>
          <a:xfrm>
            <a:off x="3274605"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4" name="Marcador de posición de imagen 4">
            <a:extLst>
              <a:ext uri="{FF2B5EF4-FFF2-40B4-BE49-F238E27FC236}">
                <a16:creationId xmlns:a16="http://schemas.microsoft.com/office/drawing/2014/main" id="{23E3F772-6365-AFE6-5184-243A2EE6CD1E}"/>
              </a:ext>
            </a:extLst>
          </p:cNvPr>
          <p:cNvSpPr>
            <a:spLocks noGrp="1"/>
          </p:cNvSpPr>
          <p:nvPr>
            <p:ph type="pic" sz="quarter" idx="59"/>
          </p:nvPr>
        </p:nvSpPr>
        <p:spPr>
          <a:xfrm>
            <a:off x="6098921"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5" name="Marcador de posición de imagen 4">
            <a:extLst>
              <a:ext uri="{FF2B5EF4-FFF2-40B4-BE49-F238E27FC236}">
                <a16:creationId xmlns:a16="http://schemas.microsoft.com/office/drawing/2014/main" id="{2971FE7C-14EF-A982-29C5-EAA43B9FCB51}"/>
              </a:ext>
            </a:extLst>
          </p:cNvPr>
          <p:cNvSpPr>
            <a:spLocks noGrp="1"/>
          </p:cNvSpPr>
          <p:nvPr>
            <p:ph type="pic" sz="quarter" idx="60"/>
          </p:nvPr>
        </p:nvSpPr>
        <p:spPr>
          <a:xfrm>
            <a:off x="8974856"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6" name="object 9">
            <a:extLst>
              <a:ext uri="{FF2B5EF4-FFF2-40B4-BE49-F238E27FC236}">
                <a16:creationId xmlns:a16="http://schemas.microsoft.com/office/drawing/2014/main" id="{3A7792E5-6480-99FE-D029-2A3053F7349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56606718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e imagen 2">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8" name="Marcador de texto 4">
            <a:extLst>
              <a:ext uri="{FF2B5EF4-FFF2-40B4-BE49-F238E27FC236}">
                <a16:creationId xmlns:a16="http://schemas.microsoft.com/office/drawing/2014/main" id="{B93358EB-C919-8D7E-CB63-9F4D529363B6}"/>
              </a:ext>
            </a:extLst>
          </p:cNvPr>
          <p:cNvSpPr>
            <a:spLocks noGrp="1"/>
          </p:cNvSpPr>
          <p:nvPr>
            <p:ph type="body" sz="quarter" idx="52" hasCustomPrompt="1"/>
          </p:nvPr>
        </p:nvSpPr>
        <p:spPr>
          <a:xfrm>
            <a:off x="328348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9" name="Marcador de texto 4">
            <a:extLst>
              <a:ext uri="{FF2B5EF4-FFF2-40B4-BE49-F238E27FC236}">
                <a16:creationId xmlns:a16="http://schemas.microsoft.com/office/drawing/2014/main" id="{53EEE9C9-9F47-CFEE-BF64-E46346395166}"/>
              </a:ext>
            </a:extLst>
          </p:cNvPr>
          <p:cNvSpPr>
            <a:spLocks noGrp="1"/>
          </p:cNvSpPr>
          <p:nvPr>
            <p:ph type="body" sz="quarter" idx="53" hasCustomPrompt="1"/>
          </p:nvPr>
        </p:nvSpPr>
        <p:spPr>
          <a:xfrm>
            <a:off x="328348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24" name="Conector recto 23">
            <a:extLst>
              <a:ext uri="{FF2B5EF4-FFF2-40B4-BE49-F238E27FC236}">
                <a16:creationId xmlns:a16="http://schemas.microsoft.com/office/drawing/2014/main" id="{03FF3444-A61C-8564-02C6-8DC702F8C9CC}"/>
              </a:ext>
            </a:extLst>
          </p:cNvPr>
          <p:cNvCxnSpPr>
            <a:cxnSpLocks/>
          </p:cNvCxnSpPr>
          <p:nvPr userDrawn="1"/>
        </p:nvCxnSpPr>
        <p:spPr>
          <a:xfrm>
            <a:off x="42717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97BAD30E-AE03-E91B-3FBD-E1F08B9BF4DE}"/>
              </a:ext>
            </a:extLst>
          </p:cNvPr>
          <p:cNvGrpSpPr/>
          <p:nvPr userDrawn="1"/>
        </p:nvGrpSpPr>
        <p:grpSpPr>
          <a:xfrm rot="5400000">
            <a:off x="1575842" y="378856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CC4011B1-7BA6-76A1-2AF9-BFAF2ADF9D48}"/>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D3306548-9E5C-B5D5-6F6F-BAF32520A4DD}"/>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9" name="Marcador de posición de imagen 4">
            <a:extLst>
              <a:ext uri="{FF2B5EF4-FFF2-40B4-BE49-F238E27FC236}">
                <a16:creationId xmlns:a16="http://schemas.microsoft.com/office/drawing/2014/main" id="{EE89F001-4446-FBDB-86DE-DA5DFFA7439C}"/>
              </a:ext>
            </a:extLst>
          </p:cNvPr>
          <p:cNvSpPr>
            <a:spLocks noGrp="1"/>
          </p:cNvSpPr>
          <p:nvPr>
            <p:ph type="pic" sz="quarter" idx="42"/>
          </p:nvPr>
        </p:nvSpPr>
        <p:spPr>
          <a:xfrm>
            <a:off x="44291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0" name="Marcador de posición de imagen 4">
            <a:extLst>
              <a:ext uri="{FF2B5EF4-FFF2-40B4-BE49-F238E27FC236}">
                <a16:creationId xmlns:a16="http://schemas.microsoft.com/office/drawing/2014/main" id="{3D826F57-848A-9260-2E6C-C8DD02BFE3C7}"/>
              </a:ext>
            </a:extLst>
          </p:cNvPr>
          <p:cNvSpPr>
            <a:spLocks noGrp="1"/>
          </p:cNvSpPr>
          <p:nvPr>
            <p:ph type="pic" sz="quarter" idx="58"/>
          </p:nvPr>
        </p:nvSpPr>
        <p:spPr>
          <a:xfrm>
            <a:off x="328935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31" name="Conector recto 30">
            <a:extLst>
              <a:ext uri="{FF2B5EF4-FFF2-40B4-BE49-F238E27FC236}">
                <a16:creationId xmlns:a16="http://schemas.microsoft.com/office/drawing/2014/main" id="{5731336C-25EA-8769-5DEC-D57FD3EAAD2D}"/>
              </a:ext>
            </a:extLst>
          </p:cNvPr>
          <p:cNvCxnSpPr>
            <a:cxnSpLocks/>
          </p:cNvCxnSpPr>
          <p:nvPr userDrawn="1"/>
        </p:nvCxnSpPr>
        <p:spPr>
          <a:xfrm>
            <a:off x="329574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2" name="Grupo 31">
            <a:extLst>
              <a:ext uri="{FF2B5EF4-FFF2-40B4-BE49-F238E27FC236}">
                <a16:creationId xmlns:a16="http://schemas.microsoft.com/office/drawing/2014/main" id="{6A2DCAD9-5AFD-93F7-8B24-39399CA95F77}"/>
              </a:ext>
            </a:extLst>
          </p:cNvPr>
          <p:cNvGrpSpPr/>
          <p:nvPr userDrawn="1"/>
        </p:nvGrpSpPr>
        <p:grpSpPr>
          <a:xfrm rot="5400000">
            <a:off x="4444403" y="3788562"/>
            <a:ext cx="183795" cy="183795"/>
            <a:chOff x="2103120" y="3131820"/>
            <a:chExt cx="182880" cy="182880"/>
          </a:xfrm>
          <a:solidFill>
            <a:schemeClr val="accent3"/>
          </a:solidFill>
        </p:grpSpPr>
        <p:sp>
          <p:nvSpPr>
            <p:cNvPr id="33" name="Elipse 32">
              <a:extLst>
                <a:ext uri="{FF2B5EF4-FFF2-40B4-BE49-F238E27FC236}">
                  <a16:creationId xmlns:a16="http://schemas.microsoft.com/office/drawing/2014/main" id="{B4C8E63C-C478-0A29-C417-1453D9B16B6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object 21">
              <a:extLst>
                <a:ext uri="{FF2B5EF4-FFF2-40B4-BE49-F238E27FC236}">
                  <a16:creationId xmlns:a16="http://schemas.microsoft.com/office/drawing/2014/main" id="{904A9DFC-5A83-034B-499A-0ABE002AA243}"/>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9" name="Marcador de texto 4">
            <a:extLst>
              <a:ext uri="{FF2B5EF4-FFF2-40B4-BE49-F238E27FC236}">
                <a16:creationId xmlns:a16="http://schemas.microsoft.com/office/drawing/2014/main" id="{988D6920-490A-08D7-A2D5-4C4AC73F4C89}"/>
              </a:ext>
            </a:extLst>
          </p:cNvPr>
          <p:cNvSpPr>
            <a:spLocks noGrp="1"/>
          </p:cNvSpPr>
          <p:nvPr>
            <p:ph type="body" sz="quarter" idx="59" hasCustomPrompt="1"/>
          </p:nvPr>
        </p:nvSpPr>
        <p:spPr>
          <a:xfrm>
            <a:off x="612104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0" name="Marcador de texto 4">
            <a:extLst>
              <a:ext uri="{FF2B5EF4-FFF2-40B4-BE49-F238E27FC236}">
                <a16:creationId xmlns:a16="http://schemas.microsoft.com/office/drawing/2014/main" id="{10F5B170-AC98-054E-B859-0C7739C0C899}"/>
              </a:ext>
            </a:extLst>
          </p:cNvPr>
          <p:cNvSpPr>
            <a:spLocks noGrp="1"/>
          </p:cNvSpPr>
          <p:nvPr>
            <p:ph type="body" sz="quarter" idx="60" hasCustomPrompt="1"/>
          </p:nvPr>
        </p:nvSpPr>
        <p:spPr>
          <a:xfrm>
            <a:off x="612104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51" name="Marcador de texto 4">
            <a:extLst>
              <a:ext uri="{FF2B5EF4-FFF2-40B4-BE49-F238E27FC236}">
                <a16:creationId xmlns:a16="http://schemas.microsoft.com/office/drawing/2014/main" id="{DC7F0FCD-E9B1-37D5-9B34-4BFD70C96C8D}"/>
              </a:ext>
            </a:extLst>
          </p:cNvPr>
          <p:cNvSpPr>
            <a:spLocks noGrp="1"/>
          </p:cNvSpPr>
          <p:nvPr>
            <p:ph type="body" sz="quarter" idx="61" hasCustomPrompt="1"/>
          </p:nvPr>
        </p:nvSpPr>
        <p:spPr>
          <a:xfrm>
            <a:off x="896161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2" name="Marcador de texto 4">
            <a:extLst>
              <a:ext uri="{FF2B5EF4-FFF2-40B4-BE49-F238E27FC236}">
                <a16:creationId xmlns:a16="http://schemas.microsoft.com/office/drawing/2014/main" id="{FCF05967-4B1E-B537-F4D3-8A65261DADB9}"/>
              </a:ext>
            </a:extLst>
          </p:cNvPr>
          <p:cNvSpPr>
            <a:spLocks noGrp="1"/>
          </p:cNvSpPr>
          <p:nvPr>
            <p:ph type="body" sz="quarter" idx="62" hasCustomPrompt="1"/>
          </p:nvPr>
        </p:nvSpPr>
        <p:spPr>
          <a:xfrm>
            <a:off x="896161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53" name="Conector recto 52">
            <a:extLst>
              <a:ext uri="{FF2B5EF4-FFF2-40B4-BE49-F238E27FC236}">
                <a16:creationId xmlns:a16="http://schemas.microsoft.com/office/drawing/2014/main" id="{875F6326-4D92-41D9-B9A5-254D02620795}"/>
              </a:ext>
            </a:extLst>
          </p:cNvPr>
          <p:cNvCxnSpPr>
            <a:cxnSpLocks/>
          </p:cNvCxnSpPr>
          <p:nvPr userDrawn="1"/>
        </p:nvCxnSpPr>
        <p:spPr>
          <a:xfrm>
            <a:off x="610530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54" name="Grupo 53">
            <a:extLst>
              <a:ext uri="{FF2B5EF4-FFF2-40B4-BE49-F238E27FC236}">
                <a16:creationId xmlns:a16="http://schemas.microsoft.com/office/drawing/2014/main" id="{BAAC05BF-DE5A-EAA1-3494-17DC881460D8}"/>
              </a:ext>
            </a:extLst>
          </p:cNvPr>
          <p:cNvGrpSpPr/>
          <p:nvPr userDrawn="1"/>
        </p:nvGrpSpPr>
        <p:grpSpPr>
          <a:xfrm rot="5400000">
            <a:off x="7253972" y="3788562"/>
            <a:ext cx="183795" cy="183795"/>
            <a:chOff x="2103120" y="3131820"/>
            <a:chExt cx="182880" cy="182880"/>
          </a:xfrm>
          <a:solidFill>
            <a:schemeClr val="accent3"/>
          </a:solidFill>
        </p:grpSpPr>
        <p:sp>
          <p:nvSpPr>
            <p:cNvPr id="55" name="Elipse 54">
              <a:extLst>
                <a:ext uri="{FF2B5EF4-FFF2-40B4-BE49-F238E27FC236}">
                  <a16:creationId xmlns:a16="http://schemas.microsoft.com/office/drawing/2014/main" id="{8DD9BB87-7481-F40C-3357-8922693B7FB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object 21">
              <a:extLst>
                <a:ext uri="{FF2B5EF4-FFF2-40B4-BE49-F238E27FC236}">
                  <a16:creationId xmlns:a16="http://schemas.microsoft.com/office/drawing/2014/main" id="{9E947DCF-B981-BB7D-9ADE-88958CED8370}"/>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57" name="Marcador de posición de imagen 4">
            <a:extLst>
              <a:ext uri="{FF2B5EF4-FFF2-40B4-BE49-F238E27FC236}">
                <a16:creationId xmlns:a16="http://schemas.microsoft.com/office/drawing/2014/main" id="{5038F0D2-142B-B786-EE9D-573D376C7BC1}"/>
              </a:ext>
            </a:extLst>
          </p:cNvPr>
          <p:cNvSpPr>
            <a:spLocks noGrp="1"/>
          </p:cNvSpPr>
          <p:nvPr>
            <p:ph type="pic" sz="quarter" idx="63"/>
          </p:nvPr>
        </p:nvSpPr>
        <p:spPr>
          <a:xfrm>
            <a:off x="612104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58" name="Marcador de posición de imagen 4">
            <a:extLst>
              <a:ext uri="{FF2B5EF4-FFF2-40B4-BE49-F238E27FC236}">
                <a16:creationId xmlns:a16="http://schemas.microsoft.com/office/drawing/2014/main" id="{7E25E360-0BD1-0C03-BE72-C30F7B7E95DD}"/>
              </a:ext>
            </a:extLst>
          </p:cNvPr>
          <p:cNvSpPr>
            <a:spLocks noGrp="1"/>
          </p:cNvSpPr>
          <p:nvPr>
            <p:ph type="pic" sz="quarter" idx="64"/>
          </p:nvPr>
        </p:nvSpPr>
        <p:spPr>
          <a:xfrm>
            <a:off x="896748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59" name="Conector recto 58">
            <a:extLst>
              <a:ext uri="{FF2B5EF4-FFF2-40B4-BE49-F238E27FC236}">
                <a16:creationId xmlns:a16="http://schemas.microsoft.com/office/drawing/2014/main" id="{C05A1AF4-8C40-C230-165B-56C39AFE3A1A}"/>
              </a:ext>
            </a:extLst>
          </p:cNvPr>
          <p:cNvCxnSpPr>
            <a:cxnSpLocks/>
          </p:cNvCxnSpPr>
          <p:nvPr userDrawn="1"/>
        </p:nvCxnSpPr>
        <p:spPr>
          <a:xfrm>
            <a:off x="897387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60" name="Grupo 59">
            <a:extLst>
              <a:ext uri="{FF2B5EF4-FFF2-40B4-BE49-F238E27FC236}">
                <a16:creationId xmlns:a16="http://schemas.microsoft.com/office/drawing/2014/main" id="{B05E4C48-AA3C-3075-A401-5219CF1469A3}"/>
              </a:ext>
            </a:extLst>
          </p:cNvPr>
          <p:cNvGrpSpPr/>
          <p:nvPr userDrawn="1"/>
        </p:nvGrpSpPr>
        <p:grpSpPr>
          <a:xfrm rot="5400000">
            <a:off x="10122533" y="3788562"/>
            <a:ext cx="183795" cy="183795"/>
            <a:chOff x="2103120" y="3131820"/>
            <a:chExt cx="182880" cy="182880"/>
          </a:xfrm>
          <a:solidFill>
            <a:schemeClr val="accent3"/>
          </a:solidFill>
        </p:grpSpPr>
        <p:sp>
          <p:nvSpPr>
            <p:cNvPr id="61" name="Elipse 60">
              <a:extLst>
                <a:ext uri="{FF2B5EF4-FFF2-40B4-BE49-F238E27FC236}">
                  <a16:creationId xmlns:a16="http://schemas.microsoft.com/office/drawing/2014/main" id="{2D9F7112-8D24-3FCB-E8EE-398C09D576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object 21">
              <a:extLst>
                <a:ext uri="{FF2B5EF4-FFF2-40B4-BE49-F238E27FC236}">
                  <a16:creationId xmlns:a16="http://schemas.microsoft.com/office/drawing/2014/main" id="{ADD83FF3-8FC2-AB5A-B332-4A144DBD32A4}"/>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 name="object 9">
            <a:extLst>
              <a:ext uri="{FF2B5EF4-FFF2-40B4-BE49-F238E27FC236}">
                <a16:creationId xmlns:a16="http://schemas.microsoft.com/office/drawing/2014/main" id="{C8C87E55-1053-09F2-0FE7-981AA0734C9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93594386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Textos con imagen">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310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9" name="Marcador de texto 4">
            <a:extLst>
              <a:ext uri="{FF2B5EF4-FFF2-40B4-BE49-F238E27FC236}">
                <a16:creationId xmlns:a16="http://schemas.microsoft.com/office/drawing/2014/main" id="{9D97341D-C7D0-793B-72A5-5B961A4564E3}"/>
              </a:ext>
            </a:extLst>
          </p:cNvPr>
          <p:cNvSpPr>
            <a:spLocks noGrp="1"/>
          </p:cNvSpPr>
          <p:nvPr>
            <p:ph type="body" sz="quarter" idx="54" hasCustomPrompt="1"/>
          </p:nvPr>
        </p:nvSpPr>
        <p:spPr>
          <a:xfrm>
            <a:off x="4941172"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0" name="Marcador de texto 4">
            <a:extLst>
              <a:ext uri="{FF2B5EF4-FFF2-40B4-BE49-F238E27FC236}">
                <a16:creationId xmlns:a16="http://schemas.microsoft.com/office/drawing/2014/main" id="{F131B232-E55E-9421-8C3B-A6FF21EA31A4}"/>
              </a:ext>
            </a:extLst>
          </p:cNvPr>
          <p:cNvSpPr>
            <a:spLocks noGrp="1"/>
          </p:cNvSpPr>
          <p:nvPr>
            <p:ph type="body" sz="quarter" idx="55" hasCustomPrompt="1"/>
          </p:nvPr>
        </p:nvSpPr>
        <p:spPr>
          <a:xfrm>
            <a:off x="4941172"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11" name="Marcador de texto 4">
            <a:extLst>
              <a:ext uri="{FF2B5EF4-FFF2-40B4-BE49-F238E27FC236}">
                <a16:creationId xmlns:a16="http://schemas.microsoft.com/office/drawing/2014/main" id="{9C009D3D-A192-0518-5EDC-76B6E843C996}"/>
              </a:ext>
            </a:extLst>
          </p:cNvPr>
          <p:cNvSpPr>
            <a:spLocks noGrp="1"/>
          </p:cNvSpPr>
          <p:nvPr>
            <p:ph type="body" sz="quarter" idx="56" hasCustomPrompt="1"/>
          </p:nvPr>
        </p:nvSpPr>
        <p:spPr>
          <a:xfrm>
            <a:off x="7190300"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D5054331-B8F2-508B-5205-1C112EABAA72}"/>
              </a:ext>
            </a:extLst>
          </p:cNvPr>
          <p:cNvSpPr>
            <a:spLocks noGrp="1"/>
          </p:cNvSpPr>
          <p:nvPr>
            <p:ph type="body" sz="quarter" idx="57" hasCustomPrompt="1"/>
          </p:nvPr>
        </p:nvSpPr>
        <p:spPr>
          <a:xfrm>
            <a:off x="7190300"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13" name="Marcador de texto 4">
            <a:extLst>
              <a:ext uri="{FF2B5EF4-FFF2-40B4-BE49-F238E27FC236}">
                <a16:creationId xmlns:a16="http://schemas.microsoft.com/office/drawing/2014/main" id="{0D6047B4-6814-0F4F-7E9A-CE907EA62DA0}"/>
              </a:ext>
            </a:extLst>
          </p:cNvPr>
          <p:cNvSpPr>
            <a:spLocks noGrp="1"/>
          </p:cNvSpPr>
          <p:nvPr>
            <p:ph type="body" sz="quarter" idx="58" hasCustomPrompt="1"/>
          </p:nvPr>
        </p:nvSpPr>
        <p:spPr>
          <a:xfrm>
            <a:off x="948367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4" name="Marcador de texto 4">
            <a:extLst>
              <a:ext uri="{FF2B5EF4-FFF2-40B4-BE49-F238E27FC236}">
                <a16:creationId xmlns:a16="http://schemas.microsoft.com/office/drawing/2014/main" id="{64D32550-0170-EB97-8EA5-1E7B202CC09E}"/>
              </a:ext>
            </a:extLst>
          </p:cNvPr>
          <p:cNvSpPr>
            <a:spLocks noGrp="1"/>
          </p:cNvSpPr>
          <p:nvPr>
            <p:ph type="body" sz="quarter" idx="59" hasCustomPrompt="1"/>
          </p:nvPr>
        </p:nvSpPr>
        <p:spPr>
          <a:xfrm>
            <a:off x="948367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5" name="Marcador de posición de imagen 4">
            <a:extLst>
              <a:ext uri="{FF2B5EF4-FFF2-40B4-BE49-F238E27FC236}">
                <a16:creationId xmlns:a16="http://schemas.microsoft.com/office/drawing/2014/main" id="{3CAB8914-0EF2-0E23-9BAA-B7BD8B441D8F}"/>
              </a:ext>
            </a:extLst>
          </p:cNvPr>
          <p:cNvSpPr>
            <a:spLocks noGrp="1"/>
          </p:cNvSpPr>
          <p:nvPr>
            <p:ph type="pic" sz="quarter" idx="60"/>
          </p:nvPr>
        </p:nvSpPr>
        <p:spPr>
          <a:xfrm>
            <a:off x="45397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7" name="Marcador de posición de imagen 4">
            <a:extLst>
              <a:ext uri="{FF2B5EF4-FFF2-40B4-BE49-F238E27FC236}">
                <a16:creationId xmlns:a16="http://schemas.microsoft.com/office/drawing/2014/main" id="{D71646B0-F608-ED59-82AC-379DC270D805}"/>
              </a:ext>
            </a:extLst>
          </p:cNvPr>
          <p:cNvSpPr>
            <a:spLocks noGrp="1"/>
          </p:cNvSpPr>
          <p:nvPr>
            <p:ph type="pic" sz="quarter" idx="61"/>
          </p:nvPr>
        </p:nvSpPr>
        <p:spPr>
          <a:xfrm>
            <a:off x="268835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5" name="Marcador de posición de imagen 4">
            <a:extLst>
              <a:ext uri="{FF2B5EF4-FFF2-40B4-BE49-F238E27FC236}">
                <a16:creationId xmlns:a16="http://schemas.microsoft.com/office/drawing/2014/main" id="{CAD9905B-A468-06CE-8978-711E205DE008}"/>
              </a:ext>
            </a:extLst>
          </p:cNvPr>
          <p:cNvSpPr>
            <a:spLocks noGrp="1"/>
          </p:cNvSpPr>
          <p:nvPr>
            <p:ph type="pic" sz="quarter" idx="62"/>
          </p:nvPr>
        </p:nvSpPr>
        <p:spPr>
          <a:xfrm>
            <a:off x="493748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6" name="Marcador de posición de imagen 4">
            <a:extLst>
              <a:ext uri="{FF2B5EF4-FFF2-40B4-BE49-F238E27FC236}">
                <a16:creationId xmlns:a16="http://schemas.microsoft.com/office/drawing/2014/main" id="{B71095AE-1E97-E735-2479-48C2F53385ED}"/>
              </a:ext>
            </a:extLst>
          </p:cNvPr>
          <p:cNvSpPr>
            <a:spLocks noGrp="1"/>
          </p:cNvSpPr>
          <p:nvPr>
            <p:ph type="pic" sz="quarter" idx="63"/>
          </p:nvPr>
        </p:nvSpPr>
        <p:spPr>
          <a:xfrm>
            <a:off x="717186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7" name="Marcador de posición de imagen 4">
            <a:extLst>
              <a:ext uri="{FF2B5EF4-FFF2-40B4-BE49-F238E27FC236}">
                <a16:creationId xmlns:a16="http://schemas.microsoft.com/office/drawing/2014/main" id="{C13F77A1-ECCE-BCAE-C5A2-E53A2B07B351}"/>
              </a:ext>
            </a:extLst>
          </p:cNvPr>
          <p:cNvSpPr>
            <a:spLocks noGrp="1"/>
          </p:cNvSpPr>
          <p:nvPr>
            <p:ph type="pic" sz="quarter" idx="64"/>
          </p:nvPr>
        </p:nvSpPr>
        <p:spPr>
          <a:xfrm>
            <a:off x="947261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8" name="object 9">
            <a:extLst>
              <a:ext uri="{FF2B5EF4-FFF2-40B4-BE49-F238E27FC236}">
                <a16:creationId xmlns:a16="http://schemas.microsoft.com/office/drawing/2014/main" id="{5D4AEE88-33AA-CFCB-2B16-DB5B7CECA15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926171478"/>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Textos con imagen 2">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1260"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5" name="Marcador de posición de imagen 4">
            <a:extLst>
              <a:ext uri="{FF2B5EF4-FFF2-40B4-BE49-F238E27FC236}">
                <a16:creationId xmlns:a16="http://schemas.microsoft.com/office/drawing/2014/main" id="{E89AB406-2F5E-3B57-2E1A-E595E4545FD1}"/>
              </a:ext>
            </a:extLst>
          </p:cNvPr>
          <p:cNvSpPr>
            <a:spLocks noGrp="1"/>
          </p:cNvSpPr>
          <p:nvPr>
            <p:ph type="pic" sz="quarter" idx="42"/>
          </p:nvPr>
        </p:nvSpPr>
        <p:spPr>
          <a:xfrm>
            <a:off x="442914"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5" name="Marcador de posición de imagen 4">
            <a:extLst>
              <a:ext uri="{FF2B5EF4-FFF2-40B4-BE49-F238E27FC236}">
                <a16:creationId xmlns:a16="http://schemas.microsoft.com/office/drawing/2014/main" id="{4240CADC-3112-4952-0FD6-7E99D5696A22}"/>
              </a:ext>
            </a:extLst>
          </p:cNvPr>
          <p:cNvSpPr>
            <a:spLocks noGrp="1"/>
          </p:cNvSpPr>
          <p:nvPr>
            <p:ph type="pic" sz="quarter" idx="60"/>
          </p:nvPr>
        </p:nvSpPr>
        <p:spPr>
          <a:xfrm>
            <a:off x="2701260"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16" name="Conector recto 15">
            <a:extLst>
              <a:ext uri="{FF2B5EF4-FFF2-40B4-BE49-F238E27FC236}">
                <a16:creationId xmlns:a16="http://schemas.microsoft.com/office/drawing/2014/main" id="{4D8F8246-F4A7-4DFA-BA9F-B0321E7F74E1}"/>
              </a:ext>
            </a:extLst>
          </p:cNvPr>
          <p:cNvCxnSpPr>
            <a:cxnSpLocks/>
          </p:cNvCxnSpPr>
          <p:nvPr userDrawn="1"/>
        </p:nvCxnSpPr>
        <p:spPr>
          <a:xfrm>
            <a:off x="44291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7" name="Grupo 16">
            <a:extLst>
              <a:ext uri="{FF2B5EF4-FFF2-40B4-BE49-F238E27FC236}">
                <a16:creationId xmlns:a16="http://schemas.microsoft.com/office/drawing/2014/main" id="{0616E3BC-A058-7D3E-5857-461A2BD63534}"/>
              </a:ext>
            </a:extLst>
          </p:cNvPr>
          <p:cNvGrpSpPr/>
          <p:nvPr userDrawn="1"/>
        </p:nvGrpSpPr>
        <p:grpSpPr>
          <a:xfrm rot="5400000">
            <a:off x="1324471" y="3924519"/>
            <a:ext cx="183795" cy="183795"/>
            <a:chOff x="2103120" y="3131820"/>
            <a:chExt cx="182880" cy="182880"/>
          </a:xfrm>
          <a:solidFill>
            <a:schemeClr val="accent3"/>
          </a:solidFill>
        </p:grpSpPr>
        <p:sp>
          <p:nvSpPr>
            <p:cNvPr id="18" name="Elipse 17">
              <a:extLst>
                <a:ext uri="{FF2B5EF4-FFF2-40B4-BE49-F238E27FC236}">
                  <a16:creationId xmlns:a16="http://schemas.microsoft.com/office/drawing/2014/main" id="{1CB3EB1C-242A-D41A-9D2E-19A21BB431E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object 21">
              <a:extLst>
                <a:ext uri="{FF2B5EF4-FFF2-40B4-BE49-F238E27FC236}">
                  <a16:creationId xmlns:a16="http://schemas.microsoft.com/office/drawing/2014/main" id="{A97E1CB6-69C6-68E2-C915-C0C0AD7B814E}"/>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3" name="Conector recto 22">
            <a:extLst>
              <a:ext uri="{FF2B5EF4-FFF2-40B4-BE49-F238E27FC236}">
                <a16:creationId xmlns:a16="http://schemas.microsoft.com/office/drawing/2014/main" id="{398C877F-EA11-2106-96DC-92BEFCC2B74F}"/>
              </a:ext>
            </a:extLst>
          </p:cNvPr>
          <p:cNvCxnSpPr>
            <a:cxnSpLocks/>
          </p:cNvCxnSpPr>
          <p:nvPr userDrawn="1"/>
        </p:nvCxnSpPr>
        <p:spPr>
          <a:xfrm>
            <a:off x="267729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4" name="Grupo 23">
            <a:extLst>
              <a:ext uri="{FF2B5EF4-FFF2-40B4-BE49-F238E27FC236}">
                <a16:creationId xmlns:a16="http://schemas.microsoft.com/office/drawing/2014/main" id="{FF1FFD12-396F-FB9E-52C0-F0DEC2A81289}"/>
              </a:ext>
            </a:extLst>
          </p:cNvPr>
          <p:cNvGrpSpPr/>
          <p:nvPr userDrawn="1"/>
        </p:nvGrpSpPr>
        <p:grpSpPr>
          <a:xfrm rot="16200000">
            <a:off x="3558851" y="3924519"/>
            <a:ext cx="183795" cy="183795"/>
            <a:chOff x="2103120" y="3131820"/>
            <a:chExt cx="182880" cy="182880"/>
          </a:xfrm>
          <a:solidFill>
            <a:schemeClr val="accent3"/>
          </a:solidFill>
        </p:grpSpPr>
        <p:sp>
          <p:nvSpPr>
            <p:cNvPr id="25" name="Elipse 24">
              <a:extLst>
                <a:ext uri="{FF2B5EF4-FFF2-40B4-BE49-F238E27FC236}">
                  <a16:creationId xmlns:a16="http://schemas.microsoft.com/office/drawing/2014/main" id="{06679CFC-C61C-DC41-2449-042A97111D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object 21">
              <a:extLst>
                <a:ext uri="{FF2B5EF4-FFF2-40B4-BE49-F238E27FC236}">
                  <a16:creationId xmlns:a16="http://schemas.microsoft.com/office/drawing/2014/main" id="{26C45C85-560C-5469-05F6-253EEE78E15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7" name="Marcador de texto 4">
            <a:extLst>
              <a:ext uri="{FF2B5EF4-FFF2-40B4-BE49-F238E27FC236}">
                <a16:creationId xmlns:a16="http://schemas.microsoft.com/office/drawing/2014/main" id="{1F23610E-7FAD-2869-601E-1537682C7C1D}"/>
              </a:ext>
            </a:extLst>
          </p:cNvPr>
          <p:cNvSpPr>
            <a:spLocks noGrp="1"/>
          </p:cNvSpPr>
          <p:nvPr>
            <p:ph type="body" sz="quarter" idx="61" hasCustomPrompt="1"/>
          </p:nvPr>
        </p:nvSpPr>
        <p:spPr>
          <a:xfrm>
            <a:off x="4959608"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8" name="Marcador de texto 4">
            <a:extLst>
              <a:ext uri="{FF2B5EF4-FFF2-40B4-BE49-F238E27FC236}">
                <a16:creationId xmlns:a16="http://schemas.microsoft.com/office/drawing/2014/main" id="{FA82BA17-27E6-098D-CFA1-88E8DDC90AE5}"/>
              </a:ext>
            </a:extLst>
          </p:cNvPr>
          <p:cNvSpPr>
            <a:spLocks noGrp="1"/>
          </p:cNvSpPr>
          <p:nvPr>
            <p:ph type="body" sz="quarter" idx="62" hasCustomPrompt="1"/>
          </p:nvPr>
        </p:nvSpPr>
        <p:spPr>
          <a:xfrm>
            <a:off x="4959606"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29" name="Marcador de texto 4">
            <a:extLst>
              <a:ext uri="{FF2B5EF4-FFF2-40B4-BE49-F238E27FC236}">
                <a16:creationId xmlns:a16="http://schemas.microsoft.com/office/drawing/2014/main" id="{68658030-79D3-585D-0A2D-F7E5BAD4BE3F}"/>
              </a:ext>
            </a:extLst>
          </p:cNvPr>
          <p:cNvSpPr>
            <a:spLocks noGrp="1"/>
          </p:cNvSpPr>
          <p:nvPr>
            <p:ph type="body" sz="quarter" idx="63" hasCustomPrompt="1"/>
          </p:nvPr>
        </p:nvSpPr>
        <p:spPr>
          <a:xfrm>
            <a:off x="7190301"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30" name="Marcador de texto 4">
            <a:extLst>
              <a:ext uri="{FF2B5EF4-FFF2-40B4-BE49-F238E27FC236}">
                <a16:creationId xmlns:a16="http://schemas.microsoft.com/office/drawing/2014/main" id="{688EB891-90C2-480E-D845-86022E2DAB1A}"/>
              </a:ext>
            </a:extLst>
          </p:cNvPr>
          <p:cNvSpPr>
            <a:spLocks noGrp="1"/>
          </p:cNvSpPr>
          <p:nvPr>
            <p:ph type="body" sz="quarter" idx="64" hasCustomPrompt="1"/>
          </p:nvPr>
        </p:nvSpPr>
        <p:spPr>
          <a:xfrm>
            <a:off x="7217953"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31" name="Marcador de posición de imagen 4">
            <a:extLst>
              <a:ext uri="{FF2B5EF4-FFF2-40B4-BE49-F238E27FC236}">
                <a16:creationId xmlns:a16="http://schemas.microsoft.com/office/drawing/2014/main" id="{4ABD8147-F782-B3D7-275E-E4E2B036EA96}"/>
              </a:ext>
            </a:extLst>
          </p:cNvPr>
          <p:cNvSpPr>
            <a:spLocks noGrp="1"/>
          </p:cNvSpPr>
          <p:nvPr>
            <p:ph type="pic" sz="quarter" idx="65"/>
          </p:nvPr>
        </p:nvSpPr>
        <p:spPr>
          <a:xfrm>
            <a:off x="4959607"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2" name="Marcador de posición de imagen 4">
            <a:extLst>
              <a:ext uri="{FF2B5EF4-FFF2-40B4-BE49-F238E27FC236}">
                <a16:creationId xmlns:a16="http://schemas.microsoft.com/office/drawing/2014/main" id="{1202389D-0181-3F48-044A-8261751F5270}"/>
              </a:ext>
            </a:extLst>
          </p:cNvPr>
          <p:cNvSpPr>
            <a:spLocks noGrp="1"/>
          </p:cNvSpPr>
          <p:nvPr>
            <p:ph type="pic" sz="quarter" idx="66"/>
          </p:nvPr>
        </p:nvSpPr>
        <p:spPr>
          <a:xfrm>
            <a:off x="7217953"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33" name="Conector recto 32">
            <a:extLst>
              <a:ext uri="{FF2B5EF4-FFF2-40B4-BE49-F238E27FC236}">
                <a16:creationId xmlns:a16="http://schemas.microsoft.com/office/drawing/2014/main" id="{CB1EE8BD-3524-584D-789A-A1FF3BD2EA77}"/>
              </a:ext>
            </a:extLst>
          </p:cNvPr>
          <p:cNvCxnSpPr>
            <a:cxnSpLocks/>
          </p:cNvCxnSpPr>
          <p:nvPr userDrawn="1"/>
        </p:nvCxnSpPr>
        <p:spPr>
          <a:xfrm>
            <a:off x="494117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4" name="Grupo 33">
            <a:extLst>
              <a:ext uri="{FF2B5EF4-FFF2-40B4-BE49-F238E27FC236}">
                <a16:creationId xmlns:a16="http://schemas.microsoft.com/office/drawing/2014/main" id="{FE2DD44D-DD94-D0E2-3C2C-BD578D30B400}"/>
              </a:ext>
            </a:extLst>
          </p:cNvPr>
          <p:cNvGrpSpPr/>
          <p:nvPr userDrawn="1"/>
        </p:nvGrpSpPr>
        <p:grpSpPr>
          <a:xfrm rot="5400000">
            <a:off x="5822729" y="3924519"/>
            <a:ext cx="183795" cy="183795"/>
            <a:chOff x="2103120" y="3131820"/>
            <a:chExt cx="182880" cy="182880"/>
          </a:xfrm>
          <a:solidFill>
            <a:schemeClr val="accent3"/>
          </a:solidFill>
        </p:grpSpPr>
        <p:sp>
          <p:nvSpPr>
            <p:cNvPr id="35" name="Elipse 34">
              <a:extLst>
                <a:ext uri="{FF2B5EF4-FFF2-40B4-BE49-F238E27FC236}">
                  <a16:creationId xmlns:a16="http://schemas.microsoft.com/office/drawing/2014/main" id="{F8792E93-4202-0365-0540-92C616B79E5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object 21">
              <a:extLst>
                <a:ext uri="{FF2B5EF4-FFF2-40B4-BE49-F238E27FC236}">
                  <a16:creationId xmlns:a16="http://schemas.microsoft.com/office/drawing/2014/main" id="{CECDA316-981A-EC02-1003-82CD8AEB3C5B}"/>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37" name="Conector recto 36">
            <a:extLst>
              <a:ext uri="{FF2B5EF4-FFF2-40B4-BE49-F238E27FC236}">
                <a16:creationId xmlns:a16="http://schemas.microsoft.com/office/drawing/2014/main" id="{69EDC75B-4B85-D945-5461-BE4475FF7D12}"/>
              </a:ext>
            </a:extLst>
          </p:cNvPr>
          <p:cNvCxnSpPr>
            <a:cxnSpLocks/>
          </p:cNvCxnSpPr>
          <p:nvPr userDrawn="1"/>
        </p:nvCxnSpPr>
        <p:spPr>
          <a:xfrm>
            <a:off x="717555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051AA1D8-EA36-280F-CF33-D62B93C81D6B}"/>
              </a:ext>
            </a:extLst>
          </p:cNvPr>
          <p:cNvGrpSpPr/>
          <p:nvPr userDrawn="1"/>
        </p:nvGrpSpPr>
        <p:grpSpPr>
          <a:xfrm rot="16200000">
            <a:off x="8057109" y="3924519"/>
            <a:ext cx="183795" cy="183795"/>
            <a:chOff x="2103120" y="3131820"/>
            <a:chExt cx="182880" cy="182880"/>
          </a:xfrm>
          <a:solidFill>
            <a:schemeClr val="accent3"/>
          </a:solidFill>
        </p:grpSpPr>
        <p:sp>
          <p:nvSpPr>
            <p:cNvPr id="39" name="Elipse 38">
              <a:extLst>
                <a:ext uri="{FF2B5EF4-FFF2-40B4-BE49-F238E27FC236}">
                  <a16:creationId xmlns:a16="http://schemas.microsoft.com/office/drawing/2014/main" id="{33E52A0F-7238-A5E5-4594-64A8C53B1C3B}"/>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object 21">
              <a:extLst>
                <a:ext uri="{FF2B5EF4-FFF2-40B4-BE49-F238E27FC236}">
                  <a16:creationId xmlns:a16="http://schemas.microsoft.com/office/drawing/2014/main" id="{34C612A8-151D-488B-617A-C2A37257615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1" name="Marcador de texto 4">
            <a:extLst>
              <a:ext uri="{FF2B5EF4-FFF2-40B4-BE49-F238E27FC236}">
                <a16:creationId xmlns:a16="http://schemas.microsoft.com/office/drawing/2014/main" id="{01A5D6AC-5817-8663-A23F-E92CCC913B8B}"/>
              </a:ext>
            </a:extLst>
          </p:cNvPr>
          <p:cNvSpPr>
            <a:spLocks noGrp="1"/>
          </p:cNvSpPr>
          <p:nvPr>
            <p:ph type="body" sz="quarter" idx="67" hasCustomPrompt="1"/>
          </p:nvPr>
        </p:nvSpPr>
        <p:spPr>
          <a:xfrm>
            <a:off x="9476301"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42" name="Marcador de texto 4">
            <a:extLst>
              <a:ext uri="{FF2B5EF4-FFF2-40B4-BE49-F238E27FC236}">
                <a16:creationId xmlns:a16="http://schemas.microsoft.com/office/drawing/2014/main" id="{18B5728E-6CFB-9EDF-31F6-483939501EAA}"/>
              </a:ext>
            </a:extLst>
          </p:cNvPr>
          <p:cNvSpPr>
            <a:spLocks noGrp="1"/>
          </p:cNvSpPr>
          <p:nvPr>
            <p:ph type="body" sz="quarter" idx="68" hasCustomPrompt="1"/>
          </p:nvPr>
        </p:nvSpPr>
        <p:spPr>
          <a:xfrm>
            <a:off x="9476300"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43" name="Marcador de posición de imagen 4">
            <a:extLst>
              <a:ext uri="{FF2B5EF4-FFF2-40B4-BE49-F238E27FC236}">
                <a16:creationId xmlns:a16="http://schemas.microsoft.com/office/drawing/2014/main" id="{F2A17E28-6C4A-B97F-42D5-C8CA4EB981F9}"/>
              </a:ext>
            </a:extLst>
          </p:cNvPr>
          <p:cNvSpPr>
            <a:spLocks noGrp="1"/>
          </p:cNvSpPr>
          <p:nvPr>
            <p:ph type="pic" sz="quarter" idx="69"/>
          </p:nvPr>
        </p:nvSpPr>
        <p:spPr>
          <a:xfrm>
            <a:off x="9476301"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44" name="Conector recto 43">
            <a:extLst>
              <a:ext uri="{FF2B5EF4-FFF2-40B4-BE49-F238E27FC236}">
                <a16:creationId xmlns:a16="http://schemas.microsoft.com/office/drawing/2014/main" id="{65DC1C1C-FA24-AF09-1754-96F20A2B9936}"/>
              </a:ext>
            </a:extLst>
          </p:cNvPr>
          <p:cNvCxnSpPr>
            <a:cxnSpLocks/>
          </p:cNvCxnSpPr>
          <p:nvPr userDrawn="1"/>
        </p:nvCxnSpPr>
        <p:spPr>
          <a:xfrm>
            <a:off x="9476300"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upo 44">
            <a:extLst>
              <a:ext uri="{FF2B5EF4-FFF2-40B4-BE49-F238E27FC236}">
                <a16:creationId xmlns:a16="http://schemas.microsoft.com/office/drawing/2014/main" id="{F8704D83-0B05-CCC0-E8C1-8D7BBB79BBE4}"/>
              </a:ext>
            </a:extLst>
          </p:cNvPr>
          <p:cNvGrpSpPr/>
          <p:nvPr userDrawn="1"/>
        </p:nvGrpSpPr>
        <p:grpSpPr>
          <a:xfrm rot="5400000">
            <a:off x="10357858" y="3924519"/>
            <a:ext cx="183795" cy="183795"/>
            <a:chOff x="2103120" y="3131820"/>
            <a:chExt cx="182880" cy="182880"/>
          </a:xfrm>
          <a:solidFill>
            <a:schemeClr val="accent3"/>
          </a:solidFill>
        </p:grpSpPr>
        <p:sp>
          <p:nvSpPr>
            <p:cNvPr id="46" name="Elipse 45">
              <a:extLst>
                <a:ext uri="{FF2B5EF4-FFF2-40B4-BE49-F238E27FC236}">
                  <a16:creationId xmlns:a16="http://schemas.microsoft.com/office/drawing/2014/main" id="{83E959CA-3CB4-E2C6-41F8-585525010A7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object 21">
              <a:extLst>
                <a:ext uri="{FF2B5EF4-FFF2-40B4-BE49-F238E27FC236}">
                  <a16:creationId xmlns:a16="http://schemas.microsoft.com/office/drawing/2014/main" id="{5963B631-6B90-7F34-23F3-FE26F0E80682}"/>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4AB256B0-799A-553F-DB2F-BB7D8C9BFB3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208477211"/>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enu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00EEE69-69F3-0DDC-075C-6159B669288A}"/>
              </a:ext>
            </a:extLst>
          </p:cNvPr>
          <p:cNvGraphicFramePr>
            <a:graphicFrameLocks noChangeAspect="1"/>
          </p:cNvGraphicFramePr>
          <p:nvPr userDrawn="1">
            <p:custDataLst>
              <p:tags r:id="rId1"/>
            </p:custDataLst>
            <p:extLst>
              <p:ext uri="{D42A27DB-BD31-4B8C-83A1-F6EECF244321}">
                <p14:modId xmlns:p14="http://schemas.microsoft.com/office/powerpoint/2010/main" val="2994579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A00EEE69-69F3-0DDC-075C-6159B6692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object 9">
            <a:extLst>
              <a:ext uri="{FF2B5EF4-FFF2-40B4-BE49-F238E27FC236}">
                <a16:creationId xmlns:a16="http://schemas.microsoft.com/office/drawing/2014/main" id="{E4CA41B8-8E7C-EF5B-D133-0512D9F8FA29}"/>
              </a:ext>
            </a:extLst>
          </p:cNvPr>
          <p:cNvSpPr txBox="1">
            <a:spLocks/>
          </p:cNvSpPr>
          <p:nvPr userDrawn="1"/>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877658650"/>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userDrawn="1">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userDrawn="1"/>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
        <p:nvSpPr>
          <p:cNvPr id="6" name="Título 16">
            <a:extLst>
              <a:ext uri="{FF2B5EF4-FFF2-40B4-BE49-F238E27FC236}">
                <a16:creationId xmlns:a16="http://schemas.microsoft.com/office/drawing/2014/main" id="{EFBA1E30-6971-1E75-6EA0-79A1CE700AA7}"/>
              </a:ext>
            </a:extLst>
          </p:cNvPr>
          <p:cNvSpPr>
            <a:spLocks noGrp="1"/>
          </p:cNvSpPr>
          <p:nvPr>
            <p:ph type="title"/>
          </p:nvPr>
        </p:nvSpPr>
        <p:spPr>
          <a:xfrm>
            <a:off x="427179" y="1098875"/>
            <a:ext cx="11006171" cy="354970"/>
          </a:xfrm>
          <a:prstGeom prst="rect">
            <a:avLst/>
          </a:prstGeom>
        </p:spPr>
        <p:txBody>
          <a:bodyPr lIns="0" tIns="0" rIns="0" bIns="0"/>
          <a:lstStyle>
            <a:lvl1pPr>
              <a:defRPr sz="2800">
                <a:solidFill>
                  <a:schemeClr val="bg1"/>
                </a:solidFill>
              </a:defRPr>
            </a:lvl1pPr>
          </a:lstStyle>
          <a:p>
            <a:r>
              <a:rPr lang="es-ES"/>
              <a:t>Haga clic para modificar el estilo de título del patrón</a:t>
            </a:r>
          </a:p>
        </p:txBody>
      </p:sp>
      <p:pic>
        <p:nvPicPr>
          <p:cNvPr id="7" name="Gráfico 6">
            <a:extLst>
              <a:ext uri="{FF2B5EF4-FFF2-40B4-BE49-F238E27FC236}">
                <a16:creationId xmlns:a16="http://schemas.microsoft.com/office/drawing/2014/main" id="{22484267-94A8-7A22-AD77-D37A7CEC1F9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2913" y="182663"/>
            <a:ext cx="3942212" cy="644400"/>
          </a:xfrm>
          <a:prstGeom prst="rect">
            <a:avLst/>
          </a:prstGeom>
        </p:spPr>
      </p:pic>
      <p:sp>
        <p:nvSpPr>
          <p:cNvPr id="4" name="object 9">
            <a:extLst>
              <a:ext uri="{FF2B5EF4-FFF2-40B4-BE49-F238E27FC236}">
                <a16:creationId xmlns:a16="http://schemas.microsoft.com/office/drawing/2014/main" id="{F65A6247-1AD9-E43E-9660-F1EB049E7F7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chemeClr val="bg1"/>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5" name="object 2">
            <a:extLst>
              <a:ext uri="{FF2B5EF4-FFF2-40B4-BE49-F238E27FC236}">
                <a16:creationId xmlns:a16="http://schemas.microsoft.com/office/drawing/2014/main" id="{40FBFEC2-3C7B-FAC7-80C7-311BB95C9D61}"/>
              </a:ext>
            </a:extLst>
          </p:cNvPr>
          <p:cNvSpPr txBox="1"/>
          <p:nvPr userDrawn="1"/>
        </p:nvSpPr>
        <p:spPr>
          <a:xfrm>
            <a:off x="11775946" y="1183350"/>
            <a:ext cx="123111" cy="5209531"/>
          </a:xfrm>
          <a:prstGeom prst="rect">
            <a:avLst/>
          </a:prstGeom>
        </p:spPr>
        <p:txBody>
          <a:bodyPr vert="vert270" wrap="square" lIns="0" tIns="26034" rIns="0" bIns="0" rtlCol="0">
            <a:spAutoFit/>
          </a:bodyPr>
          <a:lstStyle/>
          <a:p>
            <a:pPr marL="12700" rtl="0">
              <a:lnSpc>
                <a:spcPct val="100000"/>
              </a:lnSpc>
              <a:spcBef>
                <a:spcPts val="204"/>
              </a:spcBef>
            </a:pPr>
            <a:r>
              <a:rPr lang="es-ES" sz="800" b="1">
                <a:solidFill>
                  <a:schemeClr val="bg1"/>
                </a:solidFill>
                <a:latin typeface="Santander Headline"/>
                <a:cs typeface="Santander Headline"/>
              </a:rPr>
              <a:t>Título presentación |  </a:t>
            </a:r>
            <a:r>
              <a:rPr lang="es-ES" sz="800" b="0">
                <a:solidFill>
                  <a:schemeClr val="bg1"/>
                </a:solidFill>
                <a:latin typeface="Santander Headline"/>
                <a:cs typeface="Santander Headline"/>
              </a:rPr>
              <a:t>Privada</a:t>
            </a:r>
            <a:endParaRPr lang="en-US" sz="800" b="0">
              <a:solidFill>
                <a:schemeClr val="bg1"/>
              </a:solidFill>
              <a:latin typeface="Santander Text Light" panose="020B0304020201020104" pitchFamily="34" charset="0"/>
              <a:cs typeface="Santander Headline"/>
            </a:endParaRPr>
          </a:p>
        </p:txBody>
      </p:sp>
      <p:cxnSp>
        <p:nvCxnSpPr>
          <p:cNvPr id="11" name="Conector recto 10">
            <a:extLst>
              <a:ext uri="{FF2B5EF4-FFF2-40B4-BE49-F238E27FC236}">
                <a16:creationId xmlns:a16="http://schemas.microsoft.com/office/drawing/2014/main" id="{BEFFD4EB-E9D7-87F7-377D-E7DCEA2368D8}"/>
              </a:ext>
            </a:extLst>
          </p:cNvPr>
          <p:cNvCxnSpPr/>
          <p:nvPr userDrawn="1"/>
        </p:nvCxnSpPr>
        <p:spPr>
          <a:xfrm>
            <a:off x="11775946" y="6422100"/>
            <a:ext cx="4160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69883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losing_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userDrawn="1">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userDrawn="1"/>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
        <p:nvSpPr>
          <p:cNvPr id="13" name="Marcador de texto 4">
            <a:extLst>
              <a:ext uri="{FF2B5EF4-FFF2-40B4-BE49-F238E27FC236}">
                <a16:creationId xmlns:a16="http://schemas.microsoft.com/office/drawing/2014/main" id="{541D3E9F-AE0E-3033-076C-7700DD4396D0}"/>
              </a:ext>
            </a:extLst>
          </p:cNvPr>
          <p:cNvSpPr>
            <a:spLocks noGrp="1"/>
          </p:cNvSpPr>
          <p:nvPr>
            <p:ph type="body" sz="quarter" idx="49" hasCustomPrompt="1"/>
          </p:nvPr>
        </p:nvSpPr>
        <p:spPr>
          <a:xfrm>
            <a:off x="3832057" y="3009082"/>
            <a:ext cx="2111953" cy="619900"/>
          </a:xfrm>
          <a:prstGeom prst="rect">
            <a:avLst/>
          </a:prstGeom>
        </p:spPr>
        <p:txBody>
          <a:bodyPr lIns="0" tIns="0" rIns="0" bIns="0">
            <a:noAutofit/>
          </a:bodyPr>
          <a:lstStyle>
            <a:lvl1pPr marL="0" indent="0" algn="r"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n-US"/>
              <a:t>Thank you</a:t>
            </a:r>
          </a:p>
        </p:txBody>
      </p:sp>
      <p:cxnSp>
        <p:nvCxnSpPr>
          <p:cNvPr id="14" name="Conector recto 13">
            <a:extLst>
              <a:ext uri="{FF2B5EF4-FFF2-40B4-BE49-F238E27FC236}">
                <a16:creationId xmlns:a16="http://schemas.microsoft.com/office/drawing/2014/main" id="{A37CDDDF-A450-2E68-CDD1-A29D4782621F}"/>
              </a:ext>
            </a:extLst>
          </p:cNvPr>
          <p:cNvCxnSpPr>
            <a:cxnSpLocks/>
          </p:cNvCxnSpPr>
          <p:nvPr userDrawn="1"/>
        </p:nvCxnSpPr>
        <p:spPr>
          <a:xfrm>
            <a:off x="6116757" y="3152193"/>
            <a:ext cx="204065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141A2551-85EE-6C9A-D7CD-1AF3CE5D76F2}"/>
              </a:ext>
            </a:extLst>
          </p:cNvPr>
          <p:cNvCxnSpPr>
            <a:cxnSpLocks/>
          </p:cNvCxnSpPr>
          <p:nvPr userDrawn="1"/>
        </p:nvCxnSpPr>
        <p:spPr>
          <a:xfrm>
            <a:off x="3832058" y="3706263"/>
            <a:ext cx="225522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Marcador de texto 4">
            <a:extLst>
              <a:ext uri="{FF2B5EF4-FFF2-40B4-BE49-F238E27FC236}">
                <a16:creationId xmlns:a16="http://schemas.microsoft.com/office/drawing/2014/main" id="{104A9428-4164-8A15-FD96-A216972D85F7}"/>
              </a:ext>
            </a:extLst>
          </p:cNvPr>
          <p:cNvSpPr>
            <a:spLocks noGrp="1"/>
          </p:cNvSpPr>
          <p:nvPr>
            <p:ph type="body" sz="quarter" idx="50" hasCustomPrompt="1"/>
          </p:nvPr>
        </p:nvSpPr>
        <p:spPr>
          <a:xfrm>
            <a:off x="6247989" y="2419278"/>
            <a:ext cx="1909422" cy="619900"/>
          </a:xfrm>
          <a:prstGeom prst="rect">
            <a:avLst/>
          </a:prstGeom>
        </p:spPr>
        <p:txBody>
          <a:bodyPr lIns="0" tIns="0" rIns="0" bIns="0">
            <a:noAutofit/>
          </a:bodyPr>
          <a:lstStyle>
            <a:lvl1pPr marL="0" indent="0"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r>
              <a:rPr lang="en-US" sz="3600"/>
              <a:t>Gracias</a:t>
            </a:r>
          </a:p>
        </p:txBody>
      </p:sp>
      <p:sp>
        <p:nvSpPr>
          <p:cNvPr id="17" name="CuadroTexto 16">
            <a:extLst>
              <a:ext uri="{FF2B5EF4-FFF2-40B4-BE49-F238E27FC236}">
                <a16:creationId xmlns:a16="http://schemas.microsoft.com/office/drawing/2014/main" id="{F7888E91-9229-7AE0-500E-BA606119529D}"/>
              </a:ext>
            </a:extLst>
          </p:cNvPr>
          <p:cNvSpPr txBox="1"/>
          <p:nvPr userDrawn="1"/>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a:solidFill>
                  <a:schemeClr val="bg1"/>
                </a:solidFill>
              </a:rPr>
              <a:t>*Santander </a:t>
            </a:r>
            <a:r>
              <a:rPr lang="es-ES" sz="850" b="0" i="0" u="none" strike="noStrike" baseline="0" err="1">
                <a:solidFill>
                  <a:schemeClr val="bg1"/>
                </a:solidFill>
              </a:rPr>
              <a:t>Asset</a:t>
            </a:r>
            <a:r>
              <a:rPr lang="es-ES" sz="850" b="0" i="0" u="none" strike="noStrike" baseline="0">
                <a:solidFill>
                  <a:schemeClr val="bg1"/>
                </a:solidFill>
              </a:rPr>
              <a:t> Management es una marca licenciada a SAM </a:t>
            </a:r>
            <a:r>
              <a:rPr lang="es-ES" sz="850" b="0" i="0" u="none" strike="noStrike" baseline="0" err="1">
                <a:solidFill>
                  <a:schemeClr val="bg1"/>
                </a:solidFill>
              </a:rPr>
              <a:t>Asset</a:t>
            </a:r>
            <a:r>
              <a:rPr lang="es-ES" sz="850" b="0" i="0" u="none" strike="noStrike" baseline="0">
                <a:solidFill>
                  <a:schemeClr val="bg1"/>
                </a:solidFill>
              </a:rPr>
              <a:t> Management, S.A. de C.V., Sociedad Operadora de Fondos de Inversión, entidad financiera mexicana subsidiaria mayoritariamente de la empresa extranjera Santander </a:t>
            </a:r>
            <a:r>
              <a:rPr lang="es-ES" sz="850" b="0" i="0" u="none" strike="noStrike" baseline="0" err="1">
                <a:solidFill>
                  <a:schemeClr val="bg1"/>
                </a:solidFill>
              </a:rPr>
              <a:t>Asset</a:t>
            </a:r>
            <a:r>
              <a:rPr lang="es-ES" sz="850" b="0" i="0" u="none" strike="noStrike" baseline="0">
                <a:solidFill>
                  <a:schemeClr val="bg1"/>
                </a:solidFill>
              </a:rPr>
              <a:t> Management UK Holdings </a:t>
            </a:r>
            <a:r>
              <a:rPr lang="es-ES" sz="850" b="0" i="0" u="none" strike="noStrike" baseline="0" err="1">
                <a:solidFill>
                  <a:schemeClr val="bg1"/>
                </a:solidFill>
              </a:rPr>
              <a:t>Limited</a:t>
            </a:r>
            <a:r>
              <a:rPr lang="es-ES" sz="850" b="0" i="0" u="none" strike="noStrike" baseline="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a:solidFill>
                  <a:schemeClr val="bg1"/>
                </a:solidFill>
                <a:latin typeface="Santander Text" panose="020B0504020201020104" pitchFamily="34" charset="0"/>
              </a:rPr>
              <a:t>Es importante destacar que SAM </a:t>
            </a:r>
            <a:r>
              <a:rPr lang="es-ES" sz="850" b="0" i="0" u="none" strike="noStrike" baseline="0" err="1">
                <a:solidFill>
                  <a:schemeClr val="bg1"/>
                </a:solidFill>
                <a:latin typeface="Santander Text" panose="020B0504020201020104" pitchFamily="34" charset="0"/>
              </a:rPr>
              <a:t>Asset</a:t>
            </a:r>
            <a:r>
              <a:rPr lang="es-ES" sz="850" b="0" i="0" u="none" strike="noStrike" baseline="0">
                <a:solidFill>
                  <a:schemeClr val="bg1"/>
                </a:solidFill>
                <a:latin typeface="Santander Text" panose="020B0504020201020104" pitchFamily="34" charset="0"/>
              </a:rPr>
              <a:t> Management, S.A. de C.V., Sociedad Operadora de Fondos de Inversión, NO es integrante de Grupo Financiero Santander México, S.A. de C.V., </a:t>
            </a:r>
            <a:r>
              <a:rPr lang="es-ES" sz="850" b="0" i="0" u="none" strike="noStrike" baseline="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a:solidFill>
                <a:schemeClr val="bg1"/>
              </a:solidFill>
            </a:endParaRPr>
          </a:p>
        </p:txBody>
      </p:sp>
      <p:pic>
        <p:nvPicPr>
          <p:cNvPr id="5" name="Gráfico 4">
            <a:extLst>
              <a:ext uri="{FF2B5EF4-FFF2-40B4-BE49-F238E27FC236}">
                <a16:creationId xmlns:a16="http://schemas.microsoft.com/office/drawing/2014/main" id="{5D0B71F0-5C2E-09D8-47D1-C185B8EDC69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4732" y="247351"/>
            <a:ext cx="4133113" cy="874800"/>
          </a:xfrm>
          <a:prstGeom prst="rect">
            <a:avLst/>
          </a:prstGeom>
        </p:spPr>
      </p:pic>
    </p:spTree>
    <p:extLst>
      <p:ext uri="{BB962C8B-B14F-4D97-AF65-F5344CB8AC3E}">
        <p14:creationId xmlns:p14="http://schemas.microsoft.com/office/powerpoint/2010/main" val="105740242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0126893"/>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3C9570D-7378-29F0-1710-23ED662D5C6D}"/>
              </a:ext>
            </a:extLst>
          </p:cNvPr>
          <p:cNvGraphicFramePr>
            <a:graphicFrameLocks noChangeAspect="1"/>
          </p:cNvGraphicFramePr>
          <p:nvPr userDrawn="1">
            <p:custDataLst>
              <p:tags r:id="rId29"/>
            </p:custDataLst>
            <p:extLst>
              <p:ext uri="{D42A27DB-BD31-4B8C-83A1-F6EECF244321}">
                <p14:modId xmlns:p14="http://schemas.microsoft.com/office/powerpoint/2010/main" val="3002080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0" imgW="395" imgH="394" progId="TCLayout.ActiveDocument.1">
                  <p:embed/>
                </p:oleObj>
              </mc:Choice>
              <mc:Fallback>
                <p:oleObj name="Diapositiva de think-cell" r:id="rId30" imgW="395" imgH="394" progId="TCLayout.ActiveDocument.1">
                  <p:embed/>
                  <p:pic>
                    <p:nvPicPr>
                      <p:cNvPr id="3" name="think-cell data - do not delete" hidden="1">
                        <a:extLst>
                          <a:ext uri="{FF2B5EF4-FFF2-40B4-BE49-F238E27FC236}">
                            <a16:creationId xmlns:a16="http://schemas.microsoft.com/office/drawing/2014/main" id="{53C9570D-7378-29F0-1710-23ED662D5C6D}"/>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12" name="object 9">
            <a:extLst>
              <a:ext uri="{FF2B5EF4-FFF2-40B4-BE49-F238E27FC236}">
                <a16:creationId xmlns:a16="http://schemas.microsoft.com/office/drawing/2014/main" id="{D34117AC-B84E-F5CC-E39A-309B92736FD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13" name="object 2">
            <a:extLst>
              <a:ext uri="{FF2B5EF4-FFF2-40B4-BE49-F238E27FC236}">
                <a16:creationId xmlns:a16="http://schemas.microsoft.com/office/drawing/2014/main" id="{B050FE04-2B00-1354-B256-DF055AD07F24}"/>
              </a:ext>
            </a:extLst>
          </p:cNvPr>
          <p:cNvSpPr txBox="1"/>
          <p:nvPr userDrawn="1"/>
        </p:nvSpPr>
        <p:spPr>
          <a:xfrm>
            <a:off x="11775946" y="1183350"/>
            <a:ext cx="123111" cy="5209531"/>
          </a:xfrm>
          <a:prstGeom prst="rect">
            <a:avLst/>
          </a:prstGeom>
        </p:spPr>
        <p:txBody>
          <a:bodyPr vert="vert270" wrap="square" lIns="0" tIns="26034" rIns="0" bIns="0" rtlCol="0">
            <a:spAutoFit/>
          </a:bodyPr>
          <a:lstStyle/>
          <a:p>
            <a:pPr marL="12700" rtl="0">
              <a:lnSpc>
                <a:spcPct val="100000"/>
              </a:lnSpc>
              <a:spcBef>
                <a:spcPts val="204"/>
              </a:spcBef>
            </a:pPr>
            <a:r>
              <a:rPr lang="es-ES" sz="800" b="1">
                <a:solidFill>
                  <a:srgbClr val="005370"/>
                </a:solidFill>
                <a:latin typeface="Santander Headline"/>
                <a:cs typeface="Santander Headline"/>
              </a:rPr>
              <a:t>Título presentación  </a:t>
            </a:r>
            <a:r>
              <a:rPr lang="es-ES" sz="800" b="1">
                <a:solidFill>
                  <a:schemeClr val="accent3"/>
                </a:solidFill>
                <a:latin typeface="Santander Headline"/>
                <a:cs typeface="Santander Headline"/>
              </a:rPr>
              <a:t>|  </a:t>
            </a:r>
            <a:r>
              <a:rPr lang="es-ES" sz="800" b="0">
                <a:solidFill>
                  <a:srgbClr val="005370"/>
                </a:solidFill>
                <a:latin typeface="Santander Headline"/>
                <a:cs typeface="Santander Headline"/>
              </a:rPr>
              <a:t>Institucional</a:t>
            </a:r>
            <a:endParaRPr lang="en-US" sz="800" b="0">
              <a:solidFill>
                <a:srgbClr val="005370"/>
              </a:solidFill>
              <a:latin typeface="Santander Text Light" panose="020B0304020201020104" pitchFamily="34" charset="0"/>
              <a:cs typeface="Santander Headline"/>
            </a:endParaRPr>
          </a:p>
        </p:txBody>
      </p:sp>
      <p:cxnSp>
        <p:nvCxnSpPr>
          <p:cNvPr id="14" name="Conector recto 13">
            <a:extLst>
              <a:ext uri="{FF2B5EF4-FFF2-40B4-BE49-F238E27FC236}">
                <a16:creationId xmlns:a16="http://schemas.microsoft.com/office/drawing/2014/main" id="{9725E7DA-DFCB-F6D4-B0F2-54D758BC28A7}"/>
              </a:ext>
            </a:extLst>
          </p:cNvPr>
          <p:cNvCxnSpPr/>
          <p:nvPr userDrawn="1"/>
        </p:nvCxnSpPr>
        <p:spPr>
          <a:xfrm>
            <a:off x="11775946" y="6422100"/>
            <a:ext cx="4160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Gráfico 1">
            <a:extLst>
              <a:ext uri="{FF2B5EF4-FFF2-40B4-BE49-F238E27FC236}">
                <a16:creationId xmlns:a16="http://schemas.microsoft.com/office/drawing/2014/main" id="{BFE11884-0D59-9F2F-AF79-2F189DCAFF0A}"/>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42913" y="182663"/>
            <a:ext cx="3942212" cy="644400"/>
          </a:xfrm>
          <a:prstGeom prst="rect">
            <a:avLst/>
          </a:prstGeom>
        </p:spPr>
      </p:pic>
    </p:spTree>
    <p:extLst>
      <p:ext uri="{BB962C8B-B14F-4D97-AF65-F5344CB8AC3E}">
        <p14:creationId xmlns:p14="http://schemas.microsoft.com/office/powerpoint/2010/main" val="3682351262"/>
      </p:ext>
    </p:extLst>
  </p:cSld>
  <p:clrMap bg1="lt1" tx1="dk1" bg2="lt2" tx2="dk2" accent1="accent1" accent2="accent2" accent3="accent3" accent4="accent4" accent5="accent5" accent6="accent6" hlink="hlink" folHlink="folHlink"/>
  <p:sldLayoutIdLst>
    <p:sldLayoutId id="2147484027" r:id="rId1"/>
    <p:sldLayoutId id="2147483835" r:id="rId2"/>
    <p:sldLayoutId id="2147484091" r:id="rId3"/>
    <p:sldLayoutId id="2147484054" r:id="rId4"/>
    <p:sldLayoutId id="2147484055" r:id="rId5"/>
    <p:sldLayoutId id="2147484051" r:id="rId6"/>
    <p:sldLayoutId id="2147484058" r:id="rId7"/>
    <p:sldLayoutId id="2147484059" r:id="rId8"/>
    <p:sldLayoutId id="2147484060" r:id="rId9"/>
    <p:sldLayoutId id="2147484061" r:id="rId10"/>
    <p:sldLayoutId id="2147484057" r:id="rId11"/>
    <p:sldLayoutId id="2147484052" r:id="rId12"/>
    <p:sldLayoutId id="2147484053" r:id="rId13"/>
    <p:sldLayoutId id="2147484065" r:id="rId14"/>
    <p:sldLayoutId id="2147484062" r:id="rId15"/>
    <p:sldLayoutId id="2147484063" r:id="rId16"/>
    <p:sldLayoutId id="2147484064" r:id="rId17"/>
    <p:sldLayoutId id="2147484066" r:id="rId18"/>
    <p:sldLayoutId id="2147484067" r:id="rId19"/>
    <p:sldLayoutId id="2147484069" r:id="rId20"/>
    <p:sldLayoutId id="2147484068" r:id="rId21"/>
    <p:sldLayoutId id="2147484085" r:id="rId22"/>
    <p:sldLayoutId id="2147484084" r:id="rId23"/>
    <p:sldLayoutId id="2147483900" r:id="rId24"/>
    <p:sldLayoutId id="2147484056" r:id="rId25"/>
    <p:sldLayoutId id="2147484050" r:id="rId26"/>
    <p:sldLayoutId id="2147484070" r:id="rId27"/>
  </p:sldLayoutIdLst>
  <p:hf hdr="0" ft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s-E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01" userDrawn="1">
          <p15:clr>
            <a:srgbClr val="F26B43"/>
          </p15:clr>
        </p15:guide>
        <p15:guide id="4" orient="horz" pos="4042" userDrawn="1">
          <p15:clr>
            <a:srgbClr val="F26B43"/>
          </p15:clr>
        </p15:guide>
        <p15:guide id="5" orient="horz" pos="232" userDrawn="1">
          <p15:clr>
            <a:srgbClr val="F26B43"/>
          </p15:clr>
        </p15:guide>
        <p15:guide id="6" orient="horz" pos="504" userDrawn="1">
          <p15:clr>
            <a:srgbClr val="F26B43"/>
          </p15:clr>
        </p15:guide>
        <p15:guide id="7" pos="3749" userDrawn="1">
          <p15:clr>
            <a:srgbClr val="F26B43"/>
          </p15:clr>
        </p15:guide>
        <p15:guide id="8" pos="279" userDrawn="1">
          <p15:clr>
            <a:srgbClr val="F26B43"/>
          </p15:clr>
        </p15:guide>
        <p15:guide id="9" pos="7197" userDrawn="1">
          <p15:clr>
            <a:srgbClr val="F26B43"/>
          </p15:clr>
        </p15:guide>
        <p15:guide id="10" pos="7292" userDrawn="1">
          <p15:clr>
            <a:srgbClr val="F26B43"/>
          </p15:clr>
        </p15:guide>
        <p15:guide id="11" orient="horz" pos="13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5.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2" Type="http://schemas.openxmlformats.org/officeDocument/2006/relationships/hyperlink" Target="https://www.cnbv.gob.mx/CNBV/Documents/VSPP_Lavado%20de%20Dinero.pdf"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5.xml"/><Relationship Id="rId5" Type="http://schemas.openxmlformats.org/officeDocument/2006/relationships/image" Target="../media/image5.e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5.svg"/><Relationship Id="rId3" Type="http://schemas.openxmlformats.org/officeDocument/2006/relationships/image" Target="../media/image29.svg"/><Relationship Id="rId7" Type="http://schemas.openxmlformats.org/officeDocument/2006/relationships/image" Target="../media/image17.svg"/><Relationship Id="rId12"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33.svg"/><Relationship Id="rId5" Type="http://schemas.openxmlformats.org/officeDocument/2006/relationships/image" Target="../media/image31.svg"/><Relationship Id="rId10" Type="http://schemas.openxmlformats.org/officeDocument/2006/relationships/image" Target="../media/image32.png"/><Relationship Id="rId4" Type="http://schemas.openxmlformats.org/officeDocument/2006/relationships/image" Target="../media/image30.png"/><Relationship Id="rId9" Type="http://schemas.openxmlformats.org/officeDocument/2006/relationships/image" Target="../media/image23.svg"/></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9.svg"/><Relationship Id="rId7" Type="http://schemas.openxmlformats.org/officeDocument/2006/relationships/image" Target="../media/image17.sv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35.svg"/><Relationship Id="rId5" Type="http://schemas.openxmlformats.org/officeDocument/2006/relationships/image" Target="../media/image31.sv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23.svg"/></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5.svg"/><Relationship Id="rId2"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8.sv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9.xml.rels><?xml version="1.0" encoding="UTF-8" standalone="yes"?>
<Relationships xmlns="http://schemas.openxmlformats.org/package/2006/relationships"><Relationship Id="rId3" Type="http://schemas.openxmlformats.org/officeDocument/2006/relationships/hyperlink" Target="mailto:pld.cft@santanderam.com" TargetMode="External"/><Relationship Id="rId2" Type="http://schemas.openxmlformats.org/officeDocument/2006/relationships/hyperlink" Target="https://www.gob.mx/shcp/documentos/uif-marco-juridico-disposiciones-de-caracter-general" TargetMode="Externa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BACE866-E092-24CE-8ACD-3750C5136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4" name="think-cell data - do not delete" hidden="1">
                        <a:extLst>
                          <a:ext uri="{FF2B5EF4-FFF2-40B4-BE49-F238E27FC236}">
                            <a16:creationId xmlns:a16="http://schemas.microsoft.com/office/drawing/2014/main" id="{CBACE866-E092-24CE-8ACD-3750C5136A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object 3">
            <a:extLst>
              <a:ext uri="{FF2B5EF4-FFF2-40B4-BE49-F238E27FC236}">
                <a16:creationId xmlns:a16="http://schemas.microsoft.com/office/drawing/2014/main" id="{D78E3F02-E796-2474-4EFB-27450EC70BEB}"/>
              </a:ext>
            </a:extLst>
          </p:cNvPr>
          <p:cNvSpPr txBox="1">
            <a:spLocks/>
          </p:cNvSpPr>
          <p:nvPr/>
        </p:nvSpPr>
        <p:spPr>
          <a:xfrm>
            <a:off x="322618" y="861478"/>
            <a:ext cx="11546763" cy="3107838"/>
          </a:xfrm>
          <a:prstGeom prst="rect">
            <a:avLst/>
          </a:prstGeom>
        </p:spPr>
        <p:txBody>
          <a:bodyPr vert="horz" wrap="square" lIns="0" tIns="168275" rIns="0" bIns="0" rtlCol="0" anchor="t">
            <a:sp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5080" indent="0">
              <a:lnSpc>
                <a:spcPct val="80000"/>
              </a:lnSpc>
              <a:spcBef>
                <a:spcPts val="1325"/>
              </a:spcBef>
              <a:buNone/>
            </a:pPr>
            <a:r>
              <a:rPr lang="en-US" sz="6000" dirty="0" err="1">
                <a:solidFill>
                  <a:schemeClr val="bg1"/>
                </a:solidFill>
                <a:latin typeface="Santander Headline"/>
                <a:cs typeface="+mn-lt"/>
              </a:rPr>
              <a:t>Curso</a:t>
            </a:r>
            <a:r>
              <a:rPr lang="en-US" sz="6000" dirty="0">
                <a:solidFill>
                  <a:schemeClr val="bg1"/>
                </a:solidFill>
                <a:latin typeface="Santander Headline"/>
                <a:cs typeface="+mn-lt"/>
              </a:rPr>
              <a:t> de </a:t>
            </a:r>
            <a:r>
              <a:rPr lang="en-US" sz="6000" dirty="0" err="1">
                <a:solidFill>
                  <a:schemeClr val="bg1"/>
                </a:solidFill>
                <a:latin typeface="Santander Headline"/>
                <a:cs typeface="+mn-lt"/>
              </a:rPr>
              <a:t>Prevención</a:t>
            </a:r>
            <a:r>
              <a:rPr lang="en-US" sz="6000" dirty="0">
                <a:solidFill>
                  <a:schemeClr val="bg1"/>
                </a:solidFill>
                <a:latin typeface="Santander Headline"/>
                <a:cs typeface="+mn-lt"/>
              </a:rPr>
              <a:t> de Lavado de Dinero y </a:t>
            </a:r>
            <a:r>
              <a:rPr lang="en-US" sz="6000" dirty="0" err="1">
                <a:solidFill>
                  <a:schemeClr val="bg1"/>
                </a:solidFill>
                <a:latin typeface="Santander Headline"/>
                <a:cs typeface="+mn-lt"/>
              </a:rPr>
              <a:t>Combate</a:t>
            </a:r>
            <a:r>
              <a:rPr lang="en-US" sz="6000" dirty="0">
                <a:solidFill>
                  <a:schemeClr val="bg1"/>
                </a:solidFill>
                <a:latin typeface="Santander Headline"/>
                <a:cs typeface="+mn-lt"/>
              </a:rPr>
              <a:t> al Financiamiento del Terrorismo 2025</a:t>
            </a:r>
            <a:endParaRPr lang="en-US" dirty="0">
              <a:solidFill>
                <a:schemeClr val="bg1"/>
              </a:solidFill>
            </a:endParaRPr>
          </a:p>
          <a:p>
            <a:pPr marL="0" marR="5080" indent="0">
              <a:lnSpc>
                <a:spcPct val="80000"/>
              </a:lnSpc>
              <a:spcBef>
                <a:spcPts val="1325"/>
              </a:spcBef>
              <a:buNone/>
            </a:pPr>
            <a:r>
              <a:rPr lang="en-US" sz="4400" dirty="0">
                <a:solidFill>
                  <a:schemeClr val="bg1"/>
                </a:solidFill>
                <a:latin typeface="Santander Headline"/>
                <a:cs typeface="Santander Headline Light"/>
              </a:rPr>
              <a:t>SAM</a:t>
            </a:r>
            <a:endParaRPr lang="en-US" sz="6000" dirty="0">
              <a:solidFill>
                <a:schemeClr val="bg1"/>
              </a:solidFill>
              <a:latin typeface="Santander Headline"/>
              <a:cs typeface="Santander Headline Light"/>
            </a:endParaRPr>
          </a:p>
        </p:txBody>
      </p:sp>
      <p:cxnSp>
        <p:nvCxnSpPr>
          <p:cNvPr id="3" name="Conector recto 2">
            <a:extLst>
              <a:ext uri="{FF2B5EF4-FFF2-40B4-BE49-F238E27FC236}">
                <a16:creationId xmlns:a16="http://schemas.microsoft.com/office/drawing/2014/main" id="{60A81167-BE98-1B82-18A2-1FA75506C009}"/>
              </a:ext>
            </a:extLst>
          </p:cNvPr>
          <p:cNvCxnSpPr>
            <a:cxnSpLocks/>
          </p:cNvCxnSpPr>
          <p:nvPr/>
        </p:nvCxnSpPr>
        <p:spPr>
          <a:xfrm>
            <a:off x="423123" y="3182591"/>
            <a:ext cx="608605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1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D1599B0-DD5A-8B65-17B5-1D84FA4E8B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1D1599B0-DD5A-8B65-17B5-1D84FA4E8B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619CDC28-F05E-F9CD-0021-4861EBA2ECF4}"/>
              </a:ext>
            </a:extLst>
          </p:cNvPr>
          <p:cNvSpPr>
            <a:spLocks noGrp="1"/>
          </p:cNvSpPr>
          <p:nvPr>
            <p:ph type="sldNum" sz="quarter" idx="4"/>
          </p:nvPr>
        </p:nvSpPr>
        <p:spPr>
          <a:xfrm>
            <a:off x="180975" y="6455099"/>
            <a:ext cx="376239" cy="180177"/>
          </a:xfrm>
        </p:spPr>
        <p:txBody>
          <a:bodyPr/>
          <a:lstStyle/>
          <a:p>
            <a:pPr marL="107314">
              <a:spcBef>
                <a:spcPts val="204"/>
              </a:spcBef>
            </a:pPr>
            <a:fld id="{81D60167-4931-47E6-BA6A-407CBD079E47}" type="slidenum">
              <a:rPr lang="en-US" smtClean="0"/>
              <a:pPr marL="107314">
                <a:spcBef>
                  <a:spcPts val="204"/>
                </a:spcBef>
              </a:pPr>
              <a:t>2</a:t>
            </a:fld>
            <a:endParaRPr lang="en-US"/>
          </a:p>
        </p:txBody>
      </p:sp>
      <p:cxnSp>
        <p:nvCxnSpPr>
          <p:cNvPr id="7" name="Conector recto 6">
            <a:extLst>
              <a:ext uri="{FF2B5EF4-FFF2-40B4-BE49-F238E27FC236}">
                <a16:creationId xmlns:a16="http://schemas.microsoft.com/office/drawing/2014/main" id="{8E96DDF3-BEFC-AD62-8B01-D1C1B0E99343}"/>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8ADBD78C-03F5-C91A-2861-CFB5682BC9C7}"/>
              </a:ext>
            </a:extLst>
          </p:cNvPr>
          <p:cNvSpPr txBox="1"/>
          <p:nvPr/>
        </p:nvSpPr>
        <p:spPr>
          <a:xfrm>
            <a:off x="442913" y="3290888"/>
            <a:ext cx="7667624" cy="1591718"/>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lang="en-US" sz="7200" spc="-10" dirty="0" err="1">
                <a:solidFill>
                  <a:schemeClr val="bg1"/>
                </a:solidFill>
                <a:latin typeface="Santander Headline" panose="020B0504020201020104" pitchFamily="34" charset="0"/>
                <a:cs typeface="Santander Micro Text Light"/>
              </a:rPr>
              <a:t>Módulo</a:t>
            </a:r>
            <a:r>
              <a:rPr lang="en-US" sz="7200" spc="-10" dirty="0">
                <a:solidFill>
                  <a:schemeClr val="bg1"/>
                </a:solidFill>
                <a:latin typeface="Santander Headline" panose="020B0504020201020104" pitchFamily="34" charset="0"/>
                <a:cs typeface="Santander Micro Text Light"/>
              </a:rPr>
              <a:t> 1</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a:t>
            </a: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lang="es-ES" sz="4000" spc="-10" dirty="0">
                <a:solidFill>
                  <a:schemeClr val="bg1"/>
                </a:solidFill>
                <a:latin typeface="Santander Headline" panose="020B0504020201020104" pitchFamily="34" charset="0"/>
                <a:cs typeface="Santander Micro Text Light"/>
              </a:rPr>
              <a:t>¿Qué es el Lavado de Dinero?</a:t>
            </a:r>
            <a:endPar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endParaRPr>
          </a:p>
        </p:txBody>
      </p:sp>
      <p:sp>
        <p:nvSpPr>
          <p:cNvPr id="4" name="object 9">
            <a:extLst>
              <a:ext uri="{FF2B5EF4-FFF2-40B4-BE49-F238E27FC236}">
                <a16:creationId xmlns:a16="http://schemas.microsoft.com/office/drawing/2014/main" id="{AA2F73EA-6D73-51CA-0BEF-CCE5BFFAC866}"/>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2</a:t>
            </a:fld>
            <a:endParaRPr lang="en-US"/>
          </a:p>
        </p:txBody>
      </p:sp>
    </p:spTree>
    <p:extLst>
      <p:ext uri="{BB962C8B-B14F-4D97-AF65-F5344CB8AC3E}">
        <p14:creationId xmlns:p14="http://schemas.microsoft.com/office/powerpoint/2010/main" val="3773071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FFBDB-66A7-FB79-0843-CF14E287F2F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27DD5D9-1E87-AB70-5038-84AA542EB70E}"/>
              </a:ext>
            </a:extLst>
          </p:cNvPr>
          <p:cNvSpPr>
            <a:spLocks noGrp="1"/>
          </p:cNvSpPr>
          <p:nvPr>
            <p:ph type="body" sz="quarter" idx="50"/>
          </p:nvPr>
        </p:nvSpPr>
        <p:spPr>
          <a:xfrm>
            <a:off x="371721" y="1491513"/>
            <a:ext cx="10951654" cy="3896328"/>
          </a:xfrm>
        </p:spPr>
        <p:txBody>
          <a:bodyPr/>
          <a:lstStyle/>
          <a:p>
            <a:pPr marL="0" marR="0" lvl="0" indent="0" algn="l" defTabSz="914400" rtl="0" eaLnBrk="1" fontAlgn="auto" latinLnBrk="0" hangingPunct="1">
              <a:lnSpc>
                <a:spcPct val="150000"/>
              </a:lnSpc>
              <a:spcBef>
                <a:spcPts val="600"/>
              </a:spcBef>
              <a:spcAft>
                <a:spcPts val="600"/>
              </a:spcAft>
              <a:buClrTx/>
              <a:buSzTx/>
              <a:buFont typeface="Arial" panose="020B0604020202020204" pitchFamily="34" charset="0"/>
              <a:buNone/>
              <a:tabLst/>
              <a:defRPr/>
            </a:pPr>
            <a:r>
              <a:rPr kumimoji="0" lang="es-MX" sz="1050" b="0" i="0" u="none" strike="noStrike" kern="1200" cap="none" spc="0" normalizeH="0" baseline="0" noProof="0" dirty="0">
                <a:ln>
                  <a:noFill/>
                </a:ln>
                <a:solidFill>
                  <a:sysClr val="windowText" lastClr="000000"/>
                </a:solidFill>
                <a:effectLst/>
                <a:uLnTx/>
                <a:uFillTx/>
                <a:latin typeface="Santander Text Light" panose="020B0304020201020104" pitchFamily="34" charset="0"/>
              </a:rPr>
              <a:t>El lavado de dinero es el proceso a través del cual, es </a:t>
            </a:r>
            <a:r>
              <a:rPr kumimoji="0" lang="es-MX" sz="1050" b="1" i="0" u="none" strike="noStrike" kern="1200" cap="none" spc="0" normalizeH="0" baseline="0" noProof="0" dirty="0">
                <a:ln>
                  <a:noFill/>
                </a:ln>
                <a:solidFill>
                  <a:srgbClr val="002060"/>
                </a:solidFill>
                <a:effectLst/>
                <a:uLnTx/>
                <a:uFillTx/>
                <a:latin typeface="Santander Text Light" panose="020B0304020201020104" pitchFamily="34" charset="0"/>
              </a:rPr>
              <a:t>encubierto el origen de los fondos generados mediante el ejercicio de algunas actividades ilegales</a:t>
            </a:r>
            <a:r>
              <a:rPr kumimoji="0" lang="es-MX" sz="1050" b="0" i="0" u="none" strike="noStrike" kern="1200" cap="none" spc="0" normalizeH="0" baseline="0" noProof="0" dirty="0">
                <a:ln>
                  <a:noFill/>
                </a:ln>
                <a:solidFill>
                  <a:sysClr val="windowText" lastClr="000000"/>
                </a:solidFill>
                <a:effectLst/>
                <a:uLnTx/>
                <a:uFillTx/>
                <a:latin typeface="Santander Text Light" panose="020B0304020201020104" pitchFamily="34" charset="0"/>
              </a:rPr>
              <a:t> (siendo las más comunes: tráfico de drogas o estupefacientes, contrabando de armas, corrupción, fraude, trata de personas, prostitución, extorsión, piratería, evasión fiscal y terrorismo).</a:t>
            </a:r>
          </a:p>
          <a:p>
            <a:pPr marL="0" marR="0" lvl="0" indent="0" algn="l" defTabSz="914400" rtl="0" eaLnBrk="1" fontAlgn="auto" latinLnBrk="0" hangingPunct="1">
              <a:lnSpc>
                <a:spcPct val="150000"/>
              </a:lnSpc>
              <a:spcBef>
                <a:spcPts val="600"/>
              </a:spcBef>
              <a:spcAft>
                <a:spcPts val="600"/>
              </a:spcAft>
              <a:buClrTx/>
              <a:buSzTx/>
              <a:buFont typeface="Arial" panose="020B0604020202020204" pitchFamily="34" charset="0"/>
              <a:buNone/>
              <a:tabLst/>
              <a:defRPr/>
            </a:pPr>
            <a:r>
              <a:rPr kumimoji="0" lang="es-MX" sz="1050" b="0" i="0" u="none" strike="noStrike" kern="1200" cap="none" spc="0" normalizeH="0" baseline="0" noProof="0" dirty="0">
                <a:ln>
                  <a:noFill/>
                </a:ln>
                <a:solidFill>
                  <a:sysClr val="windowText" lastClr="000000"/>
                </a:solidFill>
                <a:effectLst/>
                <a:uLnTx/>
                <a:uFillTx/>
                <a:latin typeface="Santander Text Light" panose="020B0304020201020104" pitchFamily="34" charset="0"/>
              </a:rPr>
              <a:t>El objetivo de la operación, que generalmente se realiza en varios niveles, consiste en hacer que los fondos o activos obtenidos a través de actividades ilícitas </a:t>
            </a:r>
            <a:r>
              <a:rPr kumimoji="0" lang="es-MX" sz="1050" b="1" i="0" u="none" strike="noStrike" kern="1200" cap="none" spc="0" normalizeH="0" baseline="0" noProof="0" dirty="0">
                <a:ln>
                  <a:noFill/>
                </a:ln>
                <a:solidFill>
                  <a:srgbClr val="002060"/>
                </a:solidFill>
                <a:effectLst/>
                <a:uLnTx/>
                <a:uFillTx/>
                <a:latin typeface="Santander Text Light" panose="020B0304020201020104" pitchFamily="34" charset="0"/>
              </a:rPr>
              <a:t>aparezcan como el fruto de actividades legítimas y circulen sin problema en el sistema financiero</a:t>
            </a:r>
            <a:r>
              <a:rPr kumimoji="0" lang="es-MX" sz="1050" b="0" i="0" u="none" strike="noStrike" kern="1200" cap="none" spc="0" normalizeH="0" baseline="0" noProof="0" dirty="0">
                <a:ln>
                  <a:noFill/>
                </a:ln>
                <a:solidFill>
                  <a:sysClr val="windowText" lastClr="000000"/>
                </a:solidFill>
                <a:effectLst/>
                <a:uLnTx/>
                <a:uFillTx/>
                <a:latin typeface="Santander Text Light" panose="020B0304020201020104" pitchFamily="34" charset="0"/>
              </a:rPr>
              <a:t>. (VSPP de la CNBV) </a:t>
            </a:r>
            <a:r>
              <a:rPr kumimoji="0" lang="es-MX" sz="1050" b="0" i="0" u="none" strike="noStrike" kern="1200" cap="none" spc="0" normalizeH="0" baseline="0" noProof="0" dirty="0">
                <a:ln>
                  <a:noFill/>
                </a:ln>
                <a:solidFill>
                  <a:schemeClr val="tx2">
                    <a:lumMod val="75000"/>
                  </a:schemeClr>
                </a:solidFill>
                <a:effectLst/>
                <a:uLnTx/>
                <a:uFillTx/>
                <a:latin typeface="Santander Text Light" panose="020B0304020201020104" pitchFamily="34" charset="0"/>
                <a:hlinkClick r:id="rId2"/>
              </a:rPr>
              <a:t>https://www.cnbv.gob.mx/CNBV/Documents/VSPP_Lavado%20de%20Dinero.pdf</a:t>
            </a:r>
            <a:endParaRPr kumimoji="0" lang="es-MX" sz="1050" b="0" i="0" u="none" strike="noStrike" kern="1200" cap="none" spc="0" normalizeH="0" baseline="0" noProof="0" dirty="0">
              <a:ln>
                <a:noFill/>
              </a:ln>
              <a:solidFill>
                <a:schemeClr val="tx2">
                  <a:lumMod val="75000"/>
                </a:schemeClr>
              </a:solidFill>
              <a:effectLst/>
              <a:uLnTx/>
              <a:uFillTx/>
              <a:latin typeface="Santander Text Light" panose="020B0304020201020104" pitchFamily="34" charset="0"/>
            </a:endParaRPr>
          </a:p>
          <a:p>
            <a:endParaRPr lang="es-ES" dirty="0"/>
          </a:p>
        </p:txBody>
      </p:sp>
      <p:sp>
        <p:nvSpPr>
          <p:cNvPr id="6" name="Título 5">
            <a:extLst>
              <a:ext uri="{FF2B5EF4-FFF2-40B4-BE49-F238E27FC236}">
                <a16:creationId xmlns:a16="http://schemas.microsoft.com/office/drawing/2014/main" id="{E4FECCD8-7F0B-A6D5-AE27-0F118A3FEACE}"/>
              </a:ext>
            </a:extLst>
          </p:cNvPr>
          <p:cNvSpPr>
            <a:spLocks noGrp="1"/>
          </p:cNvSpPr>
          <p:nvPr>
            <p:ph type="title"/>
          </p:nvPr>
        </p:nvSpPr>
        <p:spPr>
          <a:xfrm>
            <a:off x="427180" y="1098875"/>
            <a:ext cx="10580790" cy="354970"/>
          </a:xfrm>
        </p:spPr>
        <p:txBody>
          <a:bodyPr/>
          <a:lstStyle/>
          <a:p>
            <a:r>
              <a:rPr lang="es-ES" dirty="0"/>
              <a:t>Lavado de Dinero</a:t>
            </a:r>
            <a:br>
              <a:rPr lang="es-ES" dirty="0"/>
            </a:br>
            <a:endParaRPr lang="es-ES" dirty="0"/>
          </a:p>
        </p:txBody>
      </p:sp>
      <p:cxnSp>
        <p:nvCxnSpPr>
          <p:cNvPr id="5" name="Conector recto 4">
            <a:extLst>
              <a:ext uri="{FF2B5EF4-FFF2-40B4-BE49-F238E27FC236}">
                <a16:creationId xmlns:a16="http://schemas.microsoft.com/office/drawing/2014/main" id="{6A2BAF46-0C23-06DA-E8A3-7C65100C36DF}"/>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9D79681B-9308-AB1A-04C0-1CCB2898FB1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a:t>
            </a:fld>
            <a:endParaRPr lang="en-US"/>
          </a:p>
        </p:txBody>
      </p:sp>
      <p:sp>
        <p:nvSpPr>
          <p:cNvPr id="10" name="Marcador de texto 9">
            <a:extLst>
              <a:ext uri="{FF2B5EF4-FFF2-40B4-BE49-F238E27FC236}">
                <a16:creationId xmlns:a16="http://schemas.microsoft.com/office/drawing/2014/main" id="{A61DB0A8-1FA1-3B10-D6C7-EB4EBE0FD9BD}"/>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grpSp>
        <p:nvGrpSpPr>
          <p:cNvPr id="11" name="Grupo 10">
            <a:extLst>
              <a:ext uri="{FF2B5EF4-FFF2-40B4-BE49-F238E27FC236}">
                <a16:creationId xmlns:a16="http://schemas.microsoft.com/office/drawing/2014/main" id="{A5D26A12-E681-0C52-9D1A-7F882E58A1D3}"/>
              </a:ext>
            </a:extLst>
          </p:cNvPr>
          <p:cNvGrpSpPr/>
          <p:nvPr/>
        </p:nvGrpSpPr>
        <p:grpSpPr>
          <a:xfrm>
            <a:off x="3198038" y="2841995"/>
            <a:ext cx="5409935" cy="3578606"/>
            <a:chOff x="1510874" y="2181817"/>
            <a:chExt cx="4777055" cy="4078229"/>
          </a:xfrm>
        </p:grpSpPr>
        <p:grpSp>
          <p:nvGrpSpPr>
            <p:cNvPr id="12" name="Grupo 11">
              <a:extLst>
                <a:ext uri="{FF2B5EF4-FFF2-40B4-BE49-F238E27FC236}">
                  <a16:creationId xmlns:a16="http://schemas.microsoft.com/office/drawing/2014/main" id="{1F543C17-678E-D4A9-E60B-029A103A8969}"/>
                </a:ext>
              </a:extLst>
            </p:cNvPr>
            <p:cNvGrpSpPr/>
            <p:nvPr/>
          </p:nvGrpSpPr>
          <p:grpSpPr>
            <a:xfrm>
              <a:off x="2646205" y="2181817"/>
              <a:ext cx="3641724" cy="4078229"/>
              <a:chOff x="7140417" y="734562"/>
              <a:chExt cx="3641724" cy="4078229"/>
            </a:xfrm>
          </p:grpSpPr>
          <p:grpSp>
            <p:nvGrpSpPr>
              <p:cNvPr id="14" name="Group 7">
                <a:extLst>
                  <a:ext uri="{FF2B5EF4-FFF2-40B4-BE49-F238E27FC236}">
                    <a16:creationId xmlns:a16="http://schemas.microsoft.com/office/drawing/2014/main" id="{F7571DDB-637E-3324-C748-ADC358AC8616}"/>
                  </a:ext>
                </a:extLst>
              </p:cNvPr>
              <p:cNvGrpSpPr>
                <a:grpSpLocks noChangeAspect="1"/>
              </p:cNvGrpSpPr>
              <p:nvPr/>
            </p:nvGrpSpPr>
            <p:grpSpPr bwMode="auto">
              <a:xfrm>
                <a:off x="7140417" y="1116934"/>
                <a:ext cx="2509837" cy="2884488"/>
                <a:chOff x="2127" y="1676"/>
                <a:chExt cx="1581" cy="1817"/>
              </a:xfrm>
            </p:grpSpPr>
            <p:sp>
              <p:nvSpPr>
                <p:cNvPr id="44" name="AutoShape 6">
                  <a:extLst>
                    <a:ext uri="{FF2B5EF4-FFF2-40B4-BE49-F238E27FC236}">
                      <a16:creationId xmlns:a16="http://schemas.microsoft.com/office/drawing/2014/main" id="{A5326FCA-DBC6-28B8-1420-87D8BC40C3CF}"/>
                    </a:ext>
                  </a:extLst>
                </p:cNvPr>
                <p:cNvSpPr>
                  <a:spLocks noChangeAspect="1" noChangeArrowheads="1" noTextEdit="1"/>
                </p:cNvSpPr>
                <p:nvPr/>
              </p:nvSpPr>
              <p:spPr bwMode="auto">
                <a:xfrm>
                  <a:off x="2127" y="1678"/>
                  <a:ext cx="1581" cy="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45" name="Oval 8">
                  <a:extLst>
                    <a:ext uri="{FF2B5EF4-FFF2-40B4-BE49-F238E27FC236}">
                      <a16:creationId xmlns:a16="http://schemas.microsoft.com/office/drawing/2014/main" id="{14689220-764E-DF05-82F3-24F098AFFDD8}"/>
                    </a:ext>
                  </a:extLst>
                </p:cNvPr>
                <p:cNvSpPr>
                  <a:spLocks noChangeArrowheads="1"/>
                </p:cNvSpPr>
                <p:nvPr/>
              </p:nvSpPr>
              <p:spPr bwMode="auto">
                <a:xfrm>
                  <a:off x="2544" y="2198"/>
                  <a:ext cx="752" cy="752"/>
                </a:xfrm>
                <a:prstGeom prst="ellipse">
                  <a:avLst/>
                </a:prstGeom>
                <a:solidFill>
                  <a:srgbClr val="FFFFFF"/>
                </a:solidFill>
                <a:ln w="9525"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s-ES"/>
                </a:p>
              </p:txBody>
            </p:sp>
            <p:sp>
              <p:nvSpPr>
                <p:cNvPr id="46" name="Freeform 10">
                  <a:extLst>
                    <a:ext uri="{FF2B5EF4-FFF2-40B4-BE49-F238E27FC236}">
                      <a16:creationId xmlns:a16="http://schemas.microsoft.com/office/drawing/2014/main" id="{A5E6E756-85DD-C133-2EAB-613B0B812AC6}"/>
                    </a:ext>
                  </a:extLst>
                </p:cNvPr>
                <p:cNvSpPr>
                  <a:spLocks/>
                </p:cNvSpPr>
                <p:nvPr/>
              </p:nvSpPr>
              <p:spPr bwMode="auto">
                <a:xfrm>
                  <a:off x="2474" y="2439"/>
                  <a:ext cx="65" cy="367"/>
                </a:xfrm>
                <a:custGeom>
                  <a:avLst/>
                  <a:gdLst>
                    <a:gd name="T0" fmla="*/ 46 w 46"/>
                    <a:gd name="T1" fmla="*/ 259 h 259"/>
                    <a:gd name="T2" fmla="*/ 0 w 46"/>
                    <a:gd name="T3" fmla="*/ 96 h 259"/>
                    <a:gd name="T4" fmla="*/ 15 w 46"/>
                    <a:gd name="T5" fmla="*/ 0 h 259"/>
                  </a:gdLst>
                  <a:ahLst/>
                  <a:cxnLst>
                    <a:cxn ang="0">
                      <a:pos x="T0" y="T1"/>
                    </a:cxn>
                    <a:cxn ang="0">
                      <a:pos x="T2" y="T3"/>
                    </a:cxn>
                    <a:cxn ang="0">
                      <a:pos x="T4" y="T5"/>
                    </a:cxn>
                  </a:cxnLst>
                  <a:rect l="0" t="0" r="r" b="b"/>
                  <a:pathLst>
                    <a:path w="46" h="259">
                      <a:moveTo>
                        <a:pt x="46" y="259"/>
                      </a:moveTo>
                      <a:cubicBezTo>
                        <a:pt x="17" y="211"/>
                        <a:pt x="0" y="155"/>
                        <a:pt x="0" y="96"/>
                      </a:cubicBezTo>
                      <a:cubicBezTo>
                        <a:pt x="0" y="62"/>
                        <a:pt x="5" y="30"/>
                        <a:pt x="15" y="0"/>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7" name="Freeform 11">
                  <a:extLst>
                    <a:ext uri="{FF2B5EF4-FFF2-40B4-BE49-F238E27FC236}">
                      <a16:creationId xmlns:a16="http://schemas.microsoft.com/office/drawing/2014/main" id="{0154564D-329A-9875-685D-101BB220EC4E}"/>
                    </a:ext>
                  </a:extLst>
                </p:cNvPr>
                <p:cNvSpPr>
                  <a:spLocks/>
                </p:cNvSpPr>
                <p:nvPr/>
              </p:nvSpPr>
              <p:spPr bwMode="auto">
                <a:xfrm>
                  <a:off x="2596" y="2879"/>
                  <a:ext cx="324" cy="141"/>
                </a:xfrm>
                <a:custGeom>
                  <a:avLst/>
                  <a:gdLst>
                    <a:gd name="T0" fmla="*/ 229 w 229"/>
                    <a:gd name="T1" fmla="*/ 99 h 99"/>
                    <a:gd name="T2" fmla="*/ 0 w 229"/>
                    <a:gd name="T3" fmla="*/ 0 h 99"/>
                  </a:gdLst>
                  <a:ahLst/>
                  <a:cxnLst>
                    <a:cxn ang="0">
                      <a:pos x="T0" y="T1"/>
                    </a:cxn>
                    <a:cxn ang="0">
                      <a:pos x="T2" y="T3"/>
                    </a:cxn>
                  </a:cxnLst>
                  <a:rect l="0" t="0" r="r" b="b"/>
                  <a:pathLst>
                    <a:path w="229" h="99">
                      <a:moveTo>
                        <a:pt x="229" y="99"/>
                      </a:moveTo>
                      <a:cubicBezTo>
                        <a:pt x="138" y="99"/>
                        <a:pt x="57" y="61"/>
                        <a:pt x="0" y="0"/>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8" name="Freeform 12">
                  <a:extLst>
                    <a:ext uri="{FF2B5EF4-FFF2-40B4-BE49-F238E27FC236}">
                      <a16:creationId xmlns:a16="http://schemas.microsoft.com/office/drawing/2014/main" id="{5FB770D4-035C-2286-98A8-909CE1B4B605}"/>
                    </a:ext>
                  </a:extLst>
                </p:cNvPr>
                <p:cNvSpPr>
                  <a:spLocks/>
                </p:cNvSpPr>
                <p:nvPr/>
              </p:nvSpPr>
              <p:spPr bwMode="auto">
                <a:xfrm>
                  <a:off x="3025" y="2796"/>
                  <a:ext cx="281" cy="211"/>
                </a:xfrm>
                <a:custGeom>
                  <a:avLst/>
                  <a:gdLst>
                    <a:gd name="T0" fmla="*/ 198 w 198"/>
                    <a:gd name="T1" fmla="*/ 0 h 149"/>
                    <a:gd name="T2" fmla="*/ 0 w 198"/>
                    <a:gd name="T3" fmla="*/ 149 h 149"/>
                  </a:gdLst>
                  <a:ahLst/>
                  <a:cxnLst>
                    <a:cxn ang="0">
                      <a:pos x="T0" y="T1"/>
                    </a:cxn>
                    <a:cxn ang="0">
                      <a:pos x="T2" y="T3"/>
                    </a:cxn>
                  </a:cxnLst>
                  <a:rect l="0" t="0" r="r" b="b"/>
                  <a:pathLst>
                    <a:path w="198" h="149">
                      <a:moveTo>
                        <a:pt x="198" y="0"/>
                      </a:moveTo>
                      <a:cubicBezTo>
                        <a:pt x="156" y="74"/>
                        <a:pt x="85" y="129"/>
                        <a:pt x="0" y="149"/>
                      </a:cubicBezTo>
                    </a:path>
                  </a:pathLst>
                </a:custGeom>
                <a:noFill/>
                <a:ln w="95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9" name="Freeform 13">
                  <a:extLst>
                    <a:ext uri="{FF2B5EF4-FFF2-40B4-BE49-F238E27FC236}">
                      <a16:creationId xmlns:a16="http://schemas.microsoft.com/office/drawing/2014/main" id="{F71FD74E-662C-AE5F-BA4B-54DD1FABF1E5}"/>
                    </a:ext>
                  </a:extLst>
                </p:cNvPr>
                <p:cNvSpPr>
                  <a:spLocks/>
                </p:cNvSpPr>
                <p:nvPr/>
              </p:nvSpPr>
              <p:spPr bwMode="auto">
                <a:xfrm>
                  <a:off x="3306" y="2352"/>
                  <a:ext cx="59" cy="352"/>
                </a:xfrm>
                <a:custGeom>
                  <a:avLst/>
                  <a:gdLst>
                    <a:gd name="T0" fmla="*/ 0 w 42"/>
                    <a:gd name="T1" fmla="*/ 0 h 248"/>
                    <a:gd name="T2" fmla="*/ 42 w 42"/>
                    <a:gd name="T3" fmla="*/ 157 h 248"/>
                    <a:gd name="T4" fmla="*/ 28 w 42"/>
                    <a:gd name="T5" fmla="*/ 248 h 248"/>
                  </a:gdLst>
                  <a:ahLst/>
                  <a:cxnLst>
                    <a:cxn ang="0">
                      <a:pos x="T0" y="T1"/>
                    </a:cxn>
                    <a:cxn ang="0">
                      <a:pos x="T2" y="T3"/>
                    </a:cxn>
                    <a:cxn ang="0">
                      <a:pos x="T4" y="T5"/>
                    </a:cxn>
                  </a:cxnLst>
                  <a:rect l="0" t="0" r="r" b="b"/>
                  <a:pathLst>
                    <a:path w="42" h="248">
                      <a:moveTo>
                        <a:pt x="0" y="0"/>
                      </a:moveTo>
                      <a:cubicBezTo>
                        <a:pt x="27" y="46"/>
                        <a:pt x="42" y="100"/>
                        <a:pt x="42" y="157"/>
                      </a:cubicBezTo>
                      <a:cubicBezTo>
                        <a:pt x="42" y="188"/>
                        <a:pt x="37" y="219"/>
                        <a:pt x="28" y="248"/>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0" name="Freeform 14">
                  <a:extLst>
                    <a:ext uri="{FF2B5EF4-FFF2-40B4-BE49-F238E27FC236}">
                      <a16:creationId xmlns:a16="http://schemas.microsoft.com/office/drawing/2014/main" id="{64913BB8-6326-901E-AE0F-3F64F696F33F}"/>
                    </a:ext>
                  </a:extLst>
                </p:cNvPr>
                <p:cNvSpPr>
                  <a:spLocks/>
                </p:cNvSpPr>
                <p:nvPr/>
              </p:nvSpPr>
              <p:spPr bwMode="auto">
                <a:xfrm>
                  <a:off x="2920" y="2129"/>
                  <a:ext cx="322" cy="137"/>
                </a:xfrm>
                <a:custGeom>
                  <a:avLst/>
                  <a:gdLst>
                    <a:gd name="T0" fmla="*/ 0 w 227"/>
                    <a:gd name="T1" fmla="*/ 0 h 97"/>
                    <a:gd name="T2" fmla="*/ 227 w 227"/>
                    <a:gd name="T3" fmla="*/ 97 h 97"/>
                  </a:gdLst>
                  <a:ahLst/>
                  <a:cxnLst>
                    <a:cxn ang="0">
                      <a:pos x="T0" y="T1"/>
                    </a:cxn>
                    <a:cxn ang="0">
                      <a:pos x="T2" y="T3"/>
                    </a:cxn>
                  </a:cxnLst>
                  <a:rect l="0" t="0" r="r" b="b"/>
                  <a:pathLst>
                    <a:path w="227" h="97">
                      <a:moveTo>
                        <a:pt x="0" y="0"/>
                      </a:moveTo>
                      <a:cubicBezTo>
                        <a:pt x="89" y="0"/>
                        <a:pt x="170" y="37"/>
                        <a:pt x="227" y="97"/>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1" name="Line 16">
                  <a:extLst>
                    <a:ext uri="{FF2B5EF4-FFF2-40B4-BE49-F238E27FC236}">
                      <a16:creationId xmlns:a16="http://schemas.microsoft.com/office/drawing/2014/main" id="{3900A316-CC48-6E11-D90D-8FE2F9AAD338}"/>
                    </a:ext>
                  </a:extLst>
                </p:cNvPr>
                <p:cNvSpPr>
                  <a:spLocks noChangeShapeType="1"/>
                </p:cNvSpPr>
                <p:nvPr/>
              </p:nvSpPr>
              <p:spPr bwMode="auto">
                <a:xfrm flipH="1" flipV="1">
                  <a:off x="2918" y="1689"/>
                  <a:ext cx="2" cy="440"/>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2" name="Line 17">
                  <a:extLst>
                    <a:ext uri="{FF2B5EF4-FFF2-40B4-BE49-F238E27FC236}">
                      <a16:creationId xmlns:a16="http://schemas.microsoft.com/office/drawing/2014/main" id="{C5C184C4-CF51-57D6-47B8-48E2D6B46F82}"/>
                    </a:ext>
                  </a:extLst>
                </p:cNvPr>
                <p:cNvSpPr>
                  <a:spLocks noChangeShapeType="1"/>
                </p:cNvSpPr>
                <p:nvPr/>
              </p:nvSpPr>
              <p:spPr bwMode="auto">
                <a:xfrm>
                  <a:off x="2920" y="3020"/>
                  <a:ext cx="0" cy="456"/>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3" name="Line 18">
                  <a:extLst>
                    <a:ext uri="{FF2B5EF4-FFF2-40B4-BE49-F238E27FC236}">
                      <a16:creationId xmlns:a16="http://schemas.microsoft.com/office/drawing/2014/main" id="{1F2C608E-2C80-381F-E404-E95A351DDD62}"/>
                    </a:ext>
                  </a:extLst>
                </p:cNvPr>
                <p:cNvSpPr>
                  <a:spLocks noChangeShapeType="1"/>
                </p:cNvSpPr>
                <p:nvPr/>
              </p:nvSpPr>
              <p:spPr bwMode="auto">
                <a:xfrm flipH="1">
                  <a:off x="2155" y="2806"/>
                  <a:ext cx="384" cy="219"/>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4" name="Line 19">
                  <a:extLst>
                    <a:ext uri="{FF2B5EF4-FFF2-40B4-BE49-F238E27FC236}">
                      <a16:creationId xmlns:a16="http://schemas.microsoft.com/office/drawing/2014/main" id="{BC95F226-EFA8-AC7F-8622-F5864B8457D4}"/>
                    </a:ext>
                  </a:extLst>
                </p:cNvPr>
                <p:cNvSpPr>
                  <a:spLocks noChangeShapeType="1"/>
                </p:cNvSpPr>
                <p:nvPr/>
              </p:nvSpPr>
              <p:spPr bwMode="auto">
                <a:xfrm>
                  <a:off x="3306" y="2796"/>
                  <a:ext cx="372" cy="211"/>
                </a:xfrm>
                <a:prstGeom prst="line">
                  <a:avLst/>
                </a:prstGeom>
                <a:noFill/>
                <a:ln w="9525"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5" name="Line 20">
                  <a:extLst>
                    <a:ext uri="{FF2B5EF4-FFF2-40B4-BE49-F238E27FC236}">
                      <a16:creationId xmlns:a16="http://schemas.microsoft.com/office/drawing/2014/main" id="{938C16B8-B1AB-136D-7608-E29E4CD7C9A8}"/>
                    </a:ext>
                  </a:extLst>
                </p:cNvPr>
                <p:cNvSpPr>
                  <a:spLocks noChangeShapeType="1"/>
                </p:cNvSpPr>
                <p:nvPr/>
              </p:nvSpPr>
              <p:spPr bwMode="auto">
                <a:xfrm flipV="1">
                  <a:off x="3306" y="2129"/>
                  <a:ext cx="386" cy="223"/>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56" name="Oval 22">
                  <a:extLst>
                    <a:ext uri="{FF2B5EF4-FFF2-40B4-BE49-F238E27FC236}">
                      <a16:creationId xmlns:a16="http://schemas.microsoft.com/office/drawing/2014/main" id="{5BB56C8D-BF97-507A-9494-97B59618DCFB}"/>
                    </a:ext>
                  </a:extLst>
                </p:cNvPr>
                <p:cNvSpPr>
                  <a:spLocks noChangeArrowheads="1"/>
                </p:cNvSpPr>
                <p:nvPr/>
              </p:nvSpPr>
              <p:spPr bwMode="auto">
                <a:xfrm>
                  <a:off x="3677" y="2113"/>
                  <a:ext cx="31" cy="3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7" name="Oval 23">
                  <a:extLst>
                    <a:ext uri="{FF2B5EF4-FFF2-40B4-BE49-F238E27FC236}">
                      <a16:creationId xmlns:a16="http://schemas.microsoft.com/office/drawing/2014/main" id="{6C79D363-1604-2857-7AC4-56E3FDDD3FA6}"/>
                    </a:ext>
                  </a:extLst>
                </p:cNvPr>
                <p:cNvSpPr>
                  <a:spLocks noChangeArrowheads="1"/>
                </p:cNvSpPr>
                <p:nvPr/>
              </p:nvSpPr>
              <p:spPr bwMode="auto">
                <a:xfrm>
                  <a:off x="3663" y="2991"/>
                  <a:ext cx="31" cy="3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8" name="Oval 24">
                  <a:extLst>
                    <a:ext uri="{FF2B5EF4-FFF2-40B4-BE49-F238E27FC236}">
                      <a16:creationId xmlns:a16="http://schemas.microsoft.com/office/drawing/2014/main" id="{F3EB6146-2DB8-7846-F34C-5F5935004C53}"/>
                    </a:ext>
                  </a:extLst>
                </p:cNvPr>
                <p:cNvSpPr>
                  <a:spLocks noChangeArrowheads="1"/>
                </p:cNvSpPr>
                <p:nvPr/>
              </p:nvSpPr>
              <p:spPr bwMode="auto">
                <a:xfrm>
                  <a:off x="2903" y="3460"/>
                  <a:ext cx="33"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9" name="Oval 25">
                  <a:extLst>
                    <a:ext uri="{FF2B5EF4-FFF2-40B4-BE49-F238E27FC236}">
                      <a16:creationId xmlns:a16="http://schemas.microsoft.com/office/drawing/2014/main" id="{879179B0-D0EC-6ACA-59AD-8B38D44CFF9F}"/>
                    </a:ext>
                  </a:extLst>
                </p:cNvPr>
                <p:cNvSpPr>
                  <a:spLocks noChangeArrowheads="1"/>
                </p:cNvSpPr>
                <p:nvPr/>
              </p:nvSpPr>
              <p:spPr bwMode="auto">
                <a:xfrm>
                  <a:off x="2143" y="3007"/>
                  <a:ext cx="32" cy="3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0" name="Oval 26">
                  <a:extLst>
                    <a:ext uri="{FF2B5EF4-FFF2-40B4-BE49-F238E27FC236}">
                      <a16:creationId xmlns:a16="http://schemas.microsoft.com/office/drawing/2014/main" id="{6AC8AA75-927A-40E5-F145-8E9ADF2AA057}"/>
                    </a:ext>
                  </a:extLst>
                </p:cNvPr>
                <p:cNvSpPr>
                  <a:spLocks noChangeArrowheads="1"/>
                </p:cNvSpPr>
                <p:nvPr/>
              </p:nvSpPr>
              <p:spPr bwMode="auto">
                <a:xfrm>
                  <a:off x="2902" y="1676"/>
                  <a:ext cx="31"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24" name="7 CuadroTexto">
                <a:extLst>
                  <a:ext uri="{FF2B5EF4-FFF2-40B4-BE49-F238E27FC236}">
                    <a16:creationId xmlns:a16="http://schemas.microsoft.com/office/drawing/2014/main" id="{C54E8A3D-465B-0A41-D867-979FCFB79242}"/>
                  </a:ext>
                </a:extLst>
              </p:cNvPr>
              <p:cNvSpPr txBox="1"/>
              <p:nvPr/>
            </p:nvSpPr>
            <p:spPr>
              <a:xfrm>
                <a:off x="8470296" y="734562"/>
                <a:ext cx="1083565" cy="583769"/>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PROCESO </a:t>
                </a:r>
              </a:p>
              <a:p>
                <a:r>
                  <a:rPr lang="es-MX" sz="1200" dirty="0">
                    <a:latin typeface="Santander Text Light" panose="020B0304020201020104" pitchFamily="34" charset="0"/>
                  </a:rPr>
                  <a:t>que implica una serie de actos no se agota en un solo momento</a:t>
                </a:r>
              </a:p>
            </p:txBody>
          </p:sp>
          <p:sp>
            <p:nvSpPr>
              <p:cNvPr id="40" name="7 CuadroTexto">
                <a:extLst>
                  <a:ext uri="{FF2B5EF4-FFF2-40B4-BE49-F238E27FC236}">
                    <a16:creationId xmlns:a16="http://schemas.microsoft.com/office/drawing/2014/main" id="{796F184A-E1AB-700A-F9DD-D01DDBEC843A}"/>
                  </a:ext>
                </a:extLst>
              </p:cNvPr>
              <p:cNvSpPr txBox="1"/>
              <p:nvPr/>
            </p:nvSpPr>
            <p:spPr>
              <a:xfrm>
                <a:off x="7802404" y="2373513"/>
                <a:ext cx="1238993" cy="340532"/>
              </a:xfrm>
              <a:prstGeom prst="rect">
                <a:avLst/>
              </a:prstGeom>
              <a:noFill/>
              <a:ln>
                <a:noFill/>
              </a:ln>
            </p:spPr>
            <p:txBody>
              <a:bodyPr wrap="square" lIns="0" tIns="0" rIns="0" bIns="0" rtlCol="0">
                <a:spAutoFit/>
              </a:bodyPr>
              <a:lstStyle/>
              <a:p>
                <a:pPr algn="ctr"/>
                <a:r>
                  <a:rPr lang="es-ES" sz="1400" dirty="0">
                    <a:solidFill>
                      <a:schemeClr val="accent1"/>
                    </a:solidFill>
                    <a:latin typeface="Santander Text" panose="020B0504020201020104" pitchFamily="34" charset="0"/>
                  </a:rPr>
                  <a:t>Lavado de </a:t>
                </a:r>
              </a:p>
              <a:p>
                <a:pPr algn="ctr"/>
                <a:r>
                  <a:rPr lang="es-ES" sz="1400" dirty="0">
                    <a:solidFill>
                      <a:schemeClr val="accent1"/>
                    </a:solidFill>
                    <a:latin typeface="Santander Text" panose="020B0504020201020104" pitchFamily="34" charset="0"/>
                  </a:rPr>
                  <a:t>Dinero</a:t>
                </a:r>
              </a:p>
            </p:txBody>
          </p:sp>
          <p:sp>
            <p:nvSpPr>
              <p:cNvPr id="41" name="7 CuadroTexto">
                <a:extLst>
                  <a:ext uri="{FF2B5EF4-FFF2-40B4-BE49-F238E27FC236}">
                    <a16:creationId xmlns:a16="http://schemas.microsoft.com/office/drawing/2014/main" id="{0B87D9A1-22B0-294B-E00E-16BE3A4DD101}"/>
                  </a:ext>
                </a:extLst>
              </p:cNvPr>
              <p:cNvSpPr txBox="1"/>
              <p:nvPr/>
            </p:nvSpPr>
            <p:spPr>
              <a:xfrm>
                <a:off x="9764954" y="1686202"/>
                <a:ext cx="1017187" cy="729712"/>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OCULTAR</a:t>
                </a:r>
              </a:p>
              <a:p>
                <a:r>
                  <a:rPr lang="es-MX" sz="1200" dirty="0">
                    <a:latin typeface="Santander Text Light" panose="020B0304020201020104" pitchFamily="34" charset="0"/>
                  </a:rPr>
                  <a:t>El objetivo principal del delito es esconder la fuente del dinero</a:t>
                </a:r>
              </a:p>
            </p:txBody>
          </p:sp>
          <p:sp>
            <p:nvSpPr>
              <p:cNvPr id="42" name="7 CuadroTexto">
                <a:extLst>
                  <a:ext uri="{FF2B5EF4-FFF2-40B4-BE49-F238E27FC236}">
                    <a16:creationId xmlns:a16="http://schemas.microsoft.com/office/drawing/2014/main" id="{9FB625F2-FA3F-D8C9-86FD-9D1B50B2948A}"/>
                  </a:ext>
                </a:extLst>
              </p:cNvPr>
              <p:cNvSpPr txBox="1"/>
              <p:nvPr/>
            </p:nvSpPr>
            <p:spPr>
              <a:xfrm>
                <a:off x="9764954" y="3136009"/>
                <a:ext cx="1017187" cy="291885"/>
              </a:xfrm>
              <a:prstGeom prst="rect">
                <a:avLst/>
              </a:prstGeom>
              <a:noFill/>
              <a:ln>
                <a:noFill/>
              </a:ln>
            </p:spPr>
            <p:txBody>
              <a:bodyPr wrap="square" lIns="0" tIns="0" rIns="0" bIns="0" rtlCol="0">
                <a:spAutoFit/>
              </a:bodyPr>
              <a:lstStyle/>
              <a:p>
                <a:r>
                  <a:rPr lang="es-ES" sz="1200" dirty="0">
                    <a:latin typeface="Santander Text Light" panose="020B0304020201020104" pitchFamily="34" charset="0"/>
                  </a:rPr>
                  <a:t>Bienes de origen ilícito</a:t>
                </a:r>
              </a:p>
            </p:txBody>
          </p:sp>
          <p:sp>
            <p:nvSpPr>
              <p:cNvPr id="43" name="7 CuadroTexto">
                <a:extLst>
                  <a:ext uri="{FF2B5EF4-FFF2-40B4-BE49-F238E27FC236}">
                    <a16:creationId xmlns:a16="http://schemas.microsoft.com/office/drawing/2014/main" id="{14828A4F-E360-EDE5-CA5B-7027ED9782E9}"/>
                  </a:ext>
                </a:extLst>
              </p:cNvPr>
              <p:cNvSpPr txBox="1"/>
              <p:nvPr/>
            </p:nvSpPr>
            <p:spPr>
              <a:xfrm>
                <a:off x="8462360" y="3645252"/>
                <a:ext cx="1083565" cy="1167539"/>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APARENCIA DE LEGALIDAD</a:t>
                </a:r>
              </a:p>
              <a:p>
                <a:r>
                  <a:rPr lang="es-MX" sz="1200" dirty="0">
                    <a:latin typeface="Santander Text Light" panose="020B0304020201020104" pitchFamily="34" charset="0"/>
                  </a:rPr>
                  <a:t>Entre más creíble y complejo sea, será más difícil para las autoridades identificar el LD</a:t>
                </a:r>
              </a:p>
              <a:p>
                <a:endParaRPr lang="es-ES" sz="1200" dirty="0">
                  <a:latin typeface="Santander Text Light" panose="020B0304020201020104" pitchFamily="34" charset="0"/>
                </a:endParaRPr>
              </a:p>
            </p:txBody>
          </p:sp>
        </p:grpSp>
        <p:sp>
          <p:nvSpPr>
            <p:cNvPr id="13" name="7 CuadroTexto">
              <a:extLst>
                <a:ext uri="{FF2B5EF4-FFF2-40B4-BE49-F238E27FC236}">
                  <a16:creationId xmlns:a16="http://schemas.microsoft.com/office/drawing/2014/main" id="{39C2552B-129C-0C45-0DDD-84B7425267D9}"/>
                </a:ext>
              </a:extLst>
            </p:cNvPr>
            <p:cNvSpPr txBox="1"/>
            <p:nvPr/>
          </p:nvSpPr>
          <p:spPr>
            <a:xfrm>
              <a:off x="1510874" y="4583264"/>
              <a:ext cx="994044" cy="729712"/>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CONOCIMIENTO</a:t>
              </a:r>
            </a:p>
            <a:p>
              <a:r>
                <a:rPr lang="es-MX" sz="1200" dirty="0">
                  <a:latin typeface="Santander Text Light" panose="020B0304020201020104" pitchFamily="34" charset="0"/>
                </a:rPr>
                <a:t>de su origen ilícito no admite en ningún caso una comisión culposa</a:t>
              </a:r>
            </a:p>
          </p:txBody>
        </p:sp>
      </p:grpSp>
    </p:spTree>
    <p:extLst>
      <p:ext uri="{BB962C8B-B14F-4D97-AF65-F5344CB8AC3E}">
        <p14:creationId xmlns:p14="http://schemas.microsoft.com/office/powerpoint/2010/main" val="3961909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183D5-7355-4EEC-3C1B-041FC71FDA9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22AFFE0-CBF0-18E8-AF48-34446696A8BA}"/>
              </a:ext>
            </a:extLst>
          </p:cNvPr>
          <p:cNvSpPr>
            <a:spLocks noGrp="1"/>
          </p:cNvSpPr>
          <p:nvPr>
            <p:ph type="body" sz="quarter" idx="50"/>
          </p:nvPr>
        </p:nvSpPr>
        <p:spPr>
          <a:xfrm>
            <a:off x="371721" y="1491513"/>
            <a:ext cx="10951654" cy="3896328"/>
          </a:xfrm>
        </p:spPr>
        <p:txBody>
          <a:bodyPr/>
          <a:lstStyle/>
          <a:p>
            <a:endParaRPr lang="es-ES" dirty="0"/>
          </a:p>
        </p:txBody>
      </p:sp>
      <p:sp>
        <p:nvSpPr>
          <p:cNvPr id="6" name="Título 5">
            <a:extLst>
              <a:ext uri="{FF2B5EF4-FFF2-40B4-BE49-F238E27FC236}">
                <a16:creationId xmlns:a16="http://schemas.microsoft.com/office/drawing/2014/main" id="{8C4CD1DD-CBCD-6486-D1EA-7F238224A795}"/>
              </a:ext>
            </a:extLst>
          </p:cNvPr>
          <p:cNvSpPr>
            <a:spLocks noGrp="1"/>
          </p:cNvSpPr>
          <p:nvPr>
            <p:ph type="title"/>
          </p:nvPr>
        </p:nvSpPr>
        <p:spPr>
          <a:xfrm>
            <a:off x="427180" y="1098875"/>
            <a:ext cx="10580790" cy="354970"/>
          </a:xfrm>
        </p:spPr>
        <p:txBody>
          <a:bodyPr/>
          <a:lstStyle/>
          <a:p>
            <a:r>
              <a:rPr lang="es-ES" dirty="0"/>
              <a:t>Principales actos del lavado de dinero</a:t>
            </a:r>
            <a:br>
              <a:rPr lang="es-ES" dirty="0"/>
            </a:br>
            <a:endParaRPr lang="es-ES" dirty="0"/>
          </a:p>
        </p:txBody>
      </p:sp>
      <p:cxnSp>
        <p:nvCxnSpPr>
          <p:cNvPr id="5" name="Conector recto 4">
            <a:extLst>
              <a:ext uri="{FF2B5EF4-FFF2-40B4-BE49-F238E27FC236}">
                <a16:creationId xmlns:a16="http://schemas.microsoft.com/office/drawing/2014/main" id="{84B9C21D-73D6-A9B1-A5A3-C9602D9B2D1D}"/>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FD33AA61-73C0-33BE-0BD6-DF33AFE02AB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4</a:t>
            </a:fld>
            <a:endParaRPr lang="en-US"/>
          </a:p>
        </p:txBody>
      </p:sp>
      <p:sp>
        <p:nvSpPr>
          <p:cNvPr id="10" name="Marcador de texto 9">
            <a:extLst>
              <a:ext uri="{FF2B5EF4-FFF2-40B4-BE49-F238E27FC236}">
                <a16:creationId xmlns:a16="http://schemas.microsoft.com/office/drawing/2014/main" id="{07749480-9F18-B3E7-303D-9858E76E7AA5}"/>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graphicFrame>
        <p:nvGraphicFramePr>
          <p:cNvPr id="3" name="Marcador de contenido 3">
            <a:extLst>
              <a:ext uri="{FF2B5EF4-FFF2-40B4-BE49-F238E27FC236}">
                <a16:creationId xmlns:a16="http://schemas.microsoft.com/office/drawing/2014/main" id="{F882399F-9883-3546-8221-C9FDE9BE6D4B}"/>
              </a:ext>
            </a:extLst>
          </p:cNvPr>
          <p:cNvGraphicFramePr>
            <a:graphicFrameLocks/>
          </p:cNvGraphicFramePr>
          <p:nvPr>
            <p:extLst>
              <p:ext uri="{D42A27DB-BD31-4B8C-83A1-F6EECF244321}">
                <p14:modId xmlns:p14="http://schemas.microsoft.com/office/powerpoint/2010/main" val="2811297516"/>
              </p:ext>
            </p:extLst>
          </p:nvPr>
        </p:nvGraphicFramePr>
        <p:xfrm>
          <a:off x="714368" y="1391982"/>
          <a:ext cx="11145077" cy="5286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118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D6110BE4-7FA6-4857-B5AF-BDB51D97431C}"/>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graphicEl>
                                              <a:dgm id="{0E1A3837-07CB-42BC-ABCE-89619E11FD59}"/>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graphicEl>
                                              <a:dgm id="{D2102629-3E0E-447A-97A5-0AA68D9D2281}"/>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9488EB16-5992-406E-9069-1C457D8C58B0}"/>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graphicEl>
                                              <a:dgm id="{2B34CDBD-85F4-4687-BA0E-FC808E5EE9AA}"/>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3A72B92F-1BDF-4E12-A9B9-121D40E32BF3}"/>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652D791C-9AC0-4134-A8B1-2B433029F3F1}"/>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graphicEl>
                                              <a:dgm id="{C090A262-B7B6-4CA1-94FE-9A1E81988B15}"/>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graphicEl>
                                              <a:dgm id="{187749AC-B621-4AC4-AE08-FB2B2E9C4704}"/>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graphicEl>
                                              <a:dgm id="{28D06803-7CB9-43E0-BF88-503B515FEE76}"/>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graphicEl>
                                              <a:dgm id="{3CA5A023-9756-4EF6-A849-07A44D25F7C2}"/>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graphicEl>
                                              <a:dgm id="{4C05D2FB-52A7-482A-8A23-2D1468807F57}"/>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graphicEl>
                                              <a:dgm id="{EF19AE81-F16A-4D65-B74E-4DE28328B02F}"/>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graphicEl>
                                              <a:dgm id="{086C1514-680B-43BC-8E76-1085EB146CA6}"/>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graphicEl>
                                              <a:dgm id="{4A69B6C2-747F-4A63-9DDE-86222D19ABEC}"/>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graphicEl>
                                              <a:dgm id="{4EA5ACCB-C35B-46DB-8974-8DC75B71A0B2}"/>
                                            </p:graphic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graphicEl>
                                              <a:dgm id="{401D02BB-E589-4147-8A32-D19D28C00794}"/>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graphicEl>
                                              <a:dgm id="{F2463F81-D19A-4798-8084-977E4F632363}"/>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graphicEl>
                                              <a:dgm id="{6722935C-FF85-4BD2-98C0-D3A4514F5C2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2A5E-FF19-E59E-5AF5-A9864415B563}"/>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79531BA8-5597-9AE3-082C-5B405E6CD680}"/>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09B5C741-7986-ECD7-5301-632844C8E57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5</a:t>
            </a:fld>
            <a:endParaRPr lang="en-US"/>
          </a:p>
        </p:txBody>
      </p:sp>
      <p:sp>
        <p:nvSpPr>
          <p:cNvPr id="10" name="Marcador de texto 9">
            <a:extLst>
              <a:ext uri="{FF2B5EF4-FFF2-40B4-BE49-F238E27FC236}">
                <a16:creationId xmlns:a16="http://schemas.microsoft.com/office/drawing/2014/main" id="{9F946B3C-FBC9-05D1-4B51-78846FE0FE42}"/>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4" name="Title 1">
            <a:extLst>
              <a:ext uri="{FF2B5EF4-FFF2-40B4-BE49-F238E27FC236}">
                <a16:creationId xmlns:a16="http://schemas.microsoft.com/office/drawing/2014/main" id="{DD4FEE6B-C2A3-A142-9321-61AA9DE0F2A5}"/>
              </a:ext>
            </a:extLst>
          </p:cNvPr>
          <p:cNvSpPr txBox="1">
            <a:spLocks/>
          </p:cNvSpPr>
          <p:nvPr/>
        </p:nvSpPr>
        <p:spPr>
          <a:xfrm>
            <a:off x="461558" y="1094451"/>
            <a:ext cx="11235350" cy="657916"/>
          </a:xfrm>
          <a:prstGeom prst="rect">
            <a:avLst/>
          </a:prstGeom>
        </p:spPr>
        <p:txBody>
          <a:bodyPr lIns="0" tIns="0" rIns="0" bIns="0" anchor="t" anchorCtr="0">
            <a:normAutofit/>
          </a:bodyPr>
          <a:lstStyle>
            <a:lvl1pPr algn="l" defTabSz="742950" rtl="0" eaLnBrk="1" latinLnBrk="0" hangingPunct="1">
              <a:lnSpc>
                <a:spcPct val="90000"/>
              </a:lnSpc>
              <a:spcBef>
                <a:spcPct val="0"/>
              </a:spcBef>
              <a:buNone/>
              <a:defRPr sz="2600" kern="1200">
                <a:solidFill>
                  <a:schemeClr val="accent2"/>
                </a:solidFill>
                <a:latin typeface="Santander Headline Light" panose="020B0304020201010104" pitchFamily="34" charset="0"/>
                <a:ea typeface="+mj-ea"/>
                <a:cs typeface="Santander Headline Light" panose="020B0304020201010104" pitchFamily="34" charset="0"/>
              </a:defRPr>
            </a:lvl1pPr>
          </a:lstStyle>
          <a:p>
            <a:r>
              <a:rPr lang="es-MX" dirty="0"/>
              <a:t>Lavado de Dinero: Ceguera intencional</a:t>
            </a:r>
            <a:endParaRPr lang="en-GB" dirty="0"/>
          </a:p>
        </p:txBody>
      </p:sp>
      <p:sp>
        <p:nvSpPr>
          <p:cNvPr id="7" name="Marcador de contenido 2">
            <a:extLst>
              <a:ext uri="{FF2B5EF4-FFF2-40B4-BE49-F238E27FC236}">
                <a16:creationId xmlns:a16="http://schemas.microsoft.com/office/drawing/2014/main" id="{E3C48A3E-8BFC-130D-0BF7-65CA8FCB1AA9}"/>
              </a:ext>
            </a:extLst>
          </p:cNvPr>
          <p:cNvSpPr txBox="1">
            <a:spLocks/>
          </p:cNvSpPr>
          <p:nvPr/>
        </p:nvSpPr>
        <p:spPr>
          <a:xfrm>
            <a:off x="329552" y="1476467"/>
            <a:ext cx="6928594" cy="9970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1600" b="0" i="0" u="none" strike="noStrike" kern="1200" cap="none" spc="0" normalizeH="0" baseline="0" noProof="0" dirty="0">
                <a:ln>
                  <a:noFill/>
                </a:ln>
                <a:solidFill>
                  <a:sysClr val="windowText" lastClr="000000"/>
                </a:solidFill>
                <a:effectLst/>
                <a:uLnTx/>
                <a:uFillTx/>
                <a:latin typeface="Santander Text Light" panose="020B0304020201020104" pitchFamily="34" charset="0"/>
              </a:rPr>
              <a:t>El término “ceguera intencional” es un principio jurídico utilizado en el lavado de dinero y en otros casos en algunas jurisdicciones.</a:t>
            </a:r>
          </a:p>
        </p:txBody>
      </p:sp>
      <p:grpSp>
        <p:nvGrpSpPr>
          <p:cNvPr id="12" name="Grupo 11">
            <a:extLst>
              <a:ext uri="{FF2B5EF4-FFF2-40B4-BE49-F238E27FC236}">
                <a16:creationId xmlns:a16="http://schemas.microsoft.com/office/drawing/2014/main" id="{A4ED3361-FB4C-C965-9BED-A3A2235B7790}"/>
              </a:ext>
            </a:extLst>
          </p:cNvPr>
          <p:cNvGrpSpPr/>
          <p:nvPr/>
        </p:nvGrpSpPr>
        <p:grpSpPr>
          <a:xfrm>
            <a:off x="2580942" y="1975011"/>
            <a:ext cx="7030116" cy="4327633"/>
            <a:chOff x="442913" y="686759"/>
            <a:chExt cx="4938713" cy="5554610"/>
          </a:xfrm>
        </p:grpSpPr>
        <p:grpSp>
          <p:nvGrpSpPr>
            <p:cNvPr id="13" name="Group 5">
              <a:extLst>
                <a:ext uri="{FF2B5EF4-FFF2-40B4-BE49-F238E27FC236}">
                  <a16:creationId xmlns:a16="http://schemas.microsoft.com/office/drawing/2014/main" id="{04962638-8A3C-0856-CBB7-4E00BC66BC59}"/>
                </a:ext>
              </a:extLst>
            </p:cNvPr>
            <p:cNvGrpSpPr>
              <a:grpSpLocks noChangeAspect="1"/>
            </p:cNvGrpSpPr>
            <p:nvPr/>
          </p:nvGrpSpPr>
          <p:grpSpPr bwMode="auto">
            <a:xfrm>
              <a:off x="442913" y="686759"/>
              <a:ext cx="4938713" cy="5550529"/>
              <a:chOff x="3846" y="1020"/>
              <a:chExt cx="2236" cy="2513"/>
            </a:xfrm>
          </p:grpSpPr>
          <p:sp>
            <p:nvSpPr>
              <p:cNvPr id="18" name="AutoShape 4">
                <a:extLst>
                  <a:ext uri="{FF2B5EF4-FFF2-40B4-BE49-F238E27FC236}">
                    <a16:creationId xmlns:a16="http://schemas.microsoft.com/office/drawing/2014/main" id="{22D81945-E36A-96F4-9D91-DB32A09BC5EB}"/>
                  </a:ext>
                </a:extLst>
              </p:cNvPr>
              <p:cNvSpPr>
                <a:spLocks noChangeAspect="1" noChangeArrowheads="1" noTextEdit="1"/>
              </p:cNvSpPr>
              <p:nvPr/>
            </p:nvSpPr>
            <p:spPr bwMode="auto">
              <a:xfrm>
                <a:off x="3846" y="1053"/>
                <a:ext cx="2196" cy="245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1D252D"/>
                  </a:solidFill>
                  <a:effectLst/>
                  <a:uLnTx/>
                  <a:uFillTx/>
                  <a:latin typeface="Arial"/>
                  <a:ea typeface="+mn-ea"/>
                  <a:cs typeface="+mn-cs"/>
                </a:endParaRPr>
              </a:p>
            </p:txBody>
          </p:sp>
          <p:sp>
            <p:nvSpPr>
              <p:cNvPr id="19" name="Freeform 7">
                <a:extLst>
                  <a:ext uri="{FF2B5EF4-FFF2-40B4-BE49-F238E27FC236}">
                    <a16:creationId xmlns:a16="http://schemas.microsoft.com/office/drawing/2014/main" id="{A58589C6-7467-492F-06E0-99EBAF61BB80}"/>
                  </a:ext>
                </a:extLst>
              </p:cNvPr>
              <p:cNvSpPr>
                <a:spLocks/>
              </p:cNvSpPr>
              <p:nvPr/>
            </p:nvSpPr>
            <p:spPr bwMode="auto">
              <a:xfrm>
                <a:off x="3957" y="1856"/>
                <a:ext cx="865" cy="865"/>
              </a:xfrm>
              <a:custGeom>
                <a:avLst/>
                <a:gdLst>
                  <a:gd name="T0" fmla="*/ 0 w 365"/>
                  <a:gd name="T1" fmla="*/ 183 h 365"/>
                  <a:gd name="T2" fmla="*/ 183 w 365"/>
                  <a:gd name="T3" fmla="*/ 0 h 365"/>
                  <a:gd name="T4" fmla="*/ 365 w 365"/>
                  <a:gd name="T5" fmla="*/ 183 h 365"/>
                  <a:gd name="T6" fmla="*/ 183 w 365"/>
                  <a:gd name="T7" fmla="*/ 365 h 365"/>
                </a:gdLst>
                <a:ahLst/>
                <a:cxnLst>
                  <a:cxn ang="0">
                    <a:pos x="T0" y="T1"/>
                  </a:cxn>
                  <a:cxn ang="0">
                    <a:pos x="T2" y="T3"/>
                  </a:cxn>
                  <a:cxn ang="0">
                    <a:pos x="T4" y="T5"/>
                  </a:cxn>
                  <a:cxn ang="0">
                    <a:pos x="T6" y="T7"/>
                  </a:cxn>
                </a:cxnLst>
                <a:rect l="0" t="0" r="r" b="b"/>
                <a:pathLst>
                  <a:path w="365" h="365">
                    <a:moveTo>
                      <a:pt x="0" y="183"/>
                    </a:moveTo>
                    <a:cubicBezTo>
                      <a:pt x="0" y="82"/>
                      <a:pt x="82" y="0"/>
                      <a:pt x="183" y="0"/>
                    </a:cubicBezTo>
                    <a:cubicBezTo>
                      <a:pt x="283" y="0"/>
                      <a:pt x="365" y="82"/>
                      <a:pt x="365" y="183"/>
                    </a:cubicBezTo>
                    <a:cubicBezTo>
                      <a:pt x="365" y="284"/>
                      <a:pt x="283" y="365"/>
                      <a:pt x="183" y="365"/>
                    </a:cubicBezTo>
                  </a:path>
                </a:pathLst>
              </a:custGeom>
              <a:solidFill>
                <a:srgbClr val="FFFFFF"/>
              </a:solidFill>
              <a:ln w="6350" cap="flat">
                <a:solidFill>
                  <a:schemeClr val="accent6"/>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0" name="Line 8">
                <a:extLst>
                  <a:ext uri="{FF2B5EF4-FFF2-40B4-BE49-F238E27FC236}">
                    <a16:creationId xmlns:a16="http://schemas.microsoft.com/office/drawing/2014/main" id="{107014DC-A0CC-C55E-4997-0826566F0E2E}"/>
                  </a:ext>
                </a:extLst>
              </p:cNvPr>
              <p:cNvSpPr>
                <a:spLocks noChangeShapeType="1"/>
              </p:cNvSpPr>
              <p:nvPr/>
            </p:nvSpPr>
            <p:spPr bwMode="auto">
              <a:xfrm>
                <a:off x="4739" y="2550"/>
                <a:ext cx="658" cy="438"/>
              </a:xfrm>
              <a:prstGeom prst="line">
                <a:avLst/>
              </a:prstGeom>
              <a:noFill/>
              <a:ln w="6350" cap="flat">
                <a:solidFill>
                  <a:schemeClr val="accent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1" name="Oval 9">
                <a:extLst>
                  <a:ext uri="{FF2B5EF4-FFF2-40B4-BE49-F238E27FC236}">
                    <a16:creationId xmlns:a16="http://schemas.microsoft.com/office/drawing/2014/main" id="{9E382B96-0B7E-B82F-4E87-99B9B4D386FA}"/>
                  </a:ext>
                </a:extLst>
              </p:cNvPr>
              <p:cNvSpPr>
                <a:spLocks noChangeArrowheads="1"/>
              </p:cNvSpPr>
              <p:nvPr/>
            </p:nvSpPr>
            <p:spPr bwMode="auto">
              <a:xfrm>
                <a:off x="5424" y="2901"/>
                <a:ext cx="533" cy="533"/>
              </a:xfrm>
              <a:prstGeom prst="ellipse">
                <a:avLst/>
              </a:prstGeom>
              <a:solidFill>
                <a:srgbClr val="FFFFFF"/>
              </a:solidFill>
              <a:ln w="6350"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2" name="Oval 10">
                <a:extLst>
                  <a:ext uri="{FF2B5EF4-FFF2-40B4-BE49-F238E27FC236}">
                    <a16:creationId xmlns:a16="http://schemas.microsoft.com/office/drawing/2014/main" id="{D7D3484D-1AB2-3B28-76D7-080FA48AA03E}"/>
                  </a:ext>
                </a:extLst>
              </p:cNvPr>
              <p:cNvSpPr>
                <a:spLocks noChangeArrowheads="1"/>
              </p:cNvSpPr>
              <p:nvPr/>
            </p:nvSpPr>
            <p:spPr bwMode="auto">
              <a:xfrm>
                <a:off x="5424" y="2024"/>
                <a:ext cx="533" cy="533"/>
              </a:xfrm>
              <a:prstGeom prst="ellipse">
                <a:avLst/>
              </a:prstGeom>
              <a:solidFill>
                <a:srgbClr val="FFFFFF"/>
              </a:solidFill>
              <a:ln w="6350">
                <a:solidFill>
                  <a:schemeClr val="accent4"/>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rgbClr val="1D252D"/>
                  </a:solidFill>
                  <a:effectLst/>
                  <a:uLnTx/>
                  <a:uFillTx/>
                  <a:latin typeface="Santander Text Light" panose="020B0304020201020104" pitchFamily="34" charset="0"/>
                </a:endParaRPr>
              </a:p>
            </p:txBody>
          </p:sp>
          <p:sp>
            <p:nvSpPr>
              <p:cNvPr id="23" name="Oval 11">
                <a:extLst>
                  <a:ext uri="{FF2B5EF4-FFF2-40B4-BE49-F238E27FC236}">
                    <a16:creationId xmlns:a16="http://schemas.microsoft.com/office/drawing/2014/main" id="{6DA992BF-AF5F-3DB6-4F65-EF8B1A498A46}"/>
                  </a:ext>
                </a:extLst>
              </p:cNvPr>
              <p:cNvSpPr>
                <a:spLocks noChangeArrowheads="1"/>
              </p:cNvSpPr>
              <p:nvPr/>
            </p:nvSpPr>
            <p:spPr bwMode="auto">
              <a:xfrm>
                <a:off x="5424" y="1138"/>
                <a:ext cx="533" cy="533"/>
              </a:xfrm>
              <a:prstGeom prst="ellipse">
                <a:avLst/>
              </a:prstGeom>
              <a:solidFill>
                <a:srgbClr val="FFFFFF"/>
              </a:solidFill>
              <a:ln w="6350">
                <a:solidFill>
                  <a:schemeClr val="accent4"/>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4" name="Freeform 12">
                <a:extLst>
                  <a:ext uri="{FF2B5EF4-FFF2-40B4-BE49-F238E27FC236}">
                    <a16:creationId xmlns:a16="http://schemas.microsoft.com/office/drawing/2014/main" id="{B24A20E0-F458-A76C-1818-47075F502E6E}"/>
                  </a:ext>
                </a:extLst>
              </p:cNvPr>
              <p:cNvSpPr>
                <a:spLocks/>
              </p:cNvSpPr>
              <p:nvPr/>
            </p:nvSpPr>
            <p:spPr bwMode="auto">
              <a:xfrm>
                <a:off x="5345" y="2797"/>
                <a:ext cx="716" cy="736"/>
              </a:xfrm>
              <a:custGeom>
                <a:avLst/>
                <a:gdLst>
                  <a:gd name="T0" fmla="*/ 21 w 302"/>
                  <a:gd name="T1" fmla="*/ 81 h 311"/>
                  <a:gd name="T2" fmla="*/ 126 w 302"/>
                  <a:gd name="T3" fmla="*/ 11 h 311"/>
                  <a:gd name="T4" fmla="*/ 291 w 302"/>
                  <a:gd name="T5" fmla="*/ 135 h 311"/>
                  <a:gd name="T6" fmla="*/ 167 w 302"/>
                  <a:gd name="T7" fmla="*/ 300 h 311"/>
                  <a:gd name="T8" fmla="*/ 2 w 302"/>
                  <a:gd name="T9" fmla="*/ 176 h 311"/>
                  <a:gd name="T10" fmla="*/ 4 w 302"/>
                  <a:gd name="T11" fmla="*/ 125 h 311"/>
                </a:gdLst>
                <a:ahLst/>
                <a:cxnLst>
                  <a:cxn ang="0">
                    <a:pos x="T0" y="T1"/>
                  </a:cxn>
                  <a:cxn ang="0">
                    <a:pos x="T2" y="T3"/>
                  </a:cxn>
                  <a:cxn ang="0">
                    <a:pos x="T4" y="T5"/>
                  </a:cxn>
                  <a:cxn ang="0">
                    <a:pos x="T6" y="T7"/>
                  </a:cxn>
                  <a:cxn ang="0">
                    <a:pos x="T8" y="T9"/>
                  </a:cxn>
                  <a:cxn ang="0">
                    <a:pos x="T10" y="T11"/>
                  </a:cxn>
                </a:cxnLst>
                <a:rect l="0" t="0" r="r" b="b"/>
                <a:pathLst>
                  <a:path w="302" h="311">
                    <a:moveTo>
                      <a:pt x="21" y="81"/>
                    </a:moveTo>
                    <a:cubicBezTo>
                      <a:pt x="43" y="44"/>
                      <a:pt x="81" y="18"/>
                      <a:pt x="126" y="11"/>
                    </a:cubicBezTo>
                    <a:cubicBezTo>
                      <a:pt x="206" y="0"/>
                      <a:pt x="279" y="55"/>
                      <a:pt x="291" y="135"/>
                    </a:cubicBezTo>
                    <a:cubicBezTo>
                      <a:pt x="302" y="215"/>
                      <a:pt x="247" y="289"/>
                      <a:pt x="167" y="300"/>
                    </a:cubicBezTo>
                    <a:cubicBezTo>
                      <a:pt x="87" y="311"/>
                      <a:pt x="13" y="256"/>
                      <a:pt x="2" y="176"/>
                    </a:cubicBezTo>
                    <a:cubicBezTo>
                      <a:pt x="0" y="159"/>
                      <a:pt x="0" y="141"/>
                      <a:pt x="4" y="125"/>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5" name="Freeform 14">
                <a:extLst>
                  <a:ext uri="{FF2B5EF4-FFF2-40B4-BE49-F238E27FC236}">
                    <a16:creationId xmlns:a16="http://schemas.microsoft.com/office/drawing/2014/main" id="{2D3B5BD5-304F-E8CB-9BB4-BD8980FA4E1E}"/>
                  </a:ext>
                </a:extLst>
              </p:cNvPr>
              <p:cNvSpPr>
                <a:spLocks/>
              </p:cNvSpPr>
              <p:nvPr/>
            </p:nvSpPr>
            <p:spPr bwMode="auto">
              <a:xfrm>
                <a:off x="5348" y="1901"/>
                <a:ext cx="734" cy="780"/>
              </a:xfrm>
              <a:custGeom>
                <a:avLst/>
                <a:gdLst>
                  <a:gd name="T0" fmla="*/ 0 w 310"/>
                  <a:gd name="T1" fmla="*/ 161 h 329"/>
                  <a:gd name="T2" fmla="*/ 57 w 310"/>
                  <a:gd name="T3" fmla="*/ 49 h 329"/>
                  <a:gd name="T4" fmla="*/ 261 w 310"/>
                  <a:gd name="T5" fmla="*/ 76 h 329"/>
                  <a:gd name="T6" fmla="*/ 234 w 310"/>
                  <a:gd name="T7" fmla="*/ 280 h 329"/>
                  <a:gd name="T8" fmla="*/ 30 w 310"/>
                  <a:gd name="T9" fmla="*/ 253 h 329"/>
                  <a:gd name="T10" fmla="*/ 6 w 310"/>
                  <a:gd name="T11" fmla="*/ 208 h 329"/>
                </a:gdLst>
                <a:ahLst/>
                <a:cxnLst>
                  <a:cxn ang="0">
                    <a:pos x="T0" y="T1"/>
                  </a:cxn>
                  <a:cxn ang="0">
                    <a:pos x="T2" y="T3"/>
                  </a:cxn>
                  <a:cxn ang="0">
                    <a:pos x="T4" y="T5"/>
                  </a:cxn>
                  <a:cxn ang="0">
                    <a:pos x="T6" y="T7"/>
                  </a:cxn>
                  <a:cxn ang="0">
                    <a:pos x="T8" y="T9"/>
                  </a:cxn>
                  <a:cxn ang="0">
                    <a:pos x="T10" y="T11"/>
                  </a:cxn>
                </a:cxnLst>
                <a:rect l="0" t="0" r="r" b="b"/>
                <a:pathLst>
                  <a:path w="310" h="329">
                    <a:moveTo>
                      <a:pt x="0" y="161"/>
                    </a:moveTo>
                    <a:cubicBezTo>
                      <a:pt x="1" y="119"/>
                      <a:pt x="20" y="77"/>
                      <a:pt x="57" y="49"/>
                    </a:cubicBezTo>
                    <a:cubicBezTo>
                      <a:pt x="121" y="0"/>
                      <a:pt x="212" y="12"/>
                      <a:pt x="261" y="76"/>
                    </a:cubicBezTo>
                    <a:cubicBezTo>
                      <a:pt x="310" y="140"/>
                      <a:pt x="298" y="231"/>
                      <a:pt x="234" y="280"/>
                    </a:cubicBezTo>
                    <a:cubicBezTo>
                      <a:pt x="170" y="329"/>
                      <a:pt x="79" y="317"/>
                      <a:pt x="30" y="253"/>
                    </a:cubicBezTo>
                    <a:cubicBezTo>
                      <a:pt x="19" y="239"/>
                      <a:pt x="11" y="224"/>
                      <a:pt x="6" y="208"/>
                    </a:cubicBezTo>
                  </a:path>
                </a:pathLst>
              </a:custGeom>
              <a:noFill/>
              <a:ln w="6350" cap="flat">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6" name="Freeform 16">
                <a:extLst>
                  <a:ext uri="{FF2B5EF4-FFF2-40B4-BE49-F238E27FC236}">
                    <a16:creationId xmlns:a16="http://schemas.microsoft.com/office/drawing/2014/main" id="{93A38A1B-799F-A63D-6CA2-35A6978D9EED}"/>
                  </a:ext>
                </a:extLst>
              </p:cNvPr>
              <p:cNvSpPr>
                <a:spLocks/>
              </p:cNvSpPr>
              <p:nvPr/>
            </p:nvSpPr>
            <p:spPr bwMode="auto">
              <a:xfrm>
                <a:off x="5331" y="1020"/>
                <a:ext cx="746" cy="772"/>
              </a:xfrm>
              <a:custGeom>
                <a:avLst/>
                <a:gdLst>
                  <a:gd name="T0" fmla="*/ 32 w 315"/>
                  <a:gd name="T1" fmla="*/ 245 h 326"/>
                  <a:gd name="T2" fmla="*/ 13 w 315"/>
                  <a:gd name="T3" fmla="*/ 121 h 326"/>
                  <a:gd name="T4" fmla="*/ 195 w 315"/>
                  <a:gd name="T5" fmla="*/ 23 h 326"/>
                  <a:gd name="T6" fmla="*/ 292 w 315"/>
                  <a:gd name="T7" fmla="*/ 205 h 326"/>
                  <a:gd name="T8" fmla="*/ 110 w 315"/>
                  <a:gd name="T9" fmla="*/ 302 h 326"/>
                  <a:gd name="T10" fmla="*/ 65 w 315"/>
                  <a:gd name="T11" fmla="*/ 279 h 326"/>
                </a:gdLst>
                <a:ahLst/>
                <a:cxnLst>
                  <a:cxn ang="0">
                    <a:pos x="T0" y="T1"/>
                  </a:cxn>
                  <a:cxn ang="0">
                    <a:pos x="T2" y="T3"/>
                  </a:cxn>
                  <a:cxn ang="0">
                    <a:pos x="T4" y="T5"/>
                  </a:cxn>
                  <a:cxn ang="0">
                    <a:pos x="T6" y="T7"/>
                  </a:cxn>
                  <a:cxn ang="0">
                    <a:pos x="T8" y="T9"/>
                  </a:cxn>
                  <a:cxn ang="0">
                    <a:pos x="T10" y="T11"/>
                  </a:cxn>
                </a:cxnLst>
                <a:rect l="0" t="0" r="r" b="b"/>
                <a:pathLst>
                  <a:path w="315" h="326">
                    <a:moveTo>
                      <a:pt x="32" y="245"/>
                    </a:moveTo>
                    <a:cubicBezTo>
                      <a:pt x="8" y="210"/>
                      <a:pt x="0" y="165"/>
                      <a:pt x="13" y="121"/>
                    </a:cubicBezTo>
                    <a:cubicBezTo>
                      <a:pt x="36" y="44"/>
                      <a:pt x="117" y="0"/>
                      <a:pt x="195" y="23"/>
                    </a:cubicBezTo>
                    <a:cubicBezTo>
                      <a:pt x="272" y="46"/>
                      <a:pt x="315" y="128"/>
                      <a:pt x="292" y="205"/>
                    </a:cubicBezTo>
                    <a:cubicBezTo>
                      <a:pt x="269" y="282"/>
                      <a:pt x="187" y="326"/>
                      <a:pt x="110" y="302"/>
                    </a:cubicBezTo>
                    <a:cubicBezTo>
                      <a:pt x="93" y="297"/>
                      <a:pt x="78" y="289"/>
                      <a:pt x="65" y="279"/>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7" name="Line 17">
                <a:extLst>
                  <a:ext uri="{FF2B5EF4-FFF2-40B4-BE49-F238E27FC236}">
                    <a16:creationId xmlns:a16="http://schemas.microsoft.com/office/drawing/2014/main" id="{3D03FB2F-6FC7-5C92-7CAA-933523FBF30C}"/>
                  </a:ext>
                </a:extLst>
              </p:cNvPr>
              <p:cNvSpPr>
                <a:spLocks noChangeShapeType="1"/>
              </p:cNvSpPr>
              <p:nvPr/>
            </p:nvSpPr>
            <p:spPr bwMode="auto">
              <a:xfrm flipV="1">
                <a:off x="4822" y="1600"/>
                <a:ext cx="585" cy="379"/>
              </a:xfrm>
              <a:prstGeom prst="line">
                <a:avLst/>
              </a:prstGeom>
              <a:noFill/>
              <a:ln w="6350"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8" name="Line 18">
                <a:extLst>
                  <a:ext uri="{FF2B5EF4-FFF2-40B4-BE49-F238E27FC236}">
                    <a16:creationId xmlns:a16="http://schemas.microsoft.com/office/drawing/2014/main" id="{1E818585-109B-4BCB-E36B-AE9340D58851}"/>
                  </a:ext>
                </a:extLst>
              </p:cNvPr>
              <p:cNvSpPr>
                <a:spLocks noChangeShapeType="1"/>
              </p:cNvSpPr>
              <p:nvPr/>
            </p:nvSpPr>
            <p:spPr bwMode="auto">
              <a:xfrm flipV="1">
                <a:off x="4869" y="2283"/>
                <a:ext cx="479" cy="4"/>
              </a:xfrm>
              <a:prstGeom prst="line">
                <a:avLst/>
              </a:prstGeom>
              <a:noFill/>
              <a:ln w="6350" cap="flat">
                <a:solidFill>
                  <a:schemeClr val="accent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29" name="Freeform 19">
                <a:extLst>
                  <a:ext uri="{FF2B5EF4-FFF2-40B4-BE49-F238E27FC236}">
                    <a16:creationId xmlns:a16="http://schemas.microsoft.com/office/drawing/2014/main" id="{FCAFF908-99D2-CD83-1C4B-E240A170CF99}"/>
                  </a:ext>
                </a:extLst>
              </p:cNvPr>
              <p:cNvSpPr>
                <a:spLocks/>
              </p:cNvSpPr>
              <p:nvPr/>
            </p:nvSpPr>
            <p:spPr bwMode="auto">
              <a:xfrm>
                <a:off x="4050" y="1806"/>
                <a:ext cx="822" cy="965"/>
              </a:xfrm>
              <a:custGeom>
                <a:avLst/>
                <a:gdLst>
                  <a:gd name="T0" fmla="*/ 0 w 347"/>
                  <a:gd name="T1" fmla="*/ 60 h 407"/>
                  <a:gd name="T2" fmla="*/ 144 w 347"/>
                  <a:gd name="T3" fmla="*/ 0 h 407"/>
                  <a:gd name="T4" fmla="*/ 347 w 347"/>
                  <a:gd name="T5" fmla="*/ 204 h 407"/>
                  <a:gd name="T6" fmla="*/ 144 w 347"/>
                  <a:gd name="T7" fmla="*/ 407 h 407"/>
                  <a:gd name="T8" fmla="*/ 13 w 347"/>
                  <a:gd name="T9" fmla="*/ 359 h 407"/>
                </a:gdLst>
                <a:ahLst/>
                <a:cxnLst>
                  <a:cxn ang="0">
                    <a:pos x="T0" y="T1"/>
                  </a:cxn>
                  <a:cxn ang="0">
                    <a:pos x="T2" y="T3"/>
                  </a:cxn>
                  <a:cxn ang="0">
                    <a:pos x="T4" y="T5"/>
                  </a:cxn>
                  <a:cxn ang="0">
                    <a:pos x="T6" y="T7"/>
                  </a:cxn>
                  <a:cxn ang="0">
                    <a:pos x="T8" y="T9"/>
                  </a:cxn>
                </a:cxnLst>
                <a:rect l="0" t="0" r="r" b="b"/>
                <a:pathLst>
                  <a:path w="347" h="407">
                    <a:moveTo>
                      <a:pt x="0" y="60"/>
                    </a:moveTo>
                    <a:cubicBezTo>
                      <a:pt x="36" y="23"/>
                      <a:pt x="87" y="0"/>
                      <a:pt x="144" y="0"/>
                    </a:cubicBezTo>
                    <a:cubicBezTo>
                      <a:pt x="256" y="0"/>
                      <a:pt x="347" y="91"/>
                      <a:pt x="347" y="204"/>
                    </a:cubicBezTo>
                    <a:cubicBezTo>
                      <a:pt x="347" y="316"/>
                      <a:pt x="256" y="407"/>
                      <a:pt x="144" y="407"/>
                    </a:cubicBezTo>
                    <a:cubicBezTo>
                      <a:pt x="94" y="407"/>
                      <a:pt x="48" y="389"/>
                      <a:pt x="13" y="359"/>
                    </a:cubicBezTo>
                  </a:path>
                </a:pathLst>
              </a:custGeom>
              <a:noFill/>
              <a:ln w="6350" cap="flat">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sp>
            <p:nvSpPr>
              <p:cNvPr id="30" name="Freeform 20">
                <a:extLst>
                  <a:ext uri="{FF2B5EF4-FFF2-40B4-BE49-F238E27FC236}">
                    <a16:creationId xmlns:a16="http://schemas.microsoft.com/office/drawing/2014/main" id="{008013CB-D554-43EB-1FE7-F0F322394E32}"/>
                  </a:ext>
                </a:extLst>
              </p:cNvPr>
              <p:cNvSpPr>
                <a:spLocks/>
              </p:cNvSpPr>
              <p:nvPr/>
            </p:nvSpPr>
            <p:spPr bwMode="auto">
              <a:xfrm>
                <a:off x="3851" y="1749"/>
                <a:ext cx="1078" cy="1078"/>
              </a:xfrm>
              <a:custGeom>
                <a:avLst/>
                <a:gdLst>
                  <a:gd name="T0" fmla="*/ 211 w 455"/>
                  <a:gd name="T1" fmla="*/ 1 h 455"/>
                  <a:gd name="T2" fmla="*/ 228 w 455"/>
                  <a:gd name="T3" fmla="*/ 0 h 455"/>
                  <a:gd name="T4" fmla="*/ 455 w 455"/>
                  <a:gd name="T5" fmla="*/ 228 h 455"/>
                  <a:gd name="T6" fmla="*/ 228 w 455"/>
                  <a:gd name="T7" fmla="*/ 455 h 455"/>
                  <a:gd name="T8" fmla="*/ 0 w 455"/>
                  <a:gd name="T9" fmla="*/ 228 h 455"/>
                </a:gdLst>
                <a:ahLst/>
                <a:cxnLst>
                  <a:cxn ang="0">
                    <a:pos x="T0" y="T1"/>
                  </a:cxn>
                  <a:cxn ang="0">
                    <a:pos x="T2" y="T3"/>
                  </a:cxn>
                  <a:cxn ang="0">
                    <a:pos x="T4" y="T5"/>
                  </a:cxn>
                  <a:cxn ang="0">
                    <a:pos x="T6" y="T7"/>
                  </a:cxn>
                  <a:cxn ang="0">
                    <a:pos x="T8" y="T9"/>
                  </a:cxn>
                </a:cxnLst>
                <a:rect l="0" t="0" r="r" b="b"/>
                <a:pathLst>
                  <a:path w="455" h="455">
                    <a:moveTo>
                      <a:pt x="211" y="1"/>
                    </a:moveTo>
                    <a:cubicBezTo>
                      <a:pt x="216" y="0"/>
                      <a:pt x="222" y="0"/>
                      <a:pt x="228" y="0"/>
                    </a:cubicBezTo>
                    <a:cubicBezTo>
                      <a:pt x="353" y="0"/>
                      <a:pt x="455" y="102"/>
                      <a:pt x="455" y="228"/>
                    </a:cubicBezTo>
                    <a:cubicBezTo>
                      <a:pt x="455" y="353"/>
                      <a:pt x="353" y="455"/>
                      <a:pt x="228" y="455"/>
                    </a:cubicBezTo>
                    <a:cubicBezTo>
                      <a:pt x="102" y="455"/>
                      <a:pt x="0" y="353"/>
                      <a:pt x="0" y="228"/>
                    </a:cubicBezTo>
                  </a:path>
                </a:pathLst>
              </a:custGeom>
              <a:noFill/>
              <a:ln w="6350"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a:ln>
                    <a:noFill/>
                  </a:ln>
                  <a:solidFill>
                    <a:srgbClr val="1D252D"/>
                  </a:solidFill>
                  <a:effectLst/>
                  <a:uLnTx/>
                  <a:uFillTx/>
                  <a:latin typeface="Santander Text Light" panose="020B0304020201020104" pitchFamily="34" charset="0"/>
                </a:endParaRPr>
              </a:p>
            </p:txBody>
          </p:sp>
        </p:grpSp>
        <p:sp>
          <p:nvSpPr>
            <p:cNvPr id="14" name="CuadroTexto 13">
              <a:extLst>
                <a:ext uri="{FF2B5EF4-FFF2-40B4-BE49-F238E27FC236}">
                  <a16:creationId xmlns:a16="http://schemas.microsoft.com/office/drawing/2014/main" id="{9D3C36DF-6166-FF69-4C3D-B6B759EBAF30}"/>
                </a:ext>
              </a:extLst>
            </p:cNvPr>
            <p:cNvSpPr txBox="1"/>
            <p:nvPr/>
          </p:nvSpPr>
          <p:spPr>
            <a:xfrm>
              <a:off x="960314" y="3024970"/>
              <a:ext cx="1388180" cy="330755"/>
            </a:xfrm>
            <a:prstGeom prst="rect">
              <a:avLst/>
            </a:prstGeom>
            <a:noFill/>
            <a:ln w="6350">
              <a:noFill/>
            </a:ln>
          </p:spPr>
          <p:txBody>
            <a:bodyPr wrap="square" rtlCol="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s-ES" sz="1400" b="0" i="0" u="none" strike="noStrike" kern="0" cap="none" spc="0" normalizeH="0" baseline="0" noProof="0" dirty="0">
                  <a:ln>
                    <a:noFill/>
                  </a:ln>
                  <a:effectLst/>
                  <a:uLnTx/>
                  <a:uFillTx/>
                  <a:latin typeface="Santander Text Light" panose="020B0304020201020104" pitchFamily="34" charset="0"/>
                  <a:cs typeface="Arial" panose="020B0604020202020204" pitchFamily="34" charset="0"/>
                </a:rPr>
                <a:t>Ceguera intencional</a:t>
              </a:r>
              <a:endParaRPr kumimoji="0" lang="es-ES" sz="1400" b="0" i="0" u="none" strike="noStrike" kern="0" cap="none" spc="0" normalizeH="0" baseline="30000" noProof="0" dirty="0">
                <a:ln>
                  <a:noFill/>
                </a:ln>
                <a:effectLst/>
                <a:uLnTx/>
                <a:uFillTx/>
                <a:latin typeface="Santander Text Light" panose="020B0304020201020104" pitchFamily="34" charset="0"/>
                <a:cs typeface="Arial" panose="020B0604020202020204" pitchFamily="34" charset="0"/>
              </a:endParaRPr>
            </a:p>
          </p:txBody>
        </p:sp>
        <p:sp>
          <p:nvSpPr>
            <p:cNvPr id="15" name="CuadroTexto 14">
              <a:extLst>
                <a:ext uri="{FF2B5EF4-FFF2-40B4-BE49-F238E27FC236}">
                  <a16:creationId xmlns:a16="http://schemas.microsoft.com/office/drawing/2014/main" id="{D87024D5-BCE9-B08A-0836-4899757F7A32}"/>
                </a:ext>
              </a:extLst>
            </p:cNvPr>
            <p:cNvSpPr txBox="1"/>
            <p:nvPr/>
          </p:nvSpPr>
          <p:spPr>
            <a:xfrm>
              <a:off x="3997136" y="1070698"/>
              <a:ext cx="1094761" cy="1091490"/>
            </a:xfrm>
            <a:prstGeom prst="rect">
              <a:avLst/>
            </a:prstGeom>
            <a:noFill/>
            <a:ln w="6350">
              <a:noFill/>
            </a:ln>
          </p:spPr>
          <p:txBody>
            <a:bodyPr wrap="square" rtlCol="0">
              <a:spAutoFit/>
            </a:bodyPr>
            <a:lstStyle/>
            <a:p>
              <a:pPr marL="0" marR="0" lvl="0" indent="0" algn="ctr" defTabSz="914400" rtl="0" eaLnBrk="1" fontAlgn="base" latinLnBrk="0" hangingPunct="1">
                <a:spcBef>
                  <a:spcPct val="50000"/>
                </a:spcBef>
                <a:spcAft>
                  <a:spcPct val="0"/>
                </a:spcAft>
                <a:buClrTx/>
                <a:buSzTx/>
                <a:buFontTx/>
                <a:buNone/>
                <a:tabLst/>
                <a:defRPr/>
              </a:pPr>
              <a:r>
                <a:rPr kumimoji="0" lang="es-MX" sz="1200" b="0" i="0" u="none" strike="noStrike" kern="0" cap="none" spc="0" normalizeH="0" baseline="0" noProof="0" dirty="0">
                  <a:ln>
                    <a:noFill/>
                  </a:ln>
                  <a:effectLst/>
                  <a:uLnTx/>
                  <a:uFillTx/>
                  <a:latin typeface="Santander Text Light" panose="020B0304020201020104" pitchFamily="34" charset="0"/>
                  <a:cs typeface="Arial" panose="020B0604020202020204" pitchFamily="34" charset="0"/>
                </a:rPr>
                <a:t>Evitar intencionalmente el conocimiento de hechos” o “la indiferencia intencional</a:t>
              </a:r>
            </a:p>
          </p:txBody>
        </p:sp>
        <p:sp>
          <p:nvSpPr>
            <p:cNvPr id="16" name="CuadroTexto 15">
              <a:extLst>
                <a:ext uri="{FF2B5EF4-FFF2-40B4-BE49-F238E27FC236}">
                  <a16:creationId xmlns:a16="http://schemas.microsoft.com/office/drawing/2014/main" id="{364D27A9-39CE-BDBA-0566-E10A3871D67D}"/>
                </a:ext>
              </a:extLst>
            </p:cNvPr>
            <p:cNvSpPr txBox="1"/>
            <p:nvPr/>
          </p:nvSpPr>
          <p:spPr>
            <a:xfrm>
              <a:off x="4071493" y="2937451"/>
              <a:ext cx="946046" cy="1534150"/>
            </a:xfrm>
            <a:prstGeom prst="rect">
              <a:avLst/>
            </a:prstGeom>
            <a:noFill/>
            <a:ln w="6350">
              <a:noFill/>
            </a:ln>
          </p:spPr>
          <p:txBody>
            <a:bodyPr wrap="square" rtlCol="0">
              <a:spAutoFit/>
            </a:bodyPr>
            <a:lstStyle/>
            <a:p>
              <a:pPr marL="0" marR="0" lvl="0" indent="0" algn="ctr" defTabSz="914400" rtl="0" eaLnBrk="1" fontAlgn="base" latinLnBrk="0" hangingPunct="1">
                <a:spcBef>
                  <a:spcPct val="50000"/>
                </a:spcBef>
                <a:spcAft>
                  <a:spcPct val="0"/>
                </a:spcAft>
                <a:buClrTx/>
                <a:buSzTx/>
                <a:buFontTx/>
                <a:buNone/>
                <a:tabLst/>
                <a:defRPr/>
              </a:pPr>
              <a:r>
                <a:rPr kumimoji="0" lang="es-MX" sz="1200" b="0" i="0" u="none" strike="noStrike" kern="0" cap="none" spc="0" normalizeH="0" baseline="0" noProof="0" dirty="0">
                  <a:ln>
                    <a:noFill/>
                  </a:ln>
                  <a:effectLst/>
                  <a:uLnTx/>
                  <a:uFillTx/>
                  <a:latin typeface="Santander Text Light" panose="020B0304020201020104" pitchFamily="34" charset="0"/>
                  <a:cs typeface="Arial" panose="020B0604020202020204" pitchFamily="34" charset="0"/>
                </a:rPr>
                <a:t>El GAFI expandió el mandato de ceguera intencional para cubrir la financiación del terrorismo.</a:t>
              </a:r>
            </a:p>
          </p:txBody>
        </p:sp>
        <p:sp>
          <p:nvSpPr>
            <p:cNvPr id="17" name="CuadroTexto 16">
              <a:extLst>
                <a:ext uri="{FF2B5EF4-FFF2-40B4-BE49-F238E27FC236}">
                  <a16:creationId xmlns:a16="http://schemas.microsoft.com/office/drawing/2014/main" id="{3C28BE74-D4B9-6E38-0F6B-A3EBF8FB561F}"/>
                </a:ext>
              </a:extLst>
            </p:cNvPr>
            <p:cNvSpPr txBox="1"/>
            <p:nvPr/>
          </p:nvSpPr>
          <p:spPr>
            <a:xfrm>
              <a:off x="3801726" y="4911772"/>
              <a:ext cx="1469244" cy="1329597"/>
            </a:xfrm>
            <a:prstGeom prst="rect">
              <a:avLst/>
            </a:prstGeom>
            <a:noFill/>
            <a:ln w="6350">
              <a:noFill/>
            </a:ln>
          </p:spPr>
          <p:txBody>
            <a:bodyPr wrap="square" rtlCol="0">
              <a:spAutoFit/>
            </a:bodyPr>
            <a:lstStyle/>
            <a:p>
              <a:pPr marL="0" marR="0" lvl="0" indent="0" algn="ctr" defTabSz="914400" rtl="0" eaLnBrk="1" fontAlgn="base" latinLnBrk="0" hangingPunct="1">
                <a:spcBef>
                  <a:spcPct val="50000"/>
                </a:spcBef>
                <a:spcAft>
                  <a:spcPct val="0"/>
                </a:spcAft>
                <a:buClrTx/>
                <a:buSzTx/>
                <a:buFontTx/>
                <a:buNone/>
                <a:tabLst/>
                <a:defRPr/>
              </a:pPr>
              <a:r>
                <a:rPr kumimoji="0" lang="es-MX" sz="1200" b="0" i="0" u="none" strike="noStrike" kern="0" cap="none" spc="0" normalizeH="0" baseline="0" noProof="0" dirty="0">
                  <a:ln>
                    <a:noFill/>
                  </a:ln>
                  <a:effectLst/>
                  <a:uLnTx/>
                  <a:uFillTx/>
                  <a:latin typeface="Santander Text Light" panose="020B0304020201020104" pitchFamily="34" charset="0"/>
                  <a:cs typeface="Arial" panose="020B0604020202020204" pitchFamily="34" charset="0"/>
                </a:rPr>
                <a:t>La intención y el conocimiento requerido para probar el delito de lavado de activos se puedan inferir a partir de circunstancias objetivas de hecho.</a:t>
              </a:r>
            </a:p>
          </p:txBody>
        </p:sp>
      </p:grpSp>
    </p:spTree>
    <p:extLst>
      <p:ext uri="{BB962C8B-B14F-4D97-AF65-F5344CB8AC3E}">
        <p14:creationId xmlns:p14="http://schemas.microsoft.com/office/powerpoint/2010/main" val="1734055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3F89A-7EFE-3694-B810-8E1F75D27DF8}"/>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B3D7FD74-914F-ADD8-A290-9729ED6DB7AD}"/>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43E5F233-4DE9-5764-58EE-313BBFD89E7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6</a:t>
            </a:fld>
            <a:endParaRPr lang="en-US"/>
          </a:p>
        </p:txBody>
      </p:sp>
      <p:sp>
        <p:nvSpPr>
          <p:cNvPr id="10" name="Marcador de texto 9">
            <a:extLst>
              <a:ext uri="{FF2B5EF4-FFF2-40B4-BE49-F238E27FC236}">
                <a16:creationId xmlns:a16="http://schemas.microsoft.com/office/drawing/2014/main" id="{DC4B437A-FE62-A456-F304-84FC7838A8E3}"/>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Title 1">
            <a:extLst>
              <a:ext uri="{FF2B5EF4-FFF2-40B4-BE49-F238E27FC236}">
                <a16:creationId xmlns:a16="http://schemas.microsoft.com/office/drawing/2014/main" id="{83805D0B-2137-208C-2B8C-A2CDE63ACE84}"/>
              </a:ext>
            </a:extLst>
          </p:cNvPr>
          <p:cNvSpPr>
            <a:spLocks noGrp="1"/>
          </p:cNvSpPr>
          <p:nvPr>
            <p:ph type="title"/>
          </p:nvPr>
        </p:nvSpPr>
        <p:spPr>
          <a:xfrm>
            <a:off x="447566" y="1033364"/>
            <a:ext cx="11235350" cy="657916"/>
          </a:xfrm>
        </p:spPr>
        <p:txBody>
          <a:bodyPr>
            <a:normAutofit/>
          </a:bodyPr>
          <a:lstStyle/>
          <a:p>
            <a:r>
              <a:rPr lang="es-MX" dirty="0"/>
              <a:t>Lavado de dinero: Etapas</a:t>
            </a:r>
            <a:endParaRPr lang="en-GB" dirty="0"/>
          </a:p>
        </p:txBody>
      </p:sp>
      <p:graphicFrame>
        <p:nvGraphicFramePr>
          <p:cNvPr id="11" name="2 Diagrama">
            <a:extLst>
              <a:ext uri="{FF2B5EF4-FFF2-40B4-BE49-F238E27FC236}">
                <a16:creationId xmlns:a16="http://schemas.microsoft.com/office/drawing/2014/main" id="{5DB9AC27-3382-EE7B-9A70-2FE4CEDFEC78}"/>
              </a:ext>
            </a:extLst>
          </p:cNvPr>
          <p:cNvGraphicFramePr/>
          <p:nvPr>
            <p:extLst>
              <p:ext uri="{D42A27DB-BD31-4B8C-83A1-F6EECF244321}">
                <p14:modId xmlns:p14="http://schemas.microsoft.com/office/powerpoint/2010/main" val="1160521393"/>
              </p:ext>
            </p:extLst>
          </p:nvPr>
        </p:nvGraphicFramePr>
        <p:xfrm>
          <a:off x="1998311" y="-469228"/>
          <a:ext cx="7776864" cy="8243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163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graphicEl>
                                              <a:dgm id="{ED5A79C4-D947-4C4C-8103-33B61A07282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graphicEl>
                                              <a:dgm id="{89298BD3-DFB3-410E-B82B-87A00D6E89E1}"/>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graphicEl>
                                              <a:dgm id="{45425B24-412B-45CF-973F-F68BADF05FD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graphicEl>
                                              <a:dgm id="{A20E6756-AE11-410E-9602-34C90BB723BC}"/>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graphicEl>
                                              <a:dgm id="{6A97226F-102A-4208-B45D-CCDFFF80CE5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graphicEl>
                                              <a:dgm id="{41CD8F7A-ED7E-43EC-8136-28B6869B72A5}"/>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graphicEl>
                                              <a:dgm id="{DBB65305-15C7-4410-902E-C5647E1807B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32EB-17A5-A32F-AB7C-CABEFA5026CA}"/>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C003A37F-1037-A563-CAC3-39B507EC616C}"/>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78A0C91D-8CB0-627C-5209-1E1161F3C02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7</a:t>
            </a:fld>
            <a:endParaRPr lang="en-US"/>
          </a:p>
        </p:txBody>
      </p:sp>
      <p:sp>
        <p:nvSpPr>
          <p:cNvPr id="10" name="Marcador de texto 9">
            <a:extLst>
              <a:ext uri="{FF2B5EF4-FFF2-40B4-BE49-F238E27FC236}">
                <a16:creationId xmlns:a16="http://schemas.microsoft.com/office/drawing/2014/main" id="{A3575D4A-95C2-6C21-703A-5B0CA16B6575}"/>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34D104CB-9757-FC1D-E33F-D56365BD5842}"/>
              </a:ext>
            </a:extLst>
          </p:cNvPr>
          <p:cNvSpPr>
            <a:spLocks noGrp="1"/>
          </p:cNvSpPr>
          <p:nvPr>
            <p:ph type="body" sz="quarter" idx="50"/>
          </p:nvPr>
        </p:nvSpPr>
        <p:spPr>
          <a:xfrm>
            <a:off x="371721" y="1491513"/>
            <a:ext cx="10951654" cy="3896328"/>
          </a:xfrm>
        </p:spPr>
        <p:txBody>
          <a:bodyPr/>
          <a:lstStyle/>
          <a:p>
            <a:endParaRPr lang="es-ES" dirty="0"/>
          </a:p>
        </p:txBody>
      </p:sp>
      <p:sp>
        <p:nvSpPr>
          <p:cNvPr id="11" name="Title 1">
            <a:extLst>
              <a:ext uri="{FF2B5EF4-FFF2-40B4-BE49-F238E27FC236}">
                <a16:creationId xmlns:a16="http://schemas.microsoft.com/office/drawing/2014/main" id="{157F7834-C8C0-6BEE-76CC-4E361535F92A}"/>
              </a:ext>
            </a:extLst>
          </p:cNvPr>
          <p:cNvSpPr>
            <a:spLocks noGrp="1"/>
          </p:cNvSpPr>
          <p:nvPr>
            <p:ph type="title"/>
          </p:nvPr>
        </p:nvSpPr>
        <p:spPr>
          <a:xfrm>
            <a:off x="447566" y="1167370"/>
            <a:ext cx="11235350" cy="657916"/>
          </a:xfrm>
        </p:spPr>
        <p:txBody>
          <a:bodyPr>
            <a:normAutofit/>
          </a:bodyPr>
          <a:lstStyle/>
          <a:p>
            <a:r>
              <a:rPr lang="es-MX" dirty="0"/>
              <a:t>Lavado de Dinero: Etapa Colocación</a:t>
            </a:r>
            <a:endParaRPr lang="en-GB" dirty="0"/>
          </a:p>
        </p:txBody>
      </p:sp>
      <p:graphicFrame>
        <p:nvGraphicFramePr>
          <p:cNvPr id="12" name="Diagrama 11">
            <a:extLst>
              <a:ext uri="{FF2B5EF4-FFF2-40B4-BE49-F238E27FC236}">
                <a16:creationId xmlns:a16="http://schemas.microsoft.com/office/drawing/2014/main" id="{FDF44F0C-0BC1-26EF-DA7C-FFC757635995}"/>
              </a:ext>
            </a:extLst>
          </p:cNvPr>
          <p:cNvGraphicFramePr/>
          <p:nvPr>
            <p:extLst>
              <p:ext uri="{D42A27DB-BD31-4B8C-83A1-F6EECF244321}">
                <p14:modId xmlns:p14="http://schemas.microsoft.com/office/powerpoint/2010/main" val="3336180846"/>
              </p:ext>
            </p:extLst>
          </p:nvPr>
        </p:nvGraphicFramePr>
        <p:xfrm>
          <a:off x="2032000" y="110592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2420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D770-982E-7995-641E-4D8766225AD1}"/>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526B3D2D-1268-A702-CE9F-1234301489B9}"/>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9C888A71-4A23-E268-468F-EF23BC54700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8</a:t>
            </a:fld>
            <a:endParaRPr lang="en-US"/>
          </a:p>
        </p:txBody>
      </p:sp>
      <p:sp>
        <p:nvSpPr>
          <p:cNvPr id="10" name="Marcador de texto 9">
            <a:extLst>
              <a:ext uri="{FF2B5EF4-FFF2-40B4-BE49-F238E27FC236}">
                <a16:creationId xmlns:a16="http://schemas.microsoft.com/office/drawing/2014/main" id="{8CC170FD-6AC9-6173-C139-9D8AB71765CA}"/>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94CF95B5-2D34-4F96-54C9-0C221FB1D2EB}"/>
              </a:ext>
            </a:extLst>
          </p:cNvPr>
          <p:cNvSpPr>
            <a:spLocks noGrp="1"/>
          </p:cNvSpPr>
          <p:nvPr>
            <p:ph type="title"/>
          </p:nvPr>
        </p:nvSpPr>
        <p:spPr>
          <a:xfrm>
            <a:off x="416034" y="1159485"/>
            <a:ext cx="11235350" cy="657916"/>
          </a:xfrm>
        </p:spPr>
        <p:txBody>
          <a:bodyPr>
            <a:normAutofit/>
          </a:bodyPr>
          <a:lstStyle/>
          <a:p>
            <a:r>
              <a:rPr lang="es-MX" dirty="0"/>
              <a:t>Lavado de Dinero: Etapa Colocación / Proceso</a:t>
            </a:r>
            <a:endParaRPr lang="en-GB" dirty="0"/>
          </a:p>
        </p:txBody>
      </p:sp>
      <p:grpSp>
        <p:nvGrpSpPr>
          <p:cNvPr id="3" name="Grupo 2">
            <a:extLst>
              <a:ext uri="{FF2B5EF4-FFF2-40B4-BE49-F238E27FC236}">
                <a16:creationId xmlns:a16="http://schemas.microsoft.com/office/drawing/2014/main" id="{593DCD5A-7C27-127E-8D87-4A4073959E63}"/>
              </a:ext>
            </a:extLst>
          </p:cNvPr>
          <p:cNvGrpSpPr/>
          <p:nvPr/>
        </p:nvGrpSpPr>
        <p:grpSpPr>
          <a:xfrm>
            <a:off x="362438" y="2396343"/>
            <a:ext cx="11350463" cy="2822058"/>
            <a:chOff x="1503366" y="2443362"/>
            <a:chExt cx="9038773" cy="2247304"/>
          </a:xfrm>
        </p:grpSpPr>
        <p:sp>
          <p:nvSpPr>
            <p:cNvPr id="4" name="Marcador de texto 4">
              <a:extLst>
                <a:ext uri="{FF2B5EF4-FFF2-40B4-BE49-F238E27FC236}">
                  <a16:creationId xmlns:a16="http://schemas.microsoft.com/office/drawing/2014/main" id="{EE6CD6F1-C209-3A89-33C2-274A8B40F5E0}"/>
                </a:ext>
              </a:extLst>
            </p:cNvPr>
            <p:cNvSpPr txBox="1">
              <a:spLocks/>
            </p:cNvSpPr>
            <p:nvPr/>
          </p:nvSpPr>
          <p:spPr>
            <a:xfrm>
              <a:off x="1992709" y="3323415"/>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SMURFING</a:t>
              </a:r>
            </a:p>
            <a:p>
              <a:r>
                <a:rPr lang="es-MX" sz="1000" dirty="0">
                  <a:latin typeface="Santander Text Light" panose="020B0304020201020104" pitchFamily="34" charset="0"/>
                </a:rPr>
                <a:t>Realizar depósitos en efectivo debajo de los límites para operaciones que deben ser reportadas por las instituciones financieras.</a:t>
              </a:r>
            </a:p>
          </p:txBody>
        </p:sp>
        <p:grpSp>
          <p:nvGrpSpPr>
            <p:cNvPr id="6" name="Grupo 5">
              <a:extLst>
                <a:ext uri="{FF2B5EF4-FFF2-40B4-BE49-F238E27FC236}">
                  <a16:creationId xmlns:a16="http://schemas.microsoft.com/office/drawing/2014/main" id="{38353037-37DB-30FB-03CA-E5016824F932}"/>
                </a:ext>
              </a:extLst>
            </p:cNvPr>
            <p:cNvGrpSpPr/>
            <p:nvPr/>
          </p:nvGrpSpPr>
          <p:grpSpPr>
            <a:xfrm>
              <a:off x="1503366" y="2443362"/>
              <a:ext cx="2233497" cy="1114862"/>
              <a:chOff x="-870735" y="-889388"/>
              <a:chExt cx="1875512" cy="936172"/>
            </a:xfrm>
          </p:grpSpPr>
          <p:sp>
            <p:nvSpPr>
              <p:cNvPr id="30" name="Elipse 35">
                <a:extLst>
                  <a:ext uri="{FF2B5EF4-FFF2-40B4-BE49-F238E27FC236}">
                    <a16:creationId xmlns:a16="http://schemas.microsoft.com/office/drawing/2014/main" id="{4E1D3F6E-53FF-8EA7-5689-BB1EA8BE7B93}"/>
                  </a:ext>
                </a:extLst>
              </p:cNvPr>
              <p:cNvSpPr/>
              <p:nvPr/>
            </p:nvSpPr>
            <p:spPr>
              <a:xfrm>
                <a:off x="-87073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 name="Elipse 35">
                <a:extLst>
                  <a:ext uri="{FF2B5EF4-FFF2-40B4-BE49-F238E27FC236}">
                    <a16:creationId xmlns:a16="http://schemas.microsoft.com/office/drawing/2014/main" id="{160BAA92-A27B-0F10-353E-A47063DB1658}"/>
                  </a:ext>
                </a:extLst>
              </p:cNvPr>
              <p:cNvSpPr/>
              <p:nvPr/>
            </p:nvSpPr>
            <p:spPr>
              <a:xfrm>
                <a:off x="6860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7" name="Grupo 6">
              <a:extLst>
                <a:ext uri="{FF2B5EF4-FFF2-40B4-BE49-F238E27FC236}">
                  <a16:creationId xmlns:a16="http://schemas.microsoft.com/office/drawing/2014/main" id="{86A8541C-87BD-E329-1072-EE15CABBC3FC}"/>
                </a:ext>
              </a:extLst>
            </p:cNvPr>
            <p:cNvGrpSpPr/>
            <p:nvPr/>
          </p:nvGrpSpPr>
          <p:grpSpPr>
            <a:xfrm rot="10800000" flipH="1">
              <a:off x="3747814" y="3575804"/>
              <a:ext cx="2225222" cy="1114862"/>
              <a:chOff x="-880821" y="-904150"/>
              <a:chExt cx="1868563" cy="936172"/>
            </a:xfrm>
          </p:grpSpPr>
          <p:sp>
            <p:nvSpPr>
              <p:cNvPr id="28" name="Elipse 35">
                <a:extLst>
                  <a:ext uri="{FF2B5EF4-FFF2-40B4-BE49-F238E27FC236}">
                    <a16:creationId xmlns:a16="http://schemas.microsoft.com/office/drawing/2014/main" id="{4E33AE5D-F76A-6EB1-96CD-7C5FC4D6C8B7}"/>
                  </a:ext>
                </a:extLst>
              </p:cNvPr>
              <p:cNvSpPr/>
              <p:nvPr/>
            </p:nvSpPr>
            <p:spPr>
              <a:xfrm>
                <a:off x="51570"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Elipse 35">
                <a:extLst>
                  <a:ext uri="{FF2B5EF4-FFF2-40B4-BE49-F238E27FC236}">
                    <a16:creationId xmlns:a16="http://schemas.microsoft.com/office/drawing/2014/main" id="{02ABCC9C-DDC2-06EA-AA59-074AF6CF3B70}"/>
                  </a:ext>
                </a:extLst>
              </p:cNvPr>
              <p:cNvSpPr/>
              <p:nvPr/>
            </p:nvSpPr>
            <p:spPr>
              <a:xfrm>
                <a:off x="-880821"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1" name="Grupo 10">
              <a:extLst>
                <a:ext uri="{FF2B5EF4-FFF2-40B4-BE49-F238E27FC236}">
                  <a16:creationId xmlns:a16="http://schemas.microsoft.com/office/drawing/2014/main" id="{A81A5CC7-51B9-72F8-2EB2-853E20336B0C}"/>
                </a:ext>
              </a:extLst>
            </p:cNvPr>
            <p:cNvGrpSpPr/>
            <p:nvPr/>
          </p:nvGrpSpPr>
          <p:grpSpPr>
            <a:xfrm>
              <a:off x="5983840" y="2443362"/>
              <a:ext cx="2228766" cy="1114862"/>
              <a:chOff x="-896617" y="-889388"/>
              <a:chExt cx="1871539" cy="936172"/>
            </a:xfrm>
          </p:grpSpPr>
          <p:sp>
            <p:nvSpPr>
              <p:cNvPr id="26" name="Elipse 35">
                <a:extLst>
                  <a:ext uri="{FF2B5EF4-FFF2-40B4-BE49-F238E27FC236}">
                    <a16:creationId xmlns:a16="http://schemas.microsoft.com/office/drawing/2014/main" id="{5085440D-45E9-6013-AD22-2EA45BAA52EF}"/>
                  </a:ext>
                </a:extLst>
              </p:cNvPr>
              <p:cNvSpPr/>
              <p:nvPr/>
            </p:nvSpPr>
            <p:spPr>
              <a:xfrm>
                <a:off x="38750"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Elipse 35">
                <a:extLst>
                  <a:ext uri="{FF2B5EF4-FFF2-40B4-BE49-F238E27FC236}">
                    <a16:creationId xmlns:a16="http://schemas.microsoft.com/office/drawing/2014/main" id="{ADA19BB0-6925-18D8-0F29-1E30ED201BDA}"/>
                  </a:ext>
                </a:extLst>
              </p:cNvPr>
              <p:cNvSpPr/>
              <p:nvPr/>
            </p:nvSpPr>
            <p:spPr>
              <a:xfrm>
                <a:off x="-896617"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2" name="Grupo 11">
              <a:extLst>
                <a:ext uri="{FF2B5EF4-FFF2-40B4-BE49-F238E27FC236}">
                  <a16:creationId xmlns:a16="http://schemas.microsoft.com/office/drawing/2014/main" id="{A93E94DD-E8A2-CCDB-A135-55BC77330067}"/>
                </a:ext>
              </a:extLst>
            </p:cNvPr>
            <p:cNvGrpSpPr/>
            <p:nvPr/>
          </p:nvGrpSpPr>
          <p:grpSpPr>
            <a:xfrm rot="10800000" flipH="1">
              <a:off x="8230632" y="3558224"/>
              <a:ext cx="2232964" cy="1114862"/>
              <a:chOff x="-904737" y="-889388"/>
              <a:chExt cx="1875064" cy="936172"/>
            </a:xfrm>
          </p:grpSpPr>
          <p:sp>
            <p:nvSpPr>
              <p:cNvPr id="24" name="Elipse 35">
                <a:extLst>
                  <a:ext uri="{FF2B5EF4-FFF2-40B4-BE49-F238E27FC236}">
                    <a16:creationId xmlns:a16="http://schemas.microsoft.com/office/drawing/2014/main" id="{FDB2B45A-802B-6859-A144-9D9A3F616A73}"/>
                  </a:ext>
                </a:extLst>
              </p:cNvPr>
              <p:cNvSpPr/>
              <p:nvPr/>
            </p:nvSpPr>
            <p:spPr>
              <a:xfrm>
                <a:off x="3415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5" name="Elipse 35">
                <a:extLst>
                  <a:ext uri="{FF2B5EF4-FFF2-40B4-BE49-F238E27FC236}">
                    <a16:creationId xmlns:a16="http://schemas.microsoft.com/office/drawing/2014/main" id="{74ACBB48-AD7D-4E8F-DC07-401650DC7F3D}"/>
                  </a:ext>
                </a:extLst>
              </p:cNvPr>
              <p:cNvSpPr/>
              <p:nvPr/>
            </p:nvSpPr>
            <p:spPr>
              <a:xfrm>
                <a:off x="-904737"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3" name="Elipse 12">
              <a:extLst>
                <a:ext uri="{FF2B5EF4-FFF2-40B4-BE49-F238E27FC236}">
                  <a16:creationId xmlns:a16="http://schemas.microsoft.com/office/drawing/2014/main" id="{283045F5-E081-E77C-072C-5F5570C1F32E}"/>
                </a:ext>
              </a:extLst>
            </p:cNvPr>
            <p:cNvSpPr/>
            <p:nvPr/>
          </p:nvSpPr>
          <p:spPr>
            <a:xfrm>
              <a:off x="3677089" y="3582949"/>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Elipse 13">
              <a:extLst>
                <a:ext uri="{FF2B5EF4-FFF2-40B4-BE49-F238E27FC236}">
                  <a16:creationId xmlns:a16="http://schemas.microsoft.com/office/drawing/2014/main" id="{B7974D96-0236-C781-1266-81040425F877}"/>
                </a:ext>
              </a:extLst>
            </p:cNvPr>
            <p:cNvSpPr/>
            <p:nvPr/>
          </p:nvSpPr>
          <p:spPr>
            <a:xfrm>
              <a:off x="5922583" y="3408906"/>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Elipse 14">
              <a:extLst>
                <a:ext uri="{FF2B5EF4-FFF2-40B4-BE49-F238E27FC236}">
                  <a16:creationId xmlns:a16="http://schemas.microsoft.com/office/drawing/2014/main" id="{63D7B31B-B9A4-2CFF-AFBD-515093CEDC34}"/>
                </a:ext>
              </a:extLst>
            </p:cNvPr>
            <p:cNvSpPr/>
            <p:nvPr/>
          </p:nvSpPr>
          <p:spPr>
            <a:xfrm>
              <a:off x="8166057" y="3582949"/>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Elipse 15">
              <a:extLst>
                <a:ext uri="{FF2B5EF4-FFF2-40B4-BE49-F238E27FC236}">
                  <a16:creationId xmlns:a16="http://schemas.microsoft.com/office/drawing/2014/main" id="{4AA64E2F-9139-27F7-5746-56C19257F7FB}"/>
                </a:ext>
              </a:extLst>
            </p:cNvPr>
            <p:cNvSpPr/>
            <p:nvPr/>
          </p:nvSpPr>
          <p:spPr>
            <a:xfrm>
              <a:off x="10400689" y="3408907"/>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7" name="Gráfico 16">
              <a:extLst>
                <a:ext uri="{FF2B5EF4-FFF2-40B4-BE49-F238E27FC236}">
                  <a16:creationId xmlns:a16="http://schemas.microsoft.com/office/drawing/2014/main" id="{D6C408E6-D9FF-17E8-7388-D7E77878FD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2709" y="2929887"/>
              <a:ext cx="292500" cy="292500"/>
            </a:xfrm>
            <a:prstGeom prst="rect">
              <a:avLst/>
            </a:prstGeom>
          </p:spPr>
        </p:pic>
        <p:sp>
          <p:nvSpPr>
            <p:cNvPr id="18" name="Marcador de texto 4">
              <a:extLst>
                <a:ext uri="{FF2B5EF4-FFF2-40B4-BE49-F238E27FC236}">
                  <a16:creationId xmlns:a16="http://schemas.microsoft.com/office/drawing/2014/main" id="{8E74C805-EF41-A616-569C-EA8DC35C7BD5}"/>
                </a:ext>
              </a:extLst>
            </p:cNvPr>
            <p:cNvSpPr txBox="1">
              <a:spLocks/>
            </p:cNvSpPr>
            <p:nvPr/>
          </p:nvSpPr>
          <p:spPr>
            <a:xfrm>
              <a:off x="4158393" y="3323415"/>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Compañías fantasma, fachada y/o pantalla</a:t>
              </a:r>
              <a:endParaRPr lang="en-US" sz="1000" dirty="0">
                <a:latin typeface="Santander Text Light" panose="020B0304020201020104" pitchFamily="34" charset="0"/>
              </a:endParaRPr>
            </a:p>
          </p:txBody>
        </p:sp>
        <p:sp>
          <p:nvSpPr>
            <p:cNvPr id="19" name="Marcador de texto 4">
              <a:extLst>
                <a:ext uri="{FF2B5EF4-FFF2-40B4-BE49-F238E27FC236}">
                  <a16:creationId xmlns:a16="http://schemas.microsoft.com/office/drawing/2014/main" id="{EA5B3D0D-F17C-C125-FE9F-FA26B35CA106}"/>
                </a:ext>
              </a:extLst>
            </p:cNvPr>
            <p:cNvSpPr txBox="1">
              <a:spLocks/>
            </p:cNvSpPr>
            <p:nvPr/>
          </p:nvSpPr>
          <p:spPr>
            <a:xfrm>
              <a:off x="6486504" y="3323415"/>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Depósitos</a:t>
              </a:r>
            </a:p>
            <a:p>
              <a:pPr>
                <a:spcBef>
                  <a:spcPts val="600"/>
                </a:spcBef>
              </a:pPr>
              <a:r>
                <a:rPr lang="en-US" sz="1000" dirty="0" err="1">
                  <a:latin typeface="Santander Text Light" panose="020B0304020201020104" pitchFamily="34" charset="0"/>
                </a:rPr>
                <a:t>Depositar</a:t>
              </a:r>
              <a:r>
                <a:rPr lang="en-US" sz="1000" dirty="0">
                  <a:latin typeface="Santander Text Light" panose="020B0304020201020104" pitchFamily="34" charset="0"/>
                </a:rPr>
                <a:t> </a:t>
              </a:r>
              <a:r>
                <a:rPr lang="en-US" sz="1000" dirty="0" err="1">
                  <a:latin typeface="Santander Text Light" panose="020B0304020201020104" pitchFamily="34" charset="0"/>
                </a:rPr>
                <a:t>efectivo</a:t>
              </a:r>
              <a:r>
                <a:rPr lang="en-US" sz="1000" dirty="0">
                  <a:latin typeface="Santander Text Light" panose="020B0304020201020104" pitchFamily="34" charset="0"/>
                </a:rPr>
                <a:t> en </a:t>
              </a:r>
              <a:r>
                <a:rPr lang="en-US" sz="1000" dirty="0" err="1">
                  <a:latin typeface="Santander Text Light" panose="020B0304020201020104" pitchFamily="34" charset="0"/>
                </a:rPr>
                <a:t>varias</a:t>
              </a:r>
              <a:r>
                <a:rPr lang="en-US" sz="1000" dirty="0">
                  <a:latin typeface="Santander Text Light" panose="020B0304020201020104" pitchFamily="34" charset="0"/>
                </a:rPr>
                <a:t> </a:t>
              </a:r>
              <a:r>
                <a:rPr lang="en-US" sz="1000" dirty="0" err="1">
                  <a:latin typeface="Santander Text Light" panose="020B0304020201020104" pitchFamily="34" charset="0"/>
                </a:rPr>
                <a:t>cuentas</a:t>
              </a:r>
              <a:r>
                <a:rPr lang="en-US" sz="1000" dirty="0">
                  <a:latin typeface="Santander Text Light" panose="020B0304020201020104" pitchFamily="34" charset="0"/>
                </a:rPr>
                <a:t> </a:t>
              </a:r>
              <a:r>
                <a:rPr lang="en-US" sz="1000" dirty="0" err="1">
                  <a:latin typeface="Santander Text Light" panose="020B0304020201020104" pitchFamily="34" charset="0"/>
                </a:rPr>
                <a:t>bancarias</a:t>
              </a:r>
              <a:endParaRPr lang="en-US" sz="1000" dirty="0">
                <a:latin typeface="Santander Text Light" panose="020B0304020201020104" pitchFamily="34" charset="0"/>
              </a:endParaRPr>
            </a:p>
          </p:txBody>
        </p:sp>
        <p:sp>
          <p:nvSpPr>
            <p:cNvPr id="20" name="Marcador de texto 4">
              <a:extLst>
                <a:ext uri="{FF2B5EF4-FFF2-40B4-BE49-F238E27FC236}">
                  <a16:creationId xmlns:a16="http://schemas.microsoft.com/office/drawing/2014/main" id="{280AB364-BD84-4B39-344C-6F65D13B065D}"/>
                </a:ext>
              </a:extLst>
            </p:cNvPr>
            <p:cNvSpPr txBox="1">
              <a:spLocks/>
            </p:cNvSpPr>
            <p:nvPr/>
          </p:nvSpPr>
          <p:spPr>
            <a:xfrm>
              <a:off x="8742425" y="3323415"/>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Actividades Vulnerables</a:t>
              </a:r>
            </a:p>
            <a:p>
              <a:r>
                <a:rPr lang="es-ES" sz="1000" dirty="0">
                  <a:latin typeface="Santander Text Light" panose="020B0304020201020104" pitchFamily="34" charset="0"/>
                </a:rPr>
                <a:t>Utilizar entidades tales como clubes nocturnos, restaurantes, agentes cambiarios, casinos, etc. </a:t>
              </a:r>
            </a:p>
            <a:p>
              <a:endParaRPr lang="es-ES" dirty="0"/>
            </a:p>
          </p:txBody>
        </p:sp>
        <p:pic>
          <p:nvPicPr>
            <p:cNvPr id="21" name="Gráfico 20">
              <a:extLst>
                <a:ext uri="{FF2B5EF4-FFF2-40B4-BE49-F238E27FC236}">
                  <a16:creationId xmlns:a16="http://schemas.microsoft.com/office/drawing/2014/main" id="{4525D427-17F9-8B4E-7ECC-A90F207649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1076" y="2929887"/>
              <a:ext cx="292500" cy="292500"/>
            </a:xfrm>
            <a:prstGeom prst="rect">
              <a:avLst/>
            </a:prstGeom>
          </p:spPr>
        </p:pic>
        <p:pic>
          <p:nvPicPr>
            <p:cNvPr id="22" name="Gráfico 21">
              <a:extLst>
                <a:ext uri="{FF2B5EF4-FFF2-40B4-BE49-F238E27FC236}">
                  <a16:creationId xmlns:a16="http://schemas.microsoft.com/office/drawing/2014/main" id="{1CAF81CB-FC3C-3415-ABBB-B0BC1041A1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9561" y="2929887"/>
              <a:ext cx="292500" cy="292500"/>
            </a:xfrm>
            <a:prstGeom prst="rect">
              <a:avLst/>
            </a:prstGeom>
          </p:spPr>
        </p:pic>
        <p:pic>
          <p:nvPicPr>
            <p:cNvPr id="23" name="Gráfico 22">
              <a:extLst>
                <a:ext uri="{FF2B5EF4-FFF2-40B4-BE49-F238E27FC236}">
                  <a16:creationId xmlns:a16="http://schemas.microsoft.com/office/drawing/2014/main" id="{EC805AA8-FDBE-0BDD-7562-87530C62320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42425" y="2929887"/>
              <a:ext cx="292500" cy="292500"/>
            </a:xfrm>
            <a:prstGeom prst="rect">
              <a:avLst/>
            </a:prstGeom>
          </p:spPr>
        </p:pic>
      </p:grpSp>
      <p:sp>
        <p:nvSpPr>
          <p:cNvPr id="32" name="CuadroTexto 31">
            <a:extLst>
              <a:ext uri="{FF2B5EF4-FFF2-40B4-BE49-F238E27FC236}">
                <a16:creationId xmlns:a16="http://schemas.microsoft.com/office/drawing/2014/main" id="{54952B9A-B67D-29A6-EBA2-F91797725C65}"/>
              </a:ext>
            </a:extLst>
          </p:cNvPr>
          <p:cNvSpPr txBox="1"/>
          <p:nvPr/>
        </p:nvSpPr>
        <p:spPr>
          <a:xfrm>
            <a:off x="447566" y="1748031"/>
            <a:ext cx="6702555" cy="338554"/>
          </a:xfrm>
          <a:prstGeom prst="rect">
            <a:avLst/>
          </a:prstGeom>
          <a:noFill/>
        </p:spPr>
        <p:txBody>
          <a:bodyPr wrap="square" rtlCol="0">
            <a:spAutoFit/>
          </a:bodyPr>
          <a:lstStyle/>
          <a:p>
            <a:r>
              <a:rPr lang="es-MX" sz="1600" dirty="0">
                <a:solidFill>
                  <a:schemeClr val="bg2">
                    <a:lumMod val="50000"/>
                  </a:schemeClr>
                </a:solidFill>
                <a:latin typeface="Santander Text Light" panose="020B0304020201020104" pitchFamily="34" charset="0"/>
              </a:rPr>
              <a:t>SAM </a:t>
            </a:r>
            <a:r>
              <a:rPr lang="es-MX" sz="1600" b="1" dirty="0">
                <a:solidFill>
                  <a:schemeClr val="bg2">
                    <a:lumMod val="50000"/>
                  </a:schemeClr>
                </a:solidFill>
                <a:latin typeface="Santander Text Light" panose="020B0304020201020104" pitchFamily="34" charset="0"/>
              </a:rPr>
              <a:t>NO </a:t>
            </a:r>
            <a:r>
              <a:rPr lang="es-MX" sz="1600" dirty="0">
                <a:solidFill>
                  <a:schemeClr val="bg2">
                    <a:lumMod val="50000"/>
                  </a:schemeClr>
                </a:solidFill>
                <a:latin typeface="Santander Text Light" panose="020B0304020201020104" pitchFamily="34" charset="0"/>
              </a:rPr>
              <a:t>recibe efectivo  y</a:t>
            </a:r>
            <a:r>
              <a:rPr lang="es-MX" sz="1600" b="1" dirty="0">
                <a:solidFill>
                  <a:schemeClr val="bg2">
                    <a:lumMod val="50000"/>
                  </a:schemeClr>
                </a:solidFill>
                <a:latin typeface="Santander Text Light" panose="020B0304020201020104" pitchFamily="34" charset="0"/>
              </a:rPr>
              <a:t> NO </a:t>
            </a:r>
            <a:r>
              <a:rPr lang="es-MX" sz="1600" dirty="0">
                <a:solidFill>
                  <a:schemeClr val="bg2">
                    <a:lumMod val="50000"/>
                  </a:schemeClr>
                </a:solidFill>
                <a:latin typeface="Santander Text Light" panose="020B0304020201020104" pitchFamily="34" charset="0"/>
              </a:rPr>
              <a:t>realiza ninguna transacción en efectivo.</a:t>
            </a:r>
            <a:endParaRPr lang="en-US" sz="1600" b="1" dirty="0">
              <a:solidFill>
                <a:schemeClr val="bg2">
                  <a:lumMod val="50000"/>
                </a:schemeClr>
              </a:solidFill>
              <a:latin typeface="Santander Text Light" panose="020B0304020201020104" pitchFamily="34" charset="0"/>
            </a:endParaRPr>
          </a:p>
        </p:txBody>
      </p:sp>
    </p:spTree>
    <p:extLst>
      <p:ext uri="{BB962C8B-B14F-4D97-AF65-F5344CB8AC3E}">
        <p14:creationId xmlns:p14="http://schemas.microsoft.com/office/powerpoint/2010/main" val="3212018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1ACD1-FE70-F19B-1513-F5AD97B6ABE2}"/>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D3DBA1A4-3635-4C82-0AA1-BF1CA34A3227}"/>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D8C3A3EA-4476-36F4-6C56-1DF09C760D2F}"/>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9</a:t>
            </a:fld>
            <a:endParaRPr lang="en-US"/>
          </a:p>
        </p:txBody>
      </p:sp>
      <p:sp>
        <p:nvSpPr>
          <p:cNvPr id="10" name="Marcador de texto 9">
            <a:extLst>
              <a:ext uri="{FF2B5EF4-FFF2-40B4-BE49-F238E27FC236}">
                <a16:creationId xmlns:a16="http://schemas.microsoft.com/office/drawing/2014/main" id="{3AAF582F-4F46-2E47-DBD4-42A5E450F9BF}"/>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D405B543-C0FE-5544-5CA3-35A0C04D454A}"/>
              </a:ext>
            </a:extLst>
          </p:cNvPr>
          <p:cNvSpPr>
            <a:spLocks noGrp="1"/>
          </p:cNvSpPr>
          <p:nvPr>
            <p:ph type="title"/>
          </p:nvPr>
        </p:nvSpPr>
        <p:spPr>
          <a:xfrm>
            <a:off x="431800" y="978186"/>
            <a:ext cx="11235350" cy="657916"/>
          </a:xfrm>
        </p:spPr>
        <p:txBody>
          <a:bodyPr>
            <a:normAutofit/>
          </a:bodyPr>
          <a:lstStyle/>
          <a:p>
            <a:r>
              <a:rPr lang="es-MX" dirty="0"/>
              <a:t>Lavado de Dinero: Etapa Estratificación</a:t>
            </a:r>
            <a:endParaRPr lang="en-GB" dirty="0"/>
          </a:p>
        </p:txBody>
      </p:sp>
      <p:graphicFrame>
        <p:nvGraphicFramePr>
          <p:cNvPr id="3" name="Diagrama 2">
            <a:extLst>
              <a:ext uri="{FF2B5EF4-FFF2-40B4-BE49-F238E27FC236}">
                <a16:creationId xmlns:a16="http://schemas.microsoft.com/office/drawing/2014/main" id="{DFB6F779-865D-6C37-076A-8BF37E096A3E}"/>
              </a:ext>
            </a:extLst>
          </p:cNvPr>
          <p:cNvGraphicFramePr/>
          <p:nvPr>
            <p:extLst>
              <p:ext uri="{D42A27DB-BD31-4B8C-83A1-F6EECF244321}">
                <p14:modId xmlns:p14="http://schemas.microsoft.com/office/powerpoint/2010/main" val="2674087499"/>
              </p:ext>
            </p:extLst>
          </p:nvPr>
        </p:nvGraphicFramePr>
        <p:xfrm>
          <a:off x="1879073" y="1191059"/>
          <a:ext cx="840232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6325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2EFDC-0BBA-5A37-FA6E-FE470CF03AC7}"/>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6D58347A-B735-67B0-3508-8D45588F8A70}"/>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41C7393D-A99E-BC31-5130-687AF64EB07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10</a:t>
            </a:fld>
            <a:endParaRPr lang="en-US"/>
          </a:p>
        </p:txBody>
      </p:sp>
      <p:sp>
        <p:nvSpPr>
          <p:cNvPr id="10" name="Marcador de texto 9">
            <a:extLst>
              <a:ext uri="{FF2B5EF4-FFF2-40B4-BE49-F238E27FC236}">
                <a16:creationId xmlns:a16="http://schemas.microsoft.com/office/drawing/2014/main" id="{E84E665D-0A99-E353-58B8-BF308EF4B4FA}"/>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96543E1F-0FD7-C90E-CDF1-96AA429F4544}"/>
              </a:ext>
            </a:extLst>
          </p:cNvPr>
          <p:cNvSpPr txBox="1">
            <a:spLocks/>
          </p:cNvSpPr>
          <p:nvPr/>
        </p:nvSpPr>
        <p:spPr>
          <a:xfrm>
            <a:off x="438714" y="972898"/>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Lavado de Dinero: Etapa Integración</a:t>
            </a:r>
            <a:endParaRPr lang="es-ES" sz="2000" dirty="0">
              <a:latin typeface="+mn-lt"/>
            </a:endParaRPr>
          </a:p>
        </p:txBody>
      </p:sp>
      <p:sp>
        <p:nvSpPr>
          <p:cNvPr id="3" name="Elipse 2">
            <a:extLst>
              <a:ext uri="{FF2B5EF4-FFF2-40B4-BE49-F238E27FC236}">
                <a16:creationId xmlns:a16="http://schemas.microsoft.com/office/drawing/2014/main" id="{53C6A3B5-DEB6-A94B-A824-89FFF62A1930}"/>
              </a:ext>
            </a:extLst>
          </p:cNvPr>
          <p:cNvSpPr/>
          <p:nvPr/>
        </p:nvSpPr>
        <p:spPr>
          <a:xfrm>
            <a:off x="853560" y="2824675"/>
            <a:ext cx="1019262" cy="1019262"/>
          </a:xfrm>
          <a:prstGeom prst="ellipse">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3200" b="0" i="0" u="none" strike="noStrike" kern="1200" cap="none" spc="0" normalizeH="0" baseline="0" noProof="0" dirty="0">
                <a:ln>
                  <a:noFill/>
                </a:ln>
                <a:solidFill>
                  <a:srgbClr val="005471"/>
                </a:solidFill>
                <a:effectLst/>
                <a:uLnTx/>
                <a:uFillTx/>
                <a:latin typeface="Santander Headline Light"/>
                <a:ea typeface="+mn-ea"/>
                <a:cs typeface="+mn-cs"/>
              </a:rPr>
              <a:t>1</a:t>
            </a:r>
            <a:endParaRPr kumimoji="0" lang="es-ES" sz="3200" b="0" i="0" u="none" strike="noStrike" kern="1200" cap="none" spc="0" normalizeH="0" baseline="0" noProof="0" dirty="0">
              <a:ln>
                <a:noFill/>
              </a:ln>
              <a:solidFill>
                <a:srgbClr val="005471"/>
              </a:solidFill>
              <a:effectLst/>
              <a:uLnTx/>
              <a:uFillTx/>
              <a:latin typeface="Santander Headline Light"/>
              <a:ea typeface="+mn-ea"/>
              <a:cs typeface="+mn-cs"/>
            </a:endParaRPr>
          </a:p>
        </p:txBody>
      </p:sp>
      <p:sp>
        <p:nvSpPr>
          <p:cNvPr id="4" name="Elipse 3">
            <a:extLst>
              <a:ext uri="{FF2B5EF4-FFF2-40B4-BE49-F238E27FC236}">
                <a16:creationId xmlns:a16="http://schemas.microsoft.com/office/drawing/2014/main" id="{3344D54D-739A-BE4E-F8AB-5719C3909A52}"/>
              </a:ext>
            </a:extLst>
          </p:cNvPr>
          <p:cNvSpPr/>
          <p:nvPr/>
        </p:nvSpPr>
        <p:spPr>
          <a:xfrm>
            <a:off x="2393271" y="4403698"/>
            <a:ext cx="1019262" cy="1019262"/>
          </a:xfrm>
          <a:prstGeom prst="ellipse">
            <a:avLst/>
          </a:prstGeom>
          <a:solidFill>
            <a:schemeClr val="bg1"/>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dirty="0">
                <a:solidFill>
                  <a:schemeClr val="accent2"/>
                </a:solidFill>
                <a:latin typeface="+mj-lt"/>
              </a:rPr>
              <a:t>2</a:t>
            </a:r>
          </a:p>
        </p:txBody>
      </p:sp>
      <p:sp>
        <p:nvSpPr>
          <p:cNvPr id="6" name="Elipse 5">
            <a:extLst>
              <a:ext uri="{FF2B5EF4-FFF2-40B4-BE49-F238E27FC236}">
                <a16:creationId xmlns:a16="http://schemas.microsoft.com/office/drawing/2014/main" id="{C84F6905-2932-6F4C-354B-D6C814184EB1}"/>
              </a:ext>
            </a:extLst>
          </p:cNvPr>
          <p:cNvSpPr/>
          <p:nvPr/>
        </p:nvSpPr>
        <p:spPr>
          <a:xfrm>
            <a:off x="4521380" y="2824675"/>
            <a:ext cx="1019262" cy="1019262"/>
          </a:xfrm>
          <a:prstGeom prst="ellipse">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200" dirty="0">
                <a:solidFill>
                  <a:schemeClr val="accent2"/>
                </a:solidFill>
                <a:latin typeface="+mj-lt"/>
              </a:rPr>
              <a:t>3</a:t>
            </a:r>
            <a:endParaRPr lang="es-ES" sz="3200" dirty="0">
              <a:solidFill>
                <a:schemeClr val="accent2"/>
              </a:solidFill>
              <a:latin typeface="+mj-lt"/>
            </a:endParaRPr>
          </a:p>
        </p:txBody>
      </p:sp>
      <p:sp>
        <p:nvSpPr>
          <p:cNvPr id="7" name="Elipse 6">
            <a:extLst>
              <a:ext uri="{FF2B5EF4-FFF2-40B4-BE49-F238E27FC236}">
                <a16:creationId xmlns:a16="http://schemas.microsoft.com/office/drawing/2014/main" id="{91FF8912-166E-A46E-29ED-A5058EB9BA61}"/>
              </a:ext>
            </a:extLst>
          </p:cNvPr>
          <p:cNvSpPr/>
          <p:nvPr/>
        </p:nvSpPr>
        <p:spPr>
          <a:xfrm>
            <a:off x="6334080" y="4407524"/>
            <a:ext cx="1019262" cy="1019262"/>
          </a:xfrm>
          <a:prstGeom prst="ellipse">
            <a:avLst/>
          </a:prstGeom>
          <a:solidFill>
            <a:schemeClr val="bg1"/>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200" dirty="0">
                <a:solidFill>
                  <a:schemeClr val="accent2"/>
                </a:solidFill>
                <a:latin typeface="+mj-lt"/>
              </a:rPr>
              <a:t>4</a:t>
            </a:r>
            <a:endParaRPr lang="es-ES" sz="3200" dirty="0">
              <a:solidFill>
                <a:schemeClr val="accent2"/>
              </a:solidFill>
              <a:latin typeface="+mj-lt"/>
            </a:endParaRPr>
          </a:p>
        </p:txBody>
      </p:sp>
      <p:sp>
        <p:nvSpPr>
          <p:cNvPr id="11" name="Elipse 10">
            <a:extLst>
              <a:ext uri="{FF2B5EF4-FFF2-40B4-BE49-F238E27FC236}">
                <a16:creationId xmlns:a16="http://schemas.microsoft.com/office/drawing/2014/main" id="{DD65AFEB-1407-7E80-543D-7C32D2E8D95C}"/>
              </a:ext>
            </a:extLst>
          </p:cNvPr>
          <p:cNvSpPr/>
          <p:nvPr/>
        </p:nvSpPr>
        <p:spPr>
          <a:xfrm>
            <a:off x="8290800" y="2824675"/>
            <a:ext cx="1019262" cy="1019262"/>
          </a:xfrm>
          <a:prstGeom prst="ellipse">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200" dirty="0">
                <a:solidFill>
                  <a:schemeClr val="accent2"/>
                </a:solidFill>
                <a:latin typeface="+mj-lt"/>
              </a:rPr>
              <a:t>5</a:t>
            </a:r>
            <a:endParaRPr lang="es-ES" sz="3200" dirty="0">
              <a:solidFill>
                <a:schemeClr val="accent2"/>
              </a:solidFill>
              <a:latin typeface="+mj-lt"/>
            </a:endParaRPr>
          </a:p>
        </p:txBody>
      </p:sp>
      <p:sp>
        <p:nvSpPr>
          <p:cNvPr id="12" name="object 7">
            <a:extLst>
              <a:ext uri="{FF2B5EF4-FFF2-40B4-BE49-F238E27FC236}">
                <a16:creationId xmlns:a16="http://schemas.microsoft.com/office/drawing/2014/main" id="{28730B53-1905-E9CC-7AEB-79BD76F4126C}"/>
              </a:ext>
            </a:extLst>
          </p:cNvPr>
          <p:cNvSpPr txBox="1"/>
          <p:nvPr/>
        </p:nvSpPr>
        <p:spPr>
          <a:xfrm>
            <a:off x="447213" y="2365664"/>
            <a:ext cx="2699088" cy="581788"/>
          </a:xfrm>
          <a:prstGeom prst="rect">
            <a:avLst/>
          </a:prstGeom>
        </p:spPr>
        <p:txBody>
          <a:bodyPr vert="horz" wrap="square" lIns="0" tIns="22860" rIns="0" bIns="0" rtlCol="0">
            <a:noAutofit/>
          </a:bodyPr>
          <a:lstStyle/>
          <a:p>
            <a:pPr marL="12700" marR="5080"/>
            <a:r>
              <a:rPr lang="es-MX" sz="1200" spc="-5" dirty="0">
                <a:latin typeface="Santander Text Light" panose="020B0304020201020104" pitchFamily="34" charset="0"/>
                <a:cs typeface="Arial"/>
              </a:rPr>
              <a:t>Obtener préstamos o créditos simulados</a:t>
            </a:r>
          </a:p>
        </p:txBody>
      </p:sp>
      <p:sp>
        <p:nvSpPr>
          <p:cNvPr id="13" name="Rectángulo: esquinas redondeadas 12">
            <a:extLst>
              <a:ext uri="{FF2B5EF4-FFF2-40B4-BE49-F238E27FC236}">
                <a16:creationId xmlns:a16="http://schemas.microsoft.com/office/drawing/2014/main" id="{5456263C-E0F4-D731-EBFF-B078F9DF524E}"/>
              </a:ext>
            </a:extLst>
          </p:cNvPr>
          <p:cNvSpPr/>
          <p:nvPr/>
        </p:nvSpPr>
        <p:spPr>
          <a:xfrm>
            <a:off x="8473440" y="5091212"/>
            <a:ext cx="3432130" cy="1408186"/>
          </a:xfrm>
          <a:prstGeom prst="roundRect">
            <a:avLst/>
          </a:prstGeom>
          <a:solidFill>
            <a:schemeClr val="accent3">
              <a:lumMod val="20000"/>
              <a:lumOff val="80000"/>
              <a:alpha val="3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1200" b="1" dirty="0">
                <a:latin typeface="Santander Text Light" panose="020B0304020201020104" pitchFamily="34" charset="0"/>
              </a:rPr>
              <a:t>INTEGRACIÓN</a:t>
            </a:r>
          </a:p>
          <a:p>
            <a:pPr algn="ctr"/>
            <a:r>
              <a:rPr lang="es-MX" sz="1200" dirty="0">
                <a:latin typeface="Santander Text Light" panose="020B0304020201020104" pitchFamily="34" charset="0"/>
              </a:rPr>
              <a:t>Su propósito es dar apariencia legítima a riqueza ilícita mediante el reingreso en la economía con transacciones comerciales o personales que aparentan ser normales.</a:t>
            </a:r>
          </a:p>
        </p:txBody>
      </p:sp>
      <p:sp>
        <p:nvSpPr>
          <p:cNvPr id="14" name="Flecha: a la derecha 13">
            <a:extLst>
              <a:ext uri="{FF2B5EF4-FFF2-40B4-BE49-F238E27FC236}">
                <a16:creationId xmlns:a16="http://schemas.microsoft.com/office/drawing/2014/main" id="{ABAB596A-FED8-5CFE-41ED-3C33E3D1D3E1}"/>
              </a:ext>
            </a:extLst>
          </p:cNvPr>
          <p:cNvSpPr/>
          <p:nvPr/>
        </p:nvSpPr>
        <p:spPr>
          <a:xfrm>
            <a:off x="623232" y="3973612"/>
            <a:ext cx="9770448" cy="3352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object 7">
            <a:extLst>
              <a:ext uri="{FF2B5EF4-FFF2-40B4-BE49-F238E27FC236}">
                <a16:creationId xmlns:a16="http://schemas.microsoft.com/office/drawing/2014/main" id="{AD96B2AA-B359-30A1-56AF-4B352D281860}"/>
              </a:ext>
            </a:extLst>
          </p:cNvPr>
          <p:cNvSpPr txBox="1"/>
          <p:nvPr/>
        </p:nvSpPr>
        <p:spPr>
          <a:xfrm>
            <a:off x="4057719" y="2365664"/>
            <a:ext cx="2317873" cy="581788"/>
          </a:xfrm>
          <a:prstGeom prst="rect">
            <a:avLst/>
          </a:prstGeom>
        </p:spPr>
        <p:txBody>
          <a:bodyPr vert="horz" wrap="square" lIns="0" tIns="22860" rIns="0" bIns="0" rtlCol="0">
            <a:noAutofit/>
          </a:bodyPr>
          <a:lstStyle/>
          <a:p>
            <a:pPr marL="12700" marR="5080"/>
            <a:r>
              <a:rPr lang="es-MX" sz="1200" spc="-5" dirty="0">
                <a:latin typeface="Santander Text Light" panose="020B0304020201020104" pitchFamily="34" charset="0"/>
                <a:cs typeface="Arial"/>
              </a:rPr>
              <a:t>Construcción y operación de hoteles</a:t>
            </a:r>
          </a:p>
        </p:txBody>
      </p:sp>
      <p:sp>
        <p:nvSpPr>
          <p:cNvPr id="16" name="object 7">
            <a:extLst>
              <a:ext uri="{FF2B5EF4-FFF2-40B4-BE49-F238E27FC236}">
                <a16:creationId xmlns:a16="http://schemas.microsoft.com/office/drawing/2014/main" id="{8963F22D-E01F-0187-5659-E0816D177889}"/>
              </a:ext>
            </a:extLst>
          </p:cNvPr>
          <p:cNvSpPr txBox="1"/>
          <p:nvPr/>
        </p:nvSpPr>
        <p:spPr>
          <a:xfrm>
            <a:off x="7750671" y="2368030"/>
            <a:ext cx="2463062" cy="581788"/>
          </a:xfrm>
          <a:prstGeom prst="rect">
            <a:avLst/>
          </a:prstGeom>
        </p:spPr>
        <p:txBody>
          <a:bodyPr vert="horz" wrap="square" lIns="0" tIns="22860" rIns="0" bIns="0" rtlCol="0">
            <a:noAutofit/>
          </a:bodyPr>
          <a:lstStyle/>
          <a:p>
            <a:pPr marL="12700" marR="5080"/>
            <a:r>
              <a:rPr lang="es-MX" sz="1200" spc="-5" dirty="0">
                <a:latin typeface="Santander Text Light" panose="020B0304020201020104" pitchFamily="34" charset="0"/>
                <a:cs typeface="Arial"/>
              </a:rPr>
              <a:t>Cancelación anticipada (cash-</a:t>
            </a:r>
            <a:r>
              <a:rPr lang="es-MX" sz="1200" spc="-5" dirty="0" err="1">
                <a:latin typeface="Santander Text Light" panose="020B0304020201020104" pitchFamily="34" charset="0"/>
                <a:cs typeface="Arial"/>
              </a:rPr>
              <a:t>out</a:t>
            </a:r>
            <a:r>
              <a:rPr lang="es-MX" sz="1200" spc="-5" dirty="0">
                <a:latin typeface="Santander Text Light" panose="020B0304020201020104" pitchFamily="34" charset="0"/>
                <a:cs typeface="Arial"/>
              </a:rPr>
              <a:t>) de pólizas de seguros</a:t>
            </a:r>
          </a:p>
        </p:txBody>
      </p:sp>
      <p:sp>
        <p:nvSpPr>
          <p:cNvPr id="17" name="object 7">
            <a:extLst>
              <a:ext uri="{FF2B5EF4-FFF2-40B4-BE49-F238E27FC236}">
                <a16:creationId xmlns:a16="http://schemas.microsoft.com/office/drawing/2014/main" id="{129EE653-927E-CABA-EB42-557DF5112A3A}"/>
              </a:ext>
            </a:extLst>
          </p:cNvPr>
          <p:cNvSpPr txBox="1"/>
          <p:nvPr/>
        </p:nvSpPr>
        <p:spPr>
          <a:xfrm>
            <a:off x="1998337" y="5535242"/>
            <a:ext cx="2145550" cy="581788"/>
          </a:xfrm>
          <a:prstGeom prst="rect">
            <a:avLst/>
          </a:prstGeom>
        </p:spPr>
        <p:txBody>
          <a:bodyPr vert="horz" wrap="square" lIns="0" tIns="22860" rIns="0" bIns="0" rtlCol="0">
            <a:noAutofit/>
          </a:bodyPr>
          <a:lstStyle/>
          <a:p>
            <a:pPr marL="12700" marR="5080"/>
            <a:r>
              <a:rPr lang="es-MX" sz="1200" spc="-5" dirty="0">
                <a:latin typeface="Santander Text Light" panose="020B0304020201020104" pitchFamily="34" charset="0"/>
                <a:cs typeface="Arial"/>
              </a:rPr>
              <a:t>Compra-Venta de bienes raíces</a:t>
            </a:r>
          </a:p>
        </p:txBody>
      </p:sp>
      <p:sp>
        <p:nvSpPr>
          <p:cNvPr id="18" name="object 7">
            <a:extLst>
              <a:ext uri="{FF2B5EF4-FFF2-40B4-BE49-F238E27FC236}">
                <a16:creationId xmlns:a16="http://schemas.microsoft.com/office/drawing/2014/main" id="{6755B34E-CD53-B345-2CBC-70BAABD12C1F}"/>
              </a:ext>
            </a:extLst>
          </p:cNvPr>
          <p:cNvSpPr txBox="1"/>
          <p:nvPr/>
        </p:nvSpPr>
        <p:spPr>
          <a:xfrm>
            <a:off x="6093628" y="5530895"/>
            <a:ext cx="1881865" cy="581788"/>
          </a:xfrm>
          <a:prstGeom prst="rect">
            <a:avLst/>
          </a:prstGeom>
        </p:spPr>
        <p:txBody>
          <a:bodyPr vert="horz" wrap="square" lIns="0" tIns="22860" rIns="0" bIns="0" rtlCol="0">
            <a:noAutofit/>
          </a:bodyPr>
          <a:lstStyle/>
          <a:p>
            <a:pPr marL="12700" marR="5080"/>
            <a:r>
              <a:rPr lang="es-MX" sz="1200" spc="-5" dirty="0">
                <a:latin typeface="Santander Text Light" panose="020B0304020201020104" pitchFamily="34" charset="0"/>
                <a:cs typeface="Arial"/>
              </a:rPr>
              <a:t>Simulación de bienes y servicios y de operaciones de importación y exportación</a:t>
            </a:r>
          </a:p>
        </p:txBody>
      </p:sp>
    </p:spTree>
    <p:extLst>
      <p:ext uri="{BB962C8B-B14F-4D97-AF65-F5344CB8AC3E}">
        <p14:creationId xmlns:p14="http://schemas.microsoft.com/office/powerpoint/2010/main" val="3802186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1722F-7E62-9B3F-9527-48B1B3A20C4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9610245-1BF9-09AD-8CB3-17E2698A87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29610245-1BF9-09AD-8CB3-17E2698A87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FD3AAF86-969D-0A41-C36F-F53684EB0ED5}"/>
              </a:ext>
            </a:extLst>
          </p:cNvPr>
          <p:cNvSpPr>
            <a:spLocks noGrp="1"/>
          </p:cNvSpPr>
          <p:nvPr>
            <p:ph type="sldNum" sz="quarter" idx="4"/>
          </p:nvPr>
        </p:nvSpPr>
        <p:spPr/>
        <p:txBody>
          <a:bodyPr/>
          <a:lstStyle/>
          <a:p>
            <a:pPr marL="107314">
              <a:spcBef>
                <a:spcPts val="204"/>
              </a:spcBef>
            </a:pPr>
            <a:fld id="{81D60167-4931-47E6-BA6A-407CBD079E47}" type="slidenum">
              <a:rPr lang="en-US" smtClean="0"/>
              <a:pPr marL="107314">
                <a:spcBef>
                  <a:spcPts val="204"/>
                </a:spcBef>
              </a:pPr>
              <a:t>11</a:t>
            </a:fld>
            <a:endParaRPr lang="en-US"/>
          </a:p>
        </p:txBody>
      </p:sp>
      <p:cxnSp>
        <p:nvCxnSpPr>
          <p:cNvPr id="7" name="Conector recto 6">
            <a:extLst>
              <a:ext uri="{FF2B5EF4-FFF2-40B4-BE49-F238E27FC236}">
                <a16:creationId xmlns:a16="http://schemas.microsoft.com/office/drawing/2014/main" id="{2C907D99-81E2-96A3-2F83-89F5DBF9F899}"/>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908767E2-4081-B5AA-A242-92E08E1AA1B1}"/>
              </a:ext>
            </a:extLst>
          </p:cNvPr>
          <p:cNvSpPr txBox="1"/>
          <p:nvPr/>
        </p:nvSpPr>
        <p:spPr>
          <a:xfrm>
            <a:off x="442913" y="3464314"/>
            <a:ext cx="7667624" cy="1296252"/>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a:t>
            </a:r>
            <a:r>
              <a:rPr kumimoji="0" lang="en-US" sz="4800" b="0" i="0" u="none" strike="noStrike" kern="1200" cap="none" spc="-10" normalizeH="0" baseline="0" noProof="0" dirty="0" err="1">
                <a:ln>
                  <a:noFill/>
                </a:ln>
                <a:solidFill>
                  <a:schemeClr val="bg1"/>
                </a:solidFill>
                <a:effectLst/>
                <a:uLnTx/>
                <a:uFillTx/>
                <a:latin typeface="Santander Headline" panose="020B0504020201020104" pitchFamily="34" charset="0"/>
                <a:ea typeface="+mn-ea"/>
                <a:cs typeface="Santander Micro Text Light"/>
              </a:rPr>
              <a:t>Módulo</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2</a:t>
            </a: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Prevención de Lavado de Dinero</a:t>
            </a:r>
          </a:p>
        </p:txBody>
      </p:sp>
      <p:sp>
        <p:nvSpPr>
          <p:cNvPr id="4" name="object 9">
            <a:extLst>
              <a:ext uri="{FF2B5EF4-FFF2-40B4-BE49-F238E27FC236}">
                <a16:creationId xmlns:a16="http://schemas.microsoft.com/office/drawing/2014/main" id="{7B4F0755-92DF-AF78-F1DB-636672E0B750}"/>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11</a:t>
            </a:fld>
            <a:endParaRPr lang="en-US"/>
          </a:p>
        </p:txBody>
      </p:sp>
    </p:spTree>
    <p:extLst>
      <p:ext uri="{BB962C8B-B14F-4D97-AF65-F5344CB8AC3E}">
        <p14:creationId xmlns:p14="http://schemas.microsoft.com/office/powerpoint/2010/main" val="2160348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8443B-D164-B222-E59C-9B6FE562DD28}"/>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FF34BEDB-FC41-7412-6030-83B8EB0C015E}"/>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15DC2F2B-5C67-86BC-EA59-A63E1A4F920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12</a:t>
            </a:fld>
            <a:endParaRPr lang="en-US"/>
          </a:p>
        </p:txBody>
      </p:sp>
      <p:sp>
        <p:nvSpPr>
          <p:cNvPr id="10" name="Marcador de texto 9">
            <a:extLst>
              <a:ext uri="{FF2B5EF4-FFF2-40B4-BE49-F238E27FC236}">
                <a16:creationId xmlns:a16="http://schemas.microsoft.com/office/drawing/2014/main" id="{04359149-4BF2-04DD-7B28-3BDAF7F29D82}"/>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67D141AC-AE64-54FE-CC72-5434B7585F27}"/>
              </a:ext>
            </a:extLst>
          </p:cNvPr>
          <p:cNvSpPr>
            <a:spLocks noGrp="1"/>
          </p:cNvSpPr>
          <p:nvPr>
            <p:ph type="body" sz="quarter" idx="50"/>
          </p:nvPr>
        </p:nvSpPr>
        <p:spPr>
          <a:xfrm>
            <a:off x="371721" y="1087821"/>
            <a:ext cx="10951654" cy="5218386"/>
          </a:xfrm>
        </p:spPr>
        <p:txBody>
          <a:bodyPr/>
          <a:lstStyle/>
          <a:p>
            <a:pPr>
              <a:spcBef>
                <a:spcPts val="0"/>
              </a:spcBef>
              <a:buNone/>
            </a:pPr>
            <a:r>
              <a:rPr lang="es-MX" sz="2400" kern="100" dirty="0">
                <a:effectLst/>
                <a:latin typeface="+mj-lt"/>
                <a:ea typeface="DengXian" panose="02010600030101010101" pitchFamily="2" charset="-122"/>
                <a:cs typeface="Times New Roman" panose="02020603050405020304" pitchFamily="18" charset="0"/>
              </a:rPr>
              <a:t>¿Por qué es importante la PREVENCIÓN?</a:t>
            </a:r>
            <a:endParaRPr lang="es-MX" sz="2400" b="1" kern="100" dirty="0">
              <a:latin typeface="+mn-lt"/>
              <a:ea typeface="DengXian" panose="02010600030101010101" pitchFamily="2" charset="-122"/>
              <a:cs typeface="Times New Roman" panose="02020603050405020304" pitchFamily="18" charset="0"/>
            </a:endParaRPr>
          </a:p>
          <a:p>
            <a:pPr>
              <a:spcBef>
                <a:spcPts val="0"/>
              </a:spcBef>
              <a:buNone/>
            </a:pPr>
            <a:endParaRPr lang="es-MX" sz="1400" kern="100" dirty="0">
              <a:effectLst/>
              <a:latin typeface="+mn-lt"/>
              <a:ea typeface="DengXian" panose="02010600030101010101" pitchFamily="2" charset="-122"/>
              <a:cs typeface="Times New Roman" panose="02020603050405020304" pitchFamily="18" charset="0"/>
            </a:endParaRP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1. Protección del sistema financiero:</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Impide que el sistema financiero sea utilizado para actividades ilegales, como el lavado de dinero y el financiamiento del terrorismo.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2. Lucha contra el crimen organizado:</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Dificulta el flujo de dinero proveniente de actividades delictivas, debilitando las estructuras criminales.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3. Estabilidad económica:</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Contribuye a la estabilidad económica al prevenir la entrada de dinero ilícito y garantizar la confianza en las instituciones financieras. </a:t>
            </a:r>
          </a:p>
          <a:p>
            <a:pPr algn="just">
              <a:spcBef>
                <a:spcPts val="0"/>
              </a:spcBef>
              <a:buNone/>
            </a:pP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2000" kern="100" dirty="0">
                <a:effectLst/>
                <a:latin typeface="+mj-lt"/>
                <a:ea typeface="DengXian" panose="02010600030101010101" pitchFamily="2" charset="-122"/>
                <a:cs typeface="Times New Roman" panose="02020603050405020304" pitchFamily="18" charset="0"/>
              </a:rPr>
              <a:t>¿Cómo se logra?</a:t>
            </a:r>
          </a:p>
          <a:p>
            <a:pPr algn="just">
              <a:spcBef>
                <a:spcPts val="0"/>
              </a:spcBef>
              <a:buNone/>
            </a:pPr>
            <a:endParaRPr lang="es-MX" sz="2000" kern="100" dirty="0">
              <a:effectLst/>
              <a:latin typeface="+mj-lt"/>
              <a:ea typeface="DengXian" panose="02010600030101010101" pitchFamily="2" charset="-122"/>
              <a:cs typeface="Times New Roman" panose="02020603050405020304" pitchFamily="18" charset="0"/>
            </a:endParaRP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4. Políticas de "conozca a su cliente" (KYC):</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Verificar la identidad y la información de los clientes para asegurarse de que no estén involucrados en actividades ilícitas.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5. Monitoreo de transacciones:</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Analizar las transacciones financieras para identificar patrones sospechosos y posibles casos de lavado de dinero.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6. Capacitación del personal:</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Educar a los empleados sobre los riesgos del lavado de dinero y cómo detectarlo.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7. Cooperación interinstitucional:</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buNone/>
            </a:pPr>
            <a:r>
              <a:rPr lang="es-MX" sz="1500" kern="100" dirty="0">
                <a:effectLst/>
                <a:latin typeface="+mn-lt"/>
                <a:ea typeface="DengXian" panose="02010600030101010101" pitchFamily="2" charset="-122"/>
                <a:cs typeface="Times New Roman" panose="02020603050405020304" pitchFamily="18" charset="0"/>
              </a:rPr>
              <a:t>Compartir información y colaborar entre diferentes entidades para prevenir y combatir el lavado de dinero. </a:t>
            </a:r>
          </a:p>
          <a:p>
            <a:pPr lvl="0" algn="just">
              <a:spcBef>
                <a:spcPts val="0"/>
              </a:spcBef>
              <a:buSzPts val="1000"/>
              <a:tabLst>
                <a:tab pos="457200" algn="l"/>
              </a:tabLst>
            </a:pPr>
            <a:r>
              <a:rPr lang="es-MX" sz="1500" b="1" kern="100" dirty="0">
                <a:effectLst/>
                <a:latin typeface="+mn-lt"/>
                <a:ea typeface="DengXian" panose="02010600030101010101" pitchFamily="2" charset="-122"/>
                <a:cs typeface="Times New Roman" panose="02020603050405020304" pitchFamily="18" charset="0"/>
              </a:rPr>
              <a:t>8. Uso de tecnología:</a:t>
            </a:r>
            <a:endParaRPr lang="es-MX" sz="1500" kern="100" dirty="0">
              <a:effectLst/>
              <a:latin typeface="+mn-lt"/>
              <a:ea typeface="DengXian" panose="02010600030101010101" pitchFamily="2" charset="-122"/>
              <a:cs typeface="Times New Roman" panose="02020603050405020304" pitchFamily="18" charset="0"/>
            </a:endParaRPr>
          </a:p>
          <a:p>
            <a:pPr algn="just">
              <a:spcBef>
                <a:spcPts val="0"/>
              </a:spcBef>
            </a:pPr>
            <a:r>
              <a:rPr lang="es-MX" sz="1500" kern="100" dirty="0">
                <a:effectLst/>
                <a:latin typeface="+mn-lt"/>
                <a:ea typeface="DengXian" panose="02010600030101010101" pitchFamily="2" charset="-122"/>
                <a:cs typeface="Times New Roman" panose="02020603050405020304" pitchFamily="18" charset="0"/>
              </a:rPr>
              <a:t>Implementar herramientas tecnológicas para automatizar la detección de transacciones sospechosas y facilitar el cumplimiento normativo. </a:t>
            </a:r>
          </a:p>
          <a:p>
            <a:endParaRPr lang="es-ES" dirty="0"/>
          </a:p>
        </p:txBody>
      </p:sp>
    </p:spTree>
    <p:extLst>
      <p:ext uri="{BB962C8B-B14F-4D97-AF65-F5344CB8AC3E}">
        <p14:creationId xmlns:p14="http://schemas.microsoft.com/office/powerpoint/2010/main" val="285156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A2314-D1C9-BE12-E71E-4D59C06B0255}"/>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90A20681-18D5-5BEF-B251-7E79F78F53ED}"/>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B964B279-6DC4-0D48-0DE3-449ECB7A666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13</a:t>
            </a:fld>
            <a:endParaRPr lang="en-US"/>
          </a:p>
        </p:txBody>
      </p:sp>
      <p:sp>
        <p:nvSpPr>
          <p:cNvPr id="10" name="Marcador de texto 9">
            <a:extLst>
              <a:ext uri="{FF2B5EF4-FFF2-40B4-BE49-F238E27FC236}">
                <a16:creationId xmlns:a16="http://schemas.microsoft.com/office/drawing/2014/main" id="{1D6427BF-B8FB-9593-CC9B-26532A841BBE}"/>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0A99D45C-98B0-100E-55B5-A3C3CD983307}"/>
              </a:ext>
            </a:extLst>
          </p:cNvPr>
          <p:cNvSpPr>
            <a:spLocks noGrp="1"/>
          </p:cNvSpPr>
          <p:nvPr>
            <p:ph type="body" sz="quarter" idx="50"/>
          </p:nvPr>
        </p:nvSpPr>
        <p:spPr>
          <a:xfrm>
            <a:off x="460376" y="1158265"/>
            <a:ext cx="10951654" cy="3896328"/>
          </a:xfrm>
        </p:spPr>
        <p:txBody>
          <a:bodyPr/>
          <a:lstStyle/>
          <a:p>
            <a:pPr>
              <a:lnSpc>
                <a:spcPct val="115000"/>
              </a:lnSpc>
              <a:spcAft>
                <a:spcPts val="800"/>
              </a:spcAft>
              <a:buNone/>
            </a:pPr>
            <a:r>
              <a:rPr lang="es-MX" sz="2400" b="1" kern="100" dirty="0">
                <a:effectLst/>
                <a:latin typeface="+mj-lt"/>
                <a:ea typeface="DengXian" panose="02010600030101010101" pitchFamily="2" charset="-122"/>
                <a:cs typeface="Times New Roman" panose="02020603050405020304" pitchFamily="18" charset="0"/>
              </a:rPr>
              <a:t>¿Qué implica la PREVENCIÓN?</a:t>
            </a:r>
            <a:endParaRPr lang="es-MX" sz="2400" kern="100" dirty="0">
              <a:effectLst/>
              <a:latin typeface="+mj-lt"/>
              <a:ea typeface="DengXian" panose="02010600030101010101" pitchFamily="2" charset="-122"/>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Santander Text Light" panose="020B0304020201020104" pitchFamily="34" charset="0"/>
                <a:ea typeface="DengXian" panose="02010600030101010101" pitchFamily="2" charset="-122"/>
                <a:cs typeface="Times New Roman" panose="02020603050405020304" pitchFamily="18" charset="0"/>
              </a:rPr>
              <a:t>Detección y prevención:</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Santander Text Light" panose="020B0304020201020104" pitchFamily="34" charset="0"/>
                <a:ea typeface="DengXian" panose="02010600030101010101" pitchFamily="2" charset="-122"/>
                <a:cs typeface="Times New Roman" panose="02020603050405020304" pitchFamily="18" charset="0"/>
              </a:rPr>
              <a:t>Implica identificar patrones sospechosos, transacciones inusuales y a personas o entidades involucradas en actividades potencialmente ilícitas. </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Santander Text Light" panose="020B0304020201020104" pitchFamily="34" charset="0"/>
                <a:ea typeface="DengXian" panose="02010600030101010101" pitchFamily="2" charset="-122"/>
                <a:cs typeface="Times New Roman" panose="02020603050405020304" pitchFamily="18" charset="0"/>
              </a:rPr>
              <a:t>Cumplimiento normativo:</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Santander Text Light" panose="020B0304020201020104" pitchFamily="34" charset="0"/>
                <a:ea typeface="DengXian" panose="02010600030101010101" pitchFamily="2" charset="-122"/>
                <a:cs typeface="Times New Roman" panose="02020603050405020304" pitchFamily="18" charset="0"/>
              </a:rPr>
              <a:t>Obliga a instituciones financieras y otras entidades a implementar políticas y procedimientos para cumplir con las leyes y regulaciones contra el lavado de dinero. </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Santander Text Light" panose="020B0304020201020104" pitchFamily="34" charset="0"/>
                <a:ea typeface="DengXian" panose="02010600030101010101" pitchFamily="2" charset="-122"/>
                <a:cs typeface="Times New Roman" panose="02020603050405020304" pitchFamily="18" charset="0"/>
              </a:rPr>
              <a:t>Informes y reportes:</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Santander Text Light" panose="020B0304020201020104" pitchFamily="34" charset="0"/>
                <a:ea typeface="DengXian" panose="02010600030101010101" pitchFamily="2" charset="-122"/>
                <a:cs typeface="Times New Roman" panose="02020603050405020304" pitchFamily="18" charset="0"/>
              </a:rPr>
              <a:t>Exige a las entidades reportar operaciones sospechosas o que superen ciertos umbrales a las autoridades competentes. </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Santander Text Light" panose="020B0304020201020104" pitchFamily="34" charset="0"/>
                <a:ea typeface="DengXian" panose="02010600030101010101" pitchFamily="2" charset="-122"/>
                <a:cs typeface="Times New Roman" panose="02020603050405020304" pitchFamily="18" charset="0"/>
              </a:rPr>
              <a:t>Cooperación:</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pPr>
            <a:r>
              <a:rPr lang="es-MX" sz="1400" kern="100" dirty="0">
                <a:effectLst/>
                <a:latin typeface="Santander Text Light" panose="020B0304020201020104" pitchFamily="34" charset="0"/>
                <a:ea typeface="DengXian" panose="02010600030101010101" pitchFamily="2" charset="-122"/>
                <a:cs typeface="Times New Roman" panose="02020603050405020304" pitchFamily="18" charset="0"/>
              </a:rPr>
              <a:t>Requiere la colaboración entre diferentes entidades, como bancos, autoridades financieras y agencias de aplicación de la ley, para compartir información y coordinar esfuerzos. </a:t>
            </a:r>
            <a:endParaRPr lang="es-MX"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s-ES" dirty="0"/>
          </a:p>
        </p:txBody>
      </p:sp>
    </p:spTree>
    <p:extLst>
      <p:ext uri="{BB962C8B-B14F-4D97-AF65-F5344CB8AC3E}">
        <p14:creationId xmlns:p14="http://schemas.microsoft.com/office/powerpoint/2010/main" val="3454590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4F11D-63C3-8E61-103B-C1F89154087D}"/>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039F92F7-1DF1-D431-61ED-6DC6A1B9EFBC}"/>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12C5713B-2A57-1E5E-5839-607004CEE74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14</a:t>
            </a:fld>
            <a:endParaRPr lang="en-US"/>
          </a:p>
        </p:txBody>
      </p:sp>
      <p:sp>
        <p:nvSpPr>
          <p:cNvPr id="10" name="Marcador de texto 9">
            <a:extLst>
              <a:ext uri="{FF2B5EF4-FFF2-40B4-BE49-F238E27FC236}">
                <a16:creationId xmlns:a16="http://schemas.microsoft.com/office/drawing/2014/main" id="{8076C969-6C79-BC05-E9DC-D5403B4C0977}"/>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07EB5CF8-28EA-175F-1DC8-ED134F5D1D61}"/>
              </a:ext>
            </a:extLst>
          </p:cNvPr>
          <p:cNvSpPr>
            <a:spLocks noGrp="1"/>
          </p:cNvSpPr>
          <p:nvPr>
            <p:ph type="body" sz="quarter" idx="50"/>
          </p:nvPr>
        </p:nvSpPr>
        <p:spPr>
          <a:xfrm>
            <a:off x="371721" y="1491513"/>
            <a:ext cx="10951654" cy="3896328"/>
          </a:xfrm>
        </p:spPr>
        <p:txBody>
          <a:bodyPr/>
          <a:lstStyle/>
          <a:p>
            <a:endParaRPr lang="es-MX" sz="1800" kern="100" dirty="0">
              <a:effectLst/>
              <a:latin typeface="Santander Text Light" panose="020B0304020201020104" pitchFamily="34" charset="0"/>
              <a:ea typeface="DengXian" panose="02010600030101010101" pitchFamily="2" charset="-122"/>
              <a:cs typeface="Times New Roman" panose="02020603050405020304" pitchFamily="18" charset="0"/>
            </a:endParaRPr>
          </a:p>
          <a:p>
            <a:endParaRPr lang="es-MX" sz="1800" kern="100" dirty="0">
              <a:ea typeface="DengXian" panose="02010600030101010101" pitchFamily="2" charset="-122"/>
              <a:cs typeface="Times New Roman" panose="02020603050405020304" pitchFamily="18" charset="0"/>
            </a:endParaRPr>
          </a:p>
          <a:p>
            <a:pPr algn="just"/>
            <a:r>
              <a:rPr lang="es-MX" sz="1800" b="1" kern="100" dirty="0">
                <a:effectLst/>
                <a:latin typeface="Santander Text Light" panose="020B0304020201020104" pitchFamily="34" charset="0"/>
                <a:ea typeface="DengXian" panose="02010600030101010101" pitchFamily="2" charset="-122"/>
                <a:cs typeface="Times New Roman" panose="02020603050405020304" pitchFamily="18" charset="0"/>
              </a:rPr>
              <a:t>En resumen, la prevención del lavado de dinero es un esfuerzo multifacético que involucra a diversas entidades y requiere de un enfoque integral para proteger el sistema financiero y la economía de los efectos negativos del lavado de dinero. </a:t>
            </a:r>
            <a:endParaRPr lang="es-MX" sz="1800" b="1"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s-ES" dirty="0"/>
          </a:p>
        </p:txBody>
      </p:sp>
      <p:pic>
        <p:nvPicPr>
          <p:cNvPr id="3" name="Imagen 2">
            <a:extLst>
              <a:ext uri="{FF2B5EF4-FFF2-40B4-BE49-F238E27FC236}">
                <a16:creationId xmlns:a16="http://schemas.microsoft.com/office/drawing/2014/main" id="{B7A63AE9-ED1A-BC76-60EA-BFE915CAE465}"/>
              </a:ext>
            </a:extLst>
          </p:cNvPr>
          <p:cNvPicPr>
            <a:picLocks noChangeAspect="1"/>
          </p:cNvPicPr>
          <p:nvPr/>
        </p:nvPicPr>
        <p:blipFill>
          <a:blip r:embed="rId2"/>
          <a:stretch>
            <a:fillRect/>
          </a:stretch>
        </p:blipFill>
        <p:spPr>
          <a:xfrm>
            <a:off x="3998890" y="3120636"/>
            <a:ext cx="4194219" cy="2827446"/>
          </a:xfrm>
          <a:prstGeom prst="rect">
            <a:avLst/>
          </a:prstGeom>
        </p:spPr>
      </p:pic>
    </p:spTree>
    <p:extLst>
      <p:ext uri="{BB962C8B-B14F-4D97-AF65-F5344CB8AC3E}">
        <p14:creationId xmlns:p14="http://schemas.microsoft.com/office/powerpoint/2010/main" val="252223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54D63-BB0D-8D61-6642-6F88CCDAAD37}"/>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A606550-8E3B-673B-E0DB-6EC901F2B3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8A606550-8E3B-673B-E0DB-6EC901F2B3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E324C815-8124-5F07-B691-B1EE07854244}"/>
              </a:ext>
            </a:extLst>
          </p:cNvPr>
          <p:cNvSpPr>
            <a:spLocks noGrp="1"/>
          </p:cNvSpPr>
          <p:nvPr>
            <p:ph type="sldNum" sz="quarter" idx="4"/>
          </p:nvPr>
        </p:nvSpPr>
        <p:spPr>
          <a:xfrm>
            <a:off x="180975" y="6455099"/>
            <a:ext cx="376239" cy="180177"/>
          </a:xfrm>
        </p:spPr>
        <p:txBody>
          <a:bodyPr/>
          <a:lstStyle/>
          <a:p>
            <a:pPr marL="107314">
              <a:spcBef>
                <a:spcPts val="204"/>
              </a:spcBef>
            </a:pPr>
            <a:fld id="{81D60167-4931-47E6-BA6A-407CBD079E47}" type="slidenum">
              <a:rPr lang="en-US" smtClean="0"/>
              <a:pPr marL="107314">
                <a:spcBef>
                  <a:spcPts val="204"/>
                </a:spcBef>
              </a:pPr>
              <a:t>15</a:t>
            </a:fld>
            <a:endParaRPr lang="en-US"/>
          </a:p>
        </p:txBody>
      </p:sp>
      <p:cxnSp>
        <p:nvCxnSpPr>
          <p:cNvPr id="7" name="Conector recto 6">
            <a:extLst>
              <a:ext uri="{FF2B5EF4-FFF2-40B4-BE49-F238E27FC236}">
                <a16:creationId xmlns:a16="http://schemas.microsoft.com/office/drawing/2014/main" id="{029B0789-3074-4B8D-2E5D-0B78C18D9755}"/>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4CCA15F0-8187-7624-4E43-81CBD47ED37E}"/>
              </a:ext>
            </a:extLst>
          </p:cNvPr>
          <p:cNvSpPr txBox="1"/>
          <p:nvPr/>
        </p:nvSpPr>
        <p:spPr>
          <a:xfrm>
            <a:off x="442913" y="3290888"/>
            <a:ext cx="10339056" cy="1591718"/>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lang="en-US" sz="7200" spc="-10" dirty="0" err="1">
                <a:solidFill>
                  <a:schemeClr val="bg1"/>
                </a:solidFill>
                <a:latin typeface="Santander Headline" panose="020B0504020201020104" pitchFamily="34" charset="0"/>
                <a:cs typeface="Santander Micro Text Light"/>
              </a:rPr>
              <a:t>Módulo</a:t>
            </a:r>
            <a:r>
              <a:rPr lang="en-US" sz="7200" spc="-10" dirty="0">
                <a:solidFill>
                  <a:schemeClr val="bg1"/>
                </a:solidFill>
                <a:latin typeface="Santander Headline" panose="020B0504020201020104" pitchFamily="34" charset="0"/>
                <a:cs typeface="Santander Micro Text Light"/>
              </a:rPr>
              <a:t> 3</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a:t>
            </a: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lang="es-ES" sz="4000" spc="-10" dirty="0">
                <a:solidFill>
                  <a:schemeClr val="bg1"/>
                </a:solidFill>
                <a:latin typeface="Santander Headline" panose="020B0504020201020104" pitchFamily="34" charset="0"/>
                <a:cs typeface="Santander Micro Text Light"/>
              </a:rPr>
              <a:t>¿Qué es el Financiamiento al terrorismo?</a:t>
            </a:r>
            <a:endPar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endParaRPr>
          </a:p>
        </p:txBody>
      </p:sp>
      <p:sp>
        <p:nvSpPr>
          <p:cNvPr id="4" name="object 9">
            <a:extLst>
              <a:ext uri="{FF2B5EF4-FFF2-40B4-BE49-F238E27FC236}">
                <a16:creationId xmlns:a16="http://schemas.microsoft.com/office/drawing/2014/main" id="{CC53D6CA-FF4C-CEA5-6988-069267086E75}"/>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15</a:t>
            </a:fld>
            <a:endParaRPr lang="en-US"/>
          </a:p>
        </p:txBody>
      </p:sp>
    </p:spTree>
    <p:extLst>
      <p:ext uri="{BB962C8B-B14F-4D97-AF65-F5344CB8AC3E}">
        <p14:creationId xmlns:p14="http://schemas.microsoft.com/office/powerpoint/2010/main" val="2474253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55D4A-F3B1-570F-15D4-80D22B319145}"/>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0179D75B-1027-BF15-B28F-2F588570B690}"/>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40200F0F-13BA-1223-7297-D7E08E345F2A}"/>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16</a:t>
            </a:fld>
            <a:endParaRPr lang="en-US"/>
          </a:p>
        </p:txBody>
      </p:sp>
      <p:sp>
        <p:nvSpPr>
          <p:cNvPr id="10" name="Marcador de texto 9">
            <a:extLst>
              <a:ext uri="{FF2B5EF4-FFF2-40B4-BE49-F238E27FC236}">
                <a16:creationId xmlns:a16="http://schemas.microsoft.com/office/drawing/2014/main" id="{12BE30D5-3EFC-F1ED-82B7-640E005A5637}"/>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3F34EBFE-639E-2612-FC0D-6AB95900408C}"/>
              </a:ext>
            </a:extLst>
          </p:cNvPr>
          <p:cNvSpPr>
            <a:spLocks noGrp="1"/>
          </p:cNvSpPr>
          <p:nvPr>
            <p:ph type="body" sz="quarter" idx="50"/>
          </p:nvPr>
        </p:nvSpPr>
        <p:spPr>
          <a:xfrm>
            <a:off x="371721" y="1491513"/>
            <a:ext cx="10951654" cy="3896328"/>
          </a:xfrm>
        </p:spPr>
        <p:txBody>
          <a:bodyPr/>
          <a:lstStyle/>
          <a:p>
            <a:pPr algn="just"/>
            <a:r>
              <a:rPr lang="es-MX" sz="1800" kern="100" dirty="0">
                <a:effectLst/>
                <a:latin typeface="+mn-lt"/>
                <a:ea typeface="DengXian" panose="02010600030101010101" pitchFamily="2" charset="-122"/>
                <a:cs typeface="Times New Roman" panose="02020603050405020304" pitchFamily="18" charset="0"/>
              </a:rPr>
              <a:t>El financiamiento al terrorismo se refiere a la provisión o recaudación de fondos, bienes o recursos, ya sea de forma directa o indirecta, con la intención de que sean utilizados para cometer actos terroristas, o a sabiendas de que serán utilizados para tales fines. Este financiamiento puede provenir de fuentes lícitas o ilícitas y se utiliza para apoyar diversas actividades terroristas, como la compra de armas, el entrenamiento de terroristas, o la logística de ataques. </a:t>
            </a:r>
          </a:p>
          <a:p>
            <a:endParaRPr lang="es-ES" dirty="0"/>
          </a:p>
        </p:txBody>
      </p:sp>
      <p:pic>
        <p:nvPicPr>
          <p:cNvPr id="3" name="Imagen 2">
            <a:extLst>
              <a:ext uri="{FF2B5EF4-FFF2-40B4-BE49-F238E27FC236}">
                <a16:creationId xmlns:a16="http://schemas.microsoft.com/office/drawing/2014/main" id="{5E04247A-7993-6D86-EF79-577E8B70E59B}"/>
              </a:ext>
            </a:extLst>
          </p:cNvPr>
          <p:cNvPicPr>
            <a:picLocks noChangeAspect="1"/>
          </p:cNvPicPr>
          <p:nvPr/>
        </p:nvPicPr>
        <p:blipFill>
          <a:blip r:embed="rId2"/>
          <a:stretch>
            <a:fillRect/>
          </a:stretch>
        </p:blipFill>
        <p:spPr>
          <a:xfrm>
            <a:off x="1565350" y="2994237"/>
            <a:ext cx="4029328" cy="2278223"/>
          </a:xfrm>
          <a:prstGeom prst="rect">
            <a:avLst/>
          </a:prstGeom>
        </p:spPr>
      </p:pic>
      <p:pic>
        <p:nvPicPr>
          <p:cNvPr id="6" name="Imagen 5">
            <a:extLst>
              <a:ext uri="{FF2B5EF4-FFF2-40B4-BE49-F238E27FC236}">
                <a16:creationId xmlns:a16="http://schemas.microsoft.com/office/drawing/2014/main" id="{6EEBD56D-6CA1-6C8D-212B-1CEDA1E48B81}"/>
              </a:ext>
            </a:extLst>
          </p:cNvPr>
          <p:cNvPicPr>
            <a:picLocks noChangeAspect="1"/>
          </p:cNvPicPr>
          <p:nvPr/>
        </p:nvPicPr>
        <p:blipFill>
          <a:blip r:embed="rId3"/>
          <a:stretch>
            <a:fillRect/>
          </a:stretch>
        </p:blipFill>
        <p:spPr>
          <a:xfrm>
            <a:off x="6597323" y="3981334"/>
            <a:ext cx="3835981" cy="2108062"/>
          </a:xfrm>
          <a:prstGeom prst="rect">
            <a:avLst/>
          </a:prstGeom>
        </p:spPr>
      </p:pic>
    </p:spTree>
    <p:extLst>
      <p:ext uri="{BB962C8B-B14F-4D97-AF65-F5344CB8AC3E}">
        <p14:creationId xmlns:p14="http://schemas.microsoft.com/office/powerpoint/2010/main" val="183138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A177F-CE95-298C-A0FB-7A9CF33BB07F}"/>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33D115C3-9E2A-88F6-6739-5A73077613AB}"/>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5F9BE851-5282-2CA7-B8BC-4E412CC21DA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17</a:t>
            </a:fld>
            <a:endParaRPr lang="en-US"/>
          </a:p>
        </p:txBody>
      </p:sp>
      <p:sp>
        <p:nvSpPr>
          <p:cNvPr id="10" name="Marcador de texto 9">
            <a:extLst>
              <a:ext uri="{FF2B5EF4-FFF2-40B4-BE49-F238E27FC236}">
                <a16:creationId xmlns:a16="http://schemas.microsoft.com/office/drawing/2014/main" id="{8501B162-0FAF-3FF6-2C0B-EB9F849AEE64}"/>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AC5F39D6-21FE-E12B-1139-7E7A8BD4E1E1}"/>
              </a:ext>
            </a:extLst>
          </p:cNvPr>
          <p:cNvSpPr>
            <a:spLocks noGrp="1"/>
          </p:cNvSpPr>
          <p:nvPr>
            <p:ph type="body" sz="quarter" idx="50"/>
          </p:nvPr>
        </p:nvSpPr>
        <p:spPr>
          <a:xfrm>
            <a:off x="371721" y="1491513"/>
            <a:ext cx="10951654" cy="3896328"/>
          </a:xfrm>
        </p:spPr>
        <p: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mn-lt"/>
                <a:ea typeface="DengXian" panose="02010600030101010101" pitchFamily="2" charset="-122"/>
                <a:cs typeface="Times New Roman" panose="02020603050405020304" pitchFamily="18" charset="0"/>
              </a:rPr>
              <a:t>Recolección y provisión de fondos:</a:t>
            </a:r>
            <a:endParaRPr lang="es-MX" sz="1400" kern="100" dirty="0">
              <a:effectLst/>
              <a:latin typeface="+mn-lt"/>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mn-lt"/>
                <a:ea typeface="DengXian" panose="02010600030101010101" pitchFamily="2" charset="-122"/>
                <a:cs typeface="Times New Roman" panose="02020603050405020304" pitchFamily="18" charset="0"/>
              </a:rPr>
              <a:t>El financiamiento del terrorismo implica la recolección de fondos a través de diversos medios, como donaciones, actividades criminales, o incluso el uso de organizaciones benéficas o sin fines de lucro para desviar fondos. </a:t>
            </a: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mn-lt"/>
                <a:ea typeface="DengXian" panose="02010600030101010101" pitchFamily="2" charset="-122"/>
                <a:cs typeface="Times New Roman" panose="02020603050405020304" pitchFamily="18" charset="0"/>
              </a:rPr>
              <a:t>Uso de fondos:</a:t>
            </a:r>
            <a:endParaRPr lang="es-MX" sz="1400" kern="100" dirty="0">
              <a:effectLst/>
              <a:latin typeface="+mn-lt"/>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mn-lt"/>
                <a:ea typeface="DengXian" panose="02010600030101010101" pitchFamily="2" charset="-122"/>
                <a:cs typeface="Times New Roman" panose="02020603050405020304" pitchFamily="18" charset="0"/>
              </a:rPr>
              <a:t>Los fondos recolectados se destinan a financiar actividades terroristas, incluyendo la compra de armas, la capacitación de terroristas, el pago de salarios a miembros de grupos terroristas, la logística de ataques, la propaganda y la difusión de mensajes terroristas. </a:t>
            </a: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mn-lt"/>
                <a:ea typeface="DengXian" panose="02010600030101010101" pitchFamily="2" charset="-122"/>
                <a:cs typeface="Times New Roman" panose="02020603050405020304" pitchFamily="18" charset="0"/>
              </a:rPr>
              <a:t>Intención o conocimiento:</a:t>
            </a:r>
            <a:endParaRPr lang="es-MX" sz="1400" kern="100" dirty="0">
              <a:effectLst/>
              <a:latin typeface="+mn-lt"/>
              <a:ea typeface="DengXian" panose="02010600030101010101" pitchFamily="2" charset="-122"/>
              <a:cs typeface="Times New Roman" panose="02020603050405020304" pitchFamily="18" charset="0"/>
            </a:endParaRPr>
          </a:p>
          <a:p>
            <a:pPr>
              <a:lnSpc>
                <a:spcPct val="115000"/>
              </a:lnSpc>
              <a:spcAft>
                <a:spcPts val="800"/>
              </a:spcAft>
              <a:buNone/>
            </a:pPr>
            <a:r>
              <a:rPr lang="es-MX" sz="1400" kern="100" dirty="0">
                <a:effectLst/>
                <a:latin typeface="+mn-lt"/>
                <a:ea typeface="DengXian" panose="02010600030101010101" pitchFamily="2" charset="-122"/>
                <a:cs typeface="Times New Roman" panose="02020603050405020304" pitchFamily="18" charset="0"/>
              </a:rPr>
              <a:t>Es crucial que exista la intención o el conocimiento de que los fondos se utilizarán para actos terroristas, ya sea por parte de la persona que proporciona los fondos o de quien los recibe. </a:t>
            </a:r>
          </a:p>
          <a:p>
            <a:pPr marL="342900" lvl="0" indent="-342900">
              <a:lnSpc>
                <a:spcPct val="115000"/>
              </a:lnSpc>
              <a:spcAft>
                <a:spcPts val="800"/>
              </a:spcAft>
              <a:buSzPts val="1000"/>
              <a:buFont typeface="Symbol" panose="05050102010706020507" pitchFamily="18" charset="2"/>
              <a:buChar char=""/>
              <a:tabLst>
                <a:tab pos="457200" algn="l"/>
              </a:tabLst>
            </a:pPr>
            <a:r>
              <a:rPr lang="es-MX" sz="1400" b="1" kern="100" dirty="0">
                <a:effectLst/>
                <a:latin typeface="+mn-lt"/>
                <a:ea typeface="DengXian" panose="02010600030101010101" pitchFamily="2" charset="-122"/>
                <a:cs typeface="Times New Roman" panose="02020603050405020304" pitchFamily="18" charset="0"/>
              </a:rPr>
              <a:t>Similitudes con el lavado de activos:</a:t>
            </a:r>
            <a:endParaRPr lang="es-MX" sz="1400" kern="100" dirty="0">
              <a:effectLst/>
              <a:latin typeface="+mn-lt"/>
              <a:ea typeface="DengXian" panose="02010600030101010101" pitchFamily="2" charset="-122"/>
              <a:cs typeface="Times New Roman" panose="02020603050405020304" pitchFamily="18" charset="0"/>
            </a:endParaRPr>
          </a:p>
          <a:p>
            <a:pPr>
              <a:lnSpc>
                <a:spcPct val="115000"/>
              </a:lnSpc>
              <a:spcAft>
                <a:spcPts val="800"/>
              </a:spcAft>
            </a:pPr>
            <a:r>
              <a:rPr lang="es-MX" sz="1400" kern="100" dirty="0">
                <a:effectLst/>
                <a:latin typeface="+mn-lt"/>
                <a:ea typeface="DengXian" panose="02010600030101010101" pitchFamily="2" charset="-122"/>
                <a:cs typeface="Times New Roman" panose="02020603050405020304" pitchFamily="18" charset="0"/>
              </a:rPr>
              <a:t>El financiamiento del terrorismo comparte similitudes con el lavado de activos, ya que ambas actividades buscan ocultar el origen de los fondos y darles una apariencia de legalidad. </a:t>
            </a:r>
          </a:p>
          <a:p>
            <a:endParaRPr lang="es-ES" dirty="0"/>
          </a:p>
        </p:txBody>
      </p:sp>
    </p:spTree>
    <p:extLst>
      <p:ext uri="{BB962C8B-B14F-4D97-AF65-F5344CB8AC3E}">
        <p14:creationId xmlns:p14="http://schemas.microsoft.com/office/powerpoint/2010/main" val="160518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A2F6-C530-7766-12B2-9B37AC4622EE}"/>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FB2191AC-0F5C-6FC1-C25F-4FC03FEBBF0B}"/>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1DE914C8-3274-60D6-28C6-1B5BAE75D4A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18</a:t>
            </a:fld>
            <a:endParaRPr lang="en-US"/>
          </a:p>
        </p:txBody>
      </p:sp>
      <p:sp>
        <p:nvSpPr>
          <p:cNvPr id="10" name="Marcador de texto 9">
            <a:extLst>
              <a:ext uri="{FF2B5EF4-FFF2-40B4-BE49-F238E27FC236}">
                <a16:creationId xmlns:a16="http://schemas.microsoft.com/office/drawing/2014/main" id="{C36EE1BD-368A-C083-E568-3DD2DEE7231E}"/>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0DAEE11C-401B-5714-A299-407A7037CFCD}"/>
              </a:ext>
            </a:extLst>
          </p:cNvPr>
          <p:cNvSpPr>
            <a:spLocks noGrp="1"/>
          </p:cNvSpPr>
          <p:nvPr>
            <p:ph type="body" sz="quarter" idx="50"/>
          </p:nvPr>
        </p:nvSpPr>
        <p:spPr>
          <a:xfrm>
            <a:off x="371721" y="1491513"/>
            <a:ext cx="10951654" cy="3896328"/>
          </a:xfrm>
        </p:spPr>
        <p:txBody>
          <a:bodyPr/>
          <a:lstStyle/>
          <a:p>
            <a:pPr algn="just"/>
            <a:r>
              <a:rPr lang="es-MX" sz="1800" b="1" kern="100" dirty="0">
                <a:effectLst/>
                <a:latin typeface="+mn-lt"/>
                <a:ea typeface="DengXian" panose="02010600030101010101" pitchFamily="2" charset="-122"/>
                <a:cs typeface="Times New Roman" panose="02020603050405020304" pitchFamily="18" charset="0"/>
              </a:rPr>
              <a:t>En resumen, el financiamiento del terrorismo es un delito grave que permite a los grupos terroristas llevar a cabo sus actividades, y combatirlo es esencial para la seguridad nacional e internacional. </a:t>
            </a:r>
          </a:p>
          <a:p>
            <a:endParaRPr lang="es-ES" dirty="0"/>
          </a:p>
        </p:txBody>
      </p:sp>
      <p:pic>
        <p:nvPicPr>
          <p:cNvPr id="3" name="Imagen 2">
            <a:extLst>
              <a:ext uri="{FF2B5EF4-FFF2-40B4-BE49-F238E27FC236}">
                <a16:creationId xmlns:a16="http://schemas.microsoft.com/office/drawing/2014/main" id="{88627EE3-D8D0-4967-5AB5-334F914E0CE4}"/>
              </a:ext>
            </a:extLst>
          </p:cNvPr>
          <p:cNvPicPr>
            <a:picLocks noChangeAspect="1"/>
          </p:cNvPicPr>
          <p:nvPr/>
        </p:nvPicPr>
        <p:blipFill>
          <a:blip r:embed="rId2"/>
          <a:stretch>
            <a:fillRect/>
          </a:stretch>
        </p:blipFill>
        <p:spPr>
          <a:xfrm>
            <a:off x="3240885" y="2513667"/>
            <a:ext cx="4422711" cy="3121236"/>
          </a:xfrm>
          <a:prstGeom prst="rect">
            <a:avLst/>
          </a:prstGeom>
        </p:spPr>
      </p:pic>
    </p:spTree>
    <p:extLst>
      <p:ext uri="{BB962C8B-B14F-4D97-AF65-F5344CB8AC3E}">
        <p14:creationId xmlns:p14="http://schemas.microsoft.com/office/powerpoint/2010/main" val="1810135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3726-809E-158A-B6D2-1F9777CB381E}"/>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EDF1B8D-E5B9-AB31-10F2-7BC35BEC38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1EDF1B8D-E5B9-AB31-10F2-7BC35BEC385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881AA6CC-56D2-D0C1-37A6-108DA8E33699}"/>
              </a:ext>
            </a:extLst>
          </p:cNvPr>
          <p:cNvSpPr>
            <a:spLocks noGrp="1"/>
          </p:cNvSpPr>
          <p:nvPr>
            <p:ph type="sldNum" sz="quarter" idx="4"/>
          </p:nvPr>
        </p:nvSpPr>
        <p:spPr/>
        <p:txBody>
          <a:bodyPr/>
          <a:lstStyle/>
          <a:p>
            <a:pPr marL="107314">
              <a:spcBef>
                <a:spcPts val="204"/>
              </a:spcBef>
            </a:pPr>
            <a:fld id="{81D60167-4931-47E6-BA6A-407CBD079E47}" type="slidenum">
              <a:rPr lang="en-US" smtClean="0"/>
              <a:pPr marL="107314">
                <a:spcBef>
                  <a:spcPts val="204"/>
                </a:spcBef>
              </a:pPr>
              <a:t>19</a:t>
            </a:fld>
            <a:endParaRPr lang="en-US"/>
          </a:p>
        </p:txBody>
      </p:sp>
      <p:cxnSp>
        <p:nvCxnSpPr>
          <p:cNvPr id="7" name="Conector recto 6">
            <a:extLst>
              <a:ext uri="{FF2B5EF4-FFF2-40B4-BE49-F238E27FC236}">
                <a16:creationId xmlns:a16="http://schemas.microsoft.com/office/drawing/2014/main" id="{A3E02C96-7092-1A3D-4C40-DD39D09300D8}"/>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F792FA93-D0C9-C7E3-D956-6C8676530022}"/>
              </a:ext>
            </a:extLst>
          </p:cNvPr>
          <p:cNvSpPr txBox="1"/>
          <p:nvPr/>
        </p:nvSpPr>
        <p:spPr>
          <a:xfrm>
            <a:off x="442913" y="3464314"/>
            <a:ext cx="10372232" cy="1296252"/>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a:t>
            </a:r>
            <a:r>
              <a:rPr kumimoji="0" lang="en-US" sz="4800" b="0" i="0" u="none" strike="noStrike" kern="1200" cap="none" spc="-10" normalizeH="0" baseline="0" noProof="0" dirty="0" err="1">
                <a:ln>
                  <a:noFill/>
                </a:ln>
                <a:solidFill>
                  <a:schemeClr val="bg1"/>
                </a:solidFill>
                <a:effectLst/>
                <a:uLnTx/>
                <a:uFillTx/>
                <a:latin typeface="Santander Headline" panose="020B0504020201020104" pitchFamily="34" charset="0"/>
                <a:ea typeface="+mn-ea"/>
                <a:cs typeface="Santander Micro Text Light"/>
              </a:rPr>
              <a:t>Módulo</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4</a:t>
            </a: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lang="es-ES" sz="4000" spc="-10" dirty="0">
                <a:solidFill>
                  <a:schemeClr val="bg1"/>
                </a:solidFill>
                <a:latin typeface="Santander Headline" panose="020B0504020201020104" pitchFamily="34" charset="0"/>
                <a:cs typeface="Santander Micro Text Light"/>
              </a:rPr>
              <a:t>Combate al financiamiento al terrorismo</a:t>
            </a:r>
            <a:endPar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endParaRPr>
          </a:p>
        </p:txBody>
      </p:sp>
      <p:sp>
        <p:nvSpPr>
          <p:cNvPr id="4" name="object 9">
            <a:extLst>
              <a:ext uri="{FF2B5EF4-FFF2-40B4-BE49-F238E27FC236}">
                <a16:creationId xmlns:a16="http://schemas.microsoft.com/office/drawing/2014/main" id="{5220789B-72A3-F27A-6C34-EEB884414B7D}"/>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19</a:t>
            </a:fld>
            <a:endParaRPr lang="en-US"/>
          </a:p>
        </p:txBody>
      </p:sp>
    </p:spTree>
    <p:extLst>
      <p:ext uri="{BB962C8B-B14F-4D97-AF65-F5344CB8AC3E}">
        <p14:creationId xmlns:p14="http://schemas.microsoft.com/office/powerpoint/2010/main" val="287328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CAFF-AF3A-41EB-0051-D9D9B5BA1015}"/>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AE85653E-36AF-5185-3B47-66F776D1A36F}"/>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F34BF972-13AB-1E1A-236E-70E03BAC842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20</a:t>
            </a:fld>
            <a:endParaRPr lang="en-US"/>
          </a:p>
        </p:txBody>
      </p:sp>
      <p:sp>
        <p:nvSpPr>
          <p:cNvPr id="10" name="Marcador de texto 9">
            <a:extLst>
              <a:ext uri="{FF2B5EF4-FFF2-40B4-BE49-F238E27FC236}">
                <a16:creationId xmlns:a16="http://schemas.microsoft.com/office/drawing/2014/main" id="{0FBF3802-A484-EA66-D16D-77C1A9752C4F}"/>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14B85E7F-471E-ADB6-BE78-DBD08CA80CB6}"/>
              </a:ext>
            </a:extLst>
          </p:cNvPr>
          <p:cNvSpPr>
            <a:spLocks noGrp="1"/>
          </p:cNvSpPr>
          <p:nvPr>
            <p:ph type="body" sz="quarter" idx="50"/>
          </p:nvPr>
        </p:nvSpPr>
        <p:spPr>
          <a:xfrm>
            <a:off x="460376" y="1125753"/>
            <a:ext cx="10951654" cy="5457882"/>
          </a:xfrm>
        </p:spPr>
        <p:txBody>
          <a:bodyPr/>
          <a:lstStyle/>
          <a:p>
            <a:pPr algn="just"/>
            <a:r>
              <a:rPr lang="es-MX" sz="1800" b="0" i="0" dirty="0">
                <a:solidFill>
                  <a:srgbClr val="001D35"/>
                </a:solidFill>
                <a:effectLst/>
                <a:latin typeface="+mn-lt"/>
              </a:rPr>
              <a:t>El combate al financiamiento al terrorismo se refiere a las acciones y medidas tomadas para prevenir y reprimir la provisión de recursos financieros a grupos terroristas, con el objetivo de evitar que puedan llevar a cabo sus actividades. Esto implica identificar, rastrear y congelar los fondos utilizados para financiar el terrorismo, así como prevenir que nuevas fuentes de financiamiento lleguen a estas organizaciones. </a:t>
            </a:r>
          </a:p>
          <a:p>
            <a:pPr algn="just"/>
            <a:endParaRPr lang="es-MX" sz="1800" b="0" i="0" dirty="0">
              <a:solidFill>
                <a:srgbClr val="001D35"/>
              </a:solidFill>
              <a:effectLst/>
              <a:latin typeface="+mn-lt"/>
            </a:endParaRPr>
          </a:p>
          <a:p>
            <a:pPr algn="just"/>
            <a:r>
              <a:rPr lang="es-MX" sz="1800" b="1" dirty="0">
                <a:solidFill>
                  <a:srgbClr val="001D35"/>
                </a:solidFill>
                <a:latin typeface="+mn-lt"/>
              </a:rPr>
              <a:t>En detalle, el combate al financiamiento al terrorismo implica:</a:t>
            </a:r>
          </a:p>
          <a:p>
            <a:pPr algn="just"/>
            <a:endParaRPr lang="es-MX" sz="1800" dirty="0">
              <a:solidFill>
                <a:srgbClr val="001D35"/>
              </a:solidFill>
              <a:latin typeface="+mn-lt"/>
            </a:endParaRPr>
          </a:p>
          <a:p>
            <a:pPr algn="just">
              <a:lnSpc>
                <a:spcPts val="1650"/>
              </a:lnSpc>
              <a:spcBef>
                <a:spcPts val="750"/>
              </a:spcBef>
              <a:spcAft>
                <a:spcPts val="600"/>
              </a:spcAft>
              <a:buFont typeface="Arial" panose="020B0604020202020204" pitchFamily="34" charset="0"/>
              <a:buChar char="•"/>
            </a:pPr>
            <a:r>
              <a:rPr lang="es-MX" sz="1800" b="1" dirty="0">
                <a:solidFill>
                  <a:srgbClr val="001D35"/>
                </a:solidFill>
                <a:latin typeface="+mn-lt"/>
              </a:rPr>
              <a:t>Prevención: </a:t>
            </a:r>
            <a:r>
              <a:rPr lang="es-MX" sz="1800" dirty="0">
                <a:solidFill>
                  <a:srgbClr val="545D7E"/>
                </a:solidFill>
                <a:latin typeface="+mn-lt"/>
              </a:rPr>
              <a:t>Implementar medidas para evitar que fondos lícitos o ilícitos sean utilizados para financiar actividades terroristas. Esto incluye conocer a los clientes de las entidades financieras, monitorear transacciones sospechosas y establecer mecanismos de alerta temprana. </a:t>
            </a:r>
          </a:p>
          <a:p>
            <a:pPr algn="just">
              <a:lnSpc>
                <a:spcPts val="1650"/>
              </a:lnSpc>
              <a:spcBef>
                <a:spcPts val="750"/>
              </a:spcBef>
              <a:spcAft>
                <a:spcPts val="600"/>
              </a:spcAft>
              <a:buFont typeface="Arial" panose="020B0604020202020204" pitchFamily="34" charset="0"/>
              <a:buChar char="•"/>
            </a:pPr>
            <a:r>
              <a:rPr lang="es-MX" sz="1800" b="1" dirty="0">
                <a:solidFill>
                  <a:srgbClr val="001D35"/>
                </a:solidFill>
                <a:latin typeface="+mn-lt"/>
              </a:rPr>
              <a:t>Detección: </a:t>
            </a:r>
            <a:r>
              <a:rPr lang="es-MX" sz="1800" dirty="0">
                <a:solidFill>
                  <a:srgbClr val="545D7E"/>
                </a:solidFill>
                <a:latin typeface="+mn-lt"/>
              </a:rPr>
              <a:t>Desarrollar mecanismos para identificar y rastrear los fondos que están siendo utilizados para financiar el terrorismo. </a:t>
            </a:r>
            <a:endParaRPr lang="es-MX" sz="1800" dirty="0">
              <a:solidFill>
                <a:srgbClr val="0B57D0"/>
              </a:solidFill>
              <a:latin typeface="+mn-lt"/>
            </a:endParaRPr>
          </a:p>
          <a:p>
            <a:pPr algn="just">
              <a:lnSpc>
                <a:spcPts val="1650"/>
              </a:lnSpc>
              <a:spcBef>
                <a:spcPts val="750"/>
              </a:spcBef>
              <a:spcAft>
                <a:spcPts val="600"/>
              </a:spcAft>
              <a:buFont typeface="Arial" panose="020B0604020202020204" pitchFamily="34" charset="0"/>
              <a:buChar char="•"/>
            </a:pPr>
            <a:r>
              <a:rPr lang="es-MX" sz="1800" b="1" dirty="0">
                <a:solidFill>
                  <a:srgbClr val="001D35"/>
                </a:solidFill>
                <a:latin typeface="+mn-lt"/>
              </a:rPr>
              <a:t>Intervención: </a:t>
            </a:r>
            <a:r>
              <a:rPr lang="es-MX" sz="1800" dirty="0">
                <a:solidFill>
                  <a:srgbClr val="545D7E"/>
                </a:solidFill>
                <a:latin typeface="+mn-lt"/>
              </a:rPr>
              <a:t>Congelar los fondos identificados como provenientes de fuentes ilícitas o destinados a actividades terroristas, y tomar acciones legales contra quienes los proveen o administran. </a:t>
            </a:r>
            <a:endParaRPr lang="es-MX" sz="1800" dirty="0">
              <a:solidFill>
                <a:srgbClr val="0B57D0"/>
              </a:solidFill>
              <a:latin typeface="+mn-lt"/>
            </a:endParaRPr>
          </a:p>
          <a:p>
            <a:pPr algn="just">
              <a:lnSpc>
                <a:spcPts val="1650"/>
              </a:lnSpc>
              <a:spcBef>
                <a:spcPts val="750"/>
              </a:spcBef>
              <a:spcAft>
                <a:spcPts val="1500"/>
              </a:spcAft>
              <a:buFont typeface="Arial" panose="020B0604020202020204" pitchFamily="34" charset="0"/>
              <a:buChar char="•"/>
            </a:pPr>
            <a:r>
              <a:rPr lang="es-MX" sz="1800" b="1" dirty="0">
                <a:solidFill>
                  <a:srgbClr val="001D35"/>
                </a:solidFill>
                <a:latin typeface="+mn-lt"/>
              </a:rPr>
              <a:t>Cooperación internacional: </a:t>
            </a:r>
            <a:r>
              <a:rPr lang="es-MX" sz="1800" dirty="0">
                <a:solidFill>
                  <a:srgbClr val="545D7E"/>
                </a:solidFill>
                <a:latin typeface="+mn-lt"/>
              </a:rPr>
              <a:t>Establecer mecanismos de cooperación entre países para compartir información, coordinar investigaciones y adoptar medidas conjuntas contra el financiamiento al terrorismo. </a:t>
            </a:r>
          </a:p>
          <a:p>
            <a:endParaRPr lang="es-ES" dirty="0"/>
          </a:p>
        </p:txBody>
      </p:sp>
    </p:spTree>
    <p:extLst>
      <p:ext uri="{BB962C8B-B14F-4D97-AF65-F5344CB8AC3E}">
        <p14:creationId xmlns:p14="http://schemas.microsoft.com/office/powerpoint/2010/main" val="1822881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55AD-21B3-1382-AA21-742F13CE05F7}"/>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D01F2ACD-5D65-B25E-556B-AA0B5B9A16E2}"/>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56979456-9C27-A34C-2BB2-74E4E85E705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21</a:t>
            </a:fld>
            <a:endParaRPr lang="en-US"/>
          </a:p>
        </p:txBody>
      </p:sp>
      <p:sp>
        <p:nvSpPr>
          <p:cNvPr id="10" name="Marcador de texto 9">
            <a:extLst>
              <a:ext uri="{FF2B5EF4-FFF2-40B4-BE49-F238E27FC236}">
                <a16:creationId xmlns:a16="http://schemas.microsoft.com/office/drawing/2014/main" id="{ECA1AB72-3C85-D626-AAC8-6D18ABDC4344}"/>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4B3289B0-2290-BC9F-D3AF-A8D157AD0567}"/>
              </a:ext>
            </a:extLst>
          </p:cNvPr>
          <p:cNvSpPr>
            <a:spLocks noGrp="1"/>
          </p:cNvSpPr>
          <p:nvPr>
            <p:ph type="body" sz="quarter" idx="50"/>
          </p:nvPr>
        </p:nvSpPr>
        <p:spPr>
          <a:xfrm>
            <a:off x="371721" y="1491513"/>
            <a:ext cx="10951654" cy="3896328"/>
          </a:xfrm>
        </p:spPr>
        <p:txBody>
          <a:bodyPr/>
          <a:lstStyle/>
          <a:p>
            <a:pPr algn="just">
              <a:lnSpc>
                <a:spcPts val="1950"/>
              </a:lnSpc>
              <a:spcBef>
                <a:spcPts val="1500"/>
              </a:spcBef>
              <a:spcAft>
                <a:spcPts val="750"/>
              </a:spcAft>
              <a:buNone/>
            </a:pPr>
            <a:r>
              <a:rPr lang="es-MX" sz="1800" b="1" i="0" dirty="0">
                <a:solidFill>
                  <a:srgbClr val="001D35"/>
                </a:solidFill>
                <a:effectLst/>
                <a:latin typeface="+mn-lt"/>
              </a:rPr>
              <a:t>La importancia del combate al financiamiento al terrorismo radica en:</a:t>
            </a:r>
          </a:p>
          <a:p>
            <a:pPr algn="just">
              <a:lnSpc>
                <a:spcPts val="1650"/>
              </a:lnSpc>
              <a:spcBef>
                <a:spcPts val="750"/>
              </a:spcBef>
              <a:spcAft>
                <a:spcPts val="600"/>
              </a:spcAft>
              <a:buFont typeface="Arial" panose="020B0604020202020204" pitchFamily="34" charset="0"/>
              <a:buChar char="•"/>
            </a:pPr>
            <a:r>
              <a:rPr lang="es-MX" sz="1800" b="1" i="0" dirty="0">
                <a:solidFill>
                  <a:srgbClr val="001D35"/>
                </a:solidFill>
                <a:effectLst/>
                <a:latin typeface="+mn-lt"/>
              </a:rPr>
              <a:t>Disminuir la capacidad operativa de los grupos terroristas:</a:t>
            </a:r>
            <a:endParaRPr lang="es-MX" sz="1800" b="0" i="0" dirty="0">
              <a:solidFill>
                <a:srgbClr val="001D35"/>
              </a:solidFill>
              <a:effectLst/>
              <a:latin typeface="+mn-lt"/>
            </a:endParaRPr>
          </a:p>
          <a:p>
            <a:pPr algn="just">
              <a:lnSpc>
                <a:spcPts val="1650"/>
              </a:lnSpc>
              <a:spcBef>
                <a:spcPts val="750"/>
              </a:spcBef>
              <a:spcAft>
                <a:spcPts val="600"/>
              </a:spcAft>
            </a:pPr>
            <a:r>
              <a:rPr lang="es-MX" sz="1800" b="0" i="0" dirty="0">
                <a:solidFill>
                  <a:srgbClr val="545D7E"/>
                </a:solidFill>
                <a:effectLst/>
                <a:latin typeface="+mn-lt"/>
              </a:rPr>
              <a:t>Al cortarles el acceso a recursos financieros, se limita su capacidad para planificar y llevar a cabo ataques.</a:t>
            </a:r>
          </a:p>
          <a:p>
            <a:pPr algn="just">
              <a:lnSpc>
                <a:spcPts val="1650"/>
              </a:lnSpc>
              <a:spcBef>
                <a:spcPts val="750"/>
              </a:spcBef>
              <a:spcAft>
                <a:spcPts val="600"/>
              </a:spcAft>
              <a:buFont typeface="Arial" panose="020B0604020202020204" pitchFamily="34" charset="0"/>
              <a:buChar char="•"/>
            </a:pPr>
            <a:r>
              <a:rPr lang="es-MX" sz="1800" b="1" i="0" dirty="0">
                <a:solidFill>
                  <a:srgbClr val="001D35"/>
                </a:solidFill>
                <a:effectLst/>
                <a:latin typeface="+mn-lt"/>
              </a:rPr>
              <a:t>Proteger el sistema financiero:</a:t>
            </a:r>
            <a:endParaRPr lang="es-MX" sz="1800" b="0" i="0" dirty="0">
              <a:solidFill>
                <a:srgbClr val="001D35"/>
              </a:solidFill>
              <a:effectLst/>
              <a:latin typeface="+mn-lt"/>
            </a:endParaRPr>
          </a:p>
          <a:p>
            <a:pPr algn="just">
              <a:lnSpc>
                <a:spcPts val="1650"/>
              </a:lnSpc>
              <a:spcBef>
                <a:spcPts val="750"/>
              </a:spcBef>
              <a:spcAft>
                <a:spcPts val="600"/>
              </a:spcAft>
            </a:pPr>
            <a:r>
              <a:rPr lang="es-MX" sz="1800" b="0" i="0" dirty="0">
                <a:solidFill>
                  <a:srgbClr val="545D7E"/>
                </a:solidFill>
                <a:effectLst/>
                <a:latin typeface="+mn-lt"/>
              </a:rPr>
              <a:t>El uso del sistema financiero para financiar el terrorismo puede socavar su estabilidad y generar desconfianza.</a:t>
            </a:r>
          </a:p>
          <a:p>
            <a:pPr algn="just">
              <a:lnSpc>
                <a:spcPts val="1650"/>
              </a:lnSpc>
              <a:spcBef>
                <a:spcPts val="750"/>
              </a:spcBef>
              <a:spcAft>
                <a:spcPts val="600"/>
              </a:spcAft>
              <a:buFont typeface="Arial" panose="020B0604020202020204" pitchFamily="34" charset="0"/>
              <a:buChar char="•"/>
            </a:pPr>
            <a:r>
              <a:rPr lang="es-MX" sz="1800" b="1" i="0" dirty="0">
                <a:solidFill>
                  <a:srgbClr val="001D35"/>
                </a:solidFill>
                <a:effectLst/>
                <a:latin typeface="+mn-lt"/>
              </a:rPr>
              <a:t>Prevenir la proliferación del terrorismo:</a:t>
            </a:r>
            <a:endParaRPr lang="es-MX" sz="1800" b="0" i="0" dirty="0">
              <a:solidFill>
                <a:srgbClr val="001D35"/>
              </a:solidFill>
              <a:effectLst/>
              <a:latin typeface="+mn-lt"/>
            </a:endParaRPr>
          </a:p>
          <a:p>
            <a:pPr algn="just">
              <a:lnSpc>
                <a:spcPts val="1650"/>
              </a:lnSpc>
              <a:spcBef>
                <a:spcPts val="750"/>
              </a:spcBef>
              <a:spcAft>
                <a:spcPts val="600"/>
              </a:spcAft>
            </a:pPr>
            <a:r>
              <a:rPr lang="es-MX" sz="1800" b="0" i="0" dirty="0">
                <a:solidFill>
                  <a:srgbClr val="545D7E"/>
                </a:solidFill>
                <a:effectLst/>
                <a:latin typeface="+mn-lt"/>
              </a:rPr>
              <a:t>Al atacar las fuentes de financiamiento, se busca evitar que el terrorismo se extienda y se propague a nuevas áreas geográficas.</a:t>
            </a:r>
          </a:p>
          <a:p>
            <a:pPr algn="just">
              <a:lnSpc>
                <a:spcPts val="1650"/>
              </a:lnSpc>
              <a:spcBef>
                <a:spcPts val="750"/>
              </a:spcBef>
              <a:spcAft>
                <a:spcPts val="1500"/>
              </a:spcAft>
              <a:buFont typeface="Arial" panose="020B0604020202020204" pitchFamily="34" charset="0"/>
              <a:buChar char="•"/>
            </a:pPr>
            <a:r>
              <a:rPr lang="es-MX" sz="1800" b="1" i="0" dirty="0">
                <a:solidFill>
                  <a:srgbClr val="001D35"/>
                </a:solidFill>
                <a:effectLst/>
                <a:latin typeface="+mn-lt"/>
              </a:rPr>
              <a:t>Fortalecer la seguridad nacional:</a:t>
            </a:r>
            <a:endParaRPr lang="es-MX" sz="1800" b="0" i="0" dirty="0">
              <a:solidFill>
                <a:srgbClr val="001D35"/>
              </a:solidFill>
              <a:effectLst/>
              <a:latin typeface="+mn-lt"/>
            </a:endParaRPr>
          </a:p>
          <a:p>
            <a:pPr algn="just">
              <a:lnSpc>
                <a:spcPts val="1650"/>
              </a:lnSpc>
              <a:spcBef>
                <a:spcPts val="750"/>
              </a:spcBef>
              <a:spcAft>
                <a:spcPts val="1500"/>
              </a:spcAft>
            </a:pPr>
            <a:r>
              <a:rPr lang="es-MX" sz="1800" b="0" i="0" dirty="0">
                <a:solidFill>
                  <a:srgbClr val="545D7E"/>
                </a:solidFill>
                <a:effectLst/>
                <a:latin typeface="+mn-lt"/>
              </a:rPr>
              <a:t>Combatir el financiamiento al terrorismo es esencial para proteger la seguridad de los ciudadanos y prevenir actos de violencia. </a:t>
            </a:r>
          </a:p>
          <a:p>
            <a:endParaRPr lang="es-ES" dirty="0"/>
          </a:p>
        </p:txBody>
      </p:sp>
    </p:spTree>
    <p:extLst>
      <p:ext uri="{BB962C8B-B14F-4D97-AF65-F5344CB8AC3E}">
        <p14:creationId xmlns:p14="http://schemas.microsoft.com/office/powerpoint/2010/main" val="2387768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74A0F-8221-E535-6455-EC5F3E0EFFC8}"/>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2EF87E2F-C78B-E53C-37CA-BBD80AB580BE}"/>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9F035E9F-63EA-B810-51E8-DE99CE89212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22</a:t>
            </a:fld>
            <a:endParaRPr lang="en-US"/>
          </a:p>
        </p:txBody>
      </p:sp>
      <p:sp>
        <p:nvSpPr>
          <p:cNvPr id="10" name="Marcador de texto 9">
            <a:extLst>
              <a:ext uri="{FF2B5EF4-FFF2-40B4-BE49-F238E27FC236}">
                <a16:creationId xmlns:a16="http://schemas.microsoft.com/office/drawing/2014/main" id="{72FFC3E0-29F4-0FF3-1CD5-014F7772D720}"/>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004C152D-643D-5719-99A7-9403FAB47E42}"/>
              </a:ext>
            </a:extLst>
          </p:cNvPr>
          <p:cNvSpPr>
            <a:spLocks noGrp="1"/>
          </p:cNvSpPr>
          <p:nvPr>
            <p:ph type="title"/>
          </p:nvPr>
        </p:nvSpPr>
        <p:spPr>
          <a:xfrm>
            <a:off x="392385" y="1120072"/>
            <a:ext cx="11235350" cy="657916"/>
          </a:xfrm>
        </p:spPr>
        <p:txBody>
          <a:bodyPr>
            <a:normAutofit/>
          </a:bodyPr>
          <a:lstStyle/>
          <a:p>
            <a:r>
              <a:rPr lang="es-MX" dirty="0"/>
              <a:t>Diferencias entre Lavado de Dinero y Financiamiento al Terrorismo</a:t>
            </a:r>
            <a:endParaRPr lang="en-GB" dirty="0"/>
          </a:p>
        </p:txBody>
      </p:sp>
      <p:graphicFrame>
        <p:nvGraphicFramePr>
          <p:cNvPr id="3" name="Marcador de contenido 3">
            <a:extLst>
              <a:ext uri="{FF2B5EF4-FFF2-40B4-BE49-F238E27FC236}">
                <a16:creationId xmlns:a16="http://schemas.microsoft.com/office/drawing/2014/main" id="{94A8BB68-D379-FEC8-DE60-3558E5352F0B}"/>
              </a:ext>
            </a:extLst>
          </p:cNvPr>
          <p:cNvGraphicFramePr>
            <a:graphicFrameLocks/>
          </p:cNvGraphicFramePr>
          <p:nvPr>
            <p:extLst>
              <p:ext uri="{D42A27DB-BD31-4B8C-83A1-F6EECF244321}">
                <p14:modId xmlns:p14="http://schemas.microsoft.com/office/powerpoint/2010/main" val="635952003"/>
              </p:ext>
            </p:extLst>
          </p:nvPr>
        </p:nvGraphicFramePr>
        <p:xfrm>
          <a:off x="631345" y="1880150"/>
          <a:ext cx="10515600" cy="3571240"/>
        </p:xfrm>
        <a:graphic>
          <a:graphicData uri="http://schemas.openxmlformats.org/drawingml/2006/table">
            <a:tbl>
              <a:tblPr firstRow="1" bandRow="1"/>
              <a:tblGrid>
                <a:gridCol w="5257800">
                  <a:extLst>
                    <a:ext uri="{9D8B030D-6E8A-4147-A177-3AD203B41FA5}">
                      <a16:colId xmlns:a16="http://schemas.microsoft.com/office/drawing/2014/main" val="2846311835"/>
                    </a:ext>
                  </a:extLst>
                </a:gridCol>
                <a:gridCol w="5257800">
                  <a:extLst>
                    <a:ext uri="{9D8B030D-6E8A-4147-A177-3AD203B41FA5}">
                      <a16:colId xmlns:a16="http://schemas.microsoft.com/office/drawing/2014/main" val="1316261965"/>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2400" b="1" dirty="0">
                          <a:latin typeface="Santander Text Light" panose="020B0304020201020104" pitchFamily="34" charset="0"/>
                        </a:rPr>
                        <a:t>Lavado de dinero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alpha val="5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2400" b="1" dirty="0">
                          <a:latin typeface="Santander Text Light" panose="020B0304020201020104" pitchFamily="34" charset="0"/>
                        </a:rPr>
                        <a:t>Financiamiento al terrorismo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alpha val="50000"/>
                      </a:srgbClr>
                    </a:solidFill>
                  </a:tcPr>
                </a:tc>
                <a:extLst>
                  <a:ext uri="{0D108BD9-81ED-4DB2-BD59-A6C34878D82A}">
                    <a16:rowId xmlns:a16="http://schemas.microsoft.com/office/drawing/2014/main" val="3287871336"/>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Los fondos provienen de actividades ilegales. Tráfico de drogas, fraude, etc.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alpha val="7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Santander Text Light" panose="020B0304020201020104" pitchFamily="34" charset="0"/>
                        </a:rPr>
                        <a:t>El origen de los fondos utilizados en el</a:t>
                      </a:r>
                      <a:r>
                        <a:rPr lang="es-MX" sz="1800" baseline="0" dirty="0">
                          <a:latin typeface="Santander Text Light" panose="020B0304020201020104" pitchFamily="34" charset="0"/>
                        </a:rPr>
                        <a:t> </a:t>
                      </a:r>
                      <a:r>
                        <a:rPr lang="es-MX" sz="1800" dirty="0">
                          <a:latin typeface="Santander Text Light" panose="020B0304020201020104" pitchFamily="34" charset="0"/>
                        </a:rPr>
                        <a:t>financiamiento al Terrorismo es</a:t>
                      </a:r>
                      <a:r>
                        <a:rPr lang="es-MX" sz="1800" baseline="0" dirty="0">
                          <a:latin typeface="Santander Text Light" panose="020B0304020201020104" pitchFamily="34" charset="0"/>
                        </a:rPr>
                        <a:t> legal e ilegal.</a:t>
                      </a:r>
                      <a:endParaRPr lang="es-MX" sz="1800" dirty="0">
                        <a:latin typeface="Santander Text Light" panose="020B0304020201020104" pitchFamily="34" charset="0"/>
                      </a:endParaRPr>
                    </a:p>
                    <a:p>
                      <a:endParaRPr lang="es-MX" sz="18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alpha val="75000"/>
                      </a:srgbClr>
                    </a:solidFill>
                  </a:tcPr>
                </a:tc>
                <a:extLst>
                  <a:ext uri="{0D108BD9-81ED-4DB2-BD59-A6C34878D82A}">
                    <a16:rowId xmlns:a16="http://schemas.microsoft.com/office/drawing/2014/main" val="2256385195"/>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El propósito es ocultar el origen de los fondos.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El propósito es enviar recursos a quienes cometen o pretenden cometer actos terroristas.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1004074505"/>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El volumen de los recursos es mayor.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alpha val="7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El volumen de los recursos es a menor escala.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alpha val="75000"/>
                      </a:srgbClr>
                    </a:solidFill>
                  </a:tcPr>
                </a:tc>
                <a:extLst>
                  <a:ext uri="{0D108BD9-81ED-4DB2-BD59-A6C34878D82A}">
                    <a16:rowId xmlns:a16="http://schemas.microsoft.com/office/drawing/2014/main" val="2778960946"/>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Le da oportunidad de incrementar su riqueza.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800" dirty="0">
                          <a:latin typeface="Santander Text Light" panose="020B0304020201020104" pitchFamily="34" charset="0"/>
                        </a:rPr>
                        <a:t>El objetivo no es incrementar la riqueza sino conseguir recursos para financiar sus actividades, gastos de operación, alimentos o para actos terroristas como tal.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extLst>
                  <a:ext uri="{0D108BD9-81ED-4DB2-BD59-A6C34878D82A}">
                    <a16:rowId xmlns:a16="http://schemas.microsoft.com/office/drawing/2014/main" val="3703861378"/>
                  </a:ext>
                </a:extLst>
              </a:tr>
            </a:tbl>
          </a:graphicData>
        </a:graphic>
      </p:graphicFrame>
    </p:spTree>
    <p:extLst>
      <p:ext uri="{BB962C8B-B14F-4D97-AF65-F5344CB8AC3E}">
        <p14:creationId xmlns:p14="http://schemas.microsoft.com/office/powerpoint/2010/main" val="2941106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0D64-9145-E258-2B84-6F216646A83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5B64CFA-77CB-40C6-D781-B6471D69A09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C5B64CFA-77CB-40C6-D781-B6471D69A0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D8D59041-4290-1ABA-0325-7BC9385CEE96}"/>
              </a:ext>
            </a:extLst>
          </p:cNvPr>
          <p:cNvSpPr>
            <a:spLocks noGrp="1"/>
          </p:cNvSpPr>
          <p:nvPr>
            <p:ph type="sldNum" sz="quarter" idx="4"/>
          </p:nvPr>
        </p:nvSpPr>
        <p:spPr>
          <a:xfrm>
            <a:off x="180975" y="6455099"/>
            <a:ext cx="376239" cy="180177"/>
          </a:xfrm>
        </p:spPr>
        <p:txBody>
          <a:bodyPr/>
          <a:lstStyle/>
          <a:p>
            <a:pPr marL="107314">
              <a:spcBef>
                <a:spcPts val="204"/>
              </a:spcBef>
            </a:pPr>
            <a:fld id="{81D60167-4931-47E6-BA6A-407CBD079E47}" type="slidenum">
              <a:rPr lang="en-US" smtClean="0"/>
              <a:pPr marL="107314">
                <a:spcBef>
                  <a:spcPts val="204"/>
                </a:spcBef>
              </a:pPr>
              <a:t>23</a:t>
            </a:fld>
            <a:endParaRPr lang="en-US"/>
          </a:p>
        </p:txBody>
      </p:sp>
      <p:cxnSp>
        <p:nvCxnSpPr>
          <p:cNvPr id="7" name="Conector recto 6">
            <a:extLst>
              <a:ext uri="{FF2B5EF4-FFF2-40B4-BE49-F238E27FC236}">
                <a16:creationId xmlns:a16="http://schemas.microsoft.com/office/drawing/2014/main" id="{85BD0515-24AF-1018-183E-7B024CCDCA56}"/>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B3557A60-264A-3928-36ED-DFBBCB25B14E}"/>
              </a:ext>
            </a:extLst>
          </p:cNvPr>
          <p:cNvSpPr txBox="1"/>
          <p:nvPr/>
        </p:nvSpPr>
        <p:spPr>
          <a:xfrm>
            <a:off x="442913" y="3290888"/>
            <a:ext cx="10339056" cy="2207271"/>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lang="en-US" sz="7200" spc="-10" dirty="0" err="1">
                <a:solidFill>
                  <a:schemeClr val="bg1"/>
                </a:solidFill>
                <a:latin typeface="Santander Headline" panose="020B0504020201020104" pitchFamily="34" charset="0"/>
                <a:cs typeface="Santander Micro Text Light"/>
              </a:rPr>
              <a:t>Módulo</a:t>
            </a:r>
            <a:r>
              <a:rPr lang="en-US" sz="7200" spc="-10" dirty="0">
                <a:solidFill>
                  <a:schemeClr val="bg1"/>
                </a:solidFill>
                <a:latin typeface="Santander Headline" panose="020B0504020201020104" pitchFamily="34" charset="0"/>
                <a:cs typeface="Santander Micro Text Light"/>
              </a:rPr>
              <a:t> 5</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a:t>
            </a: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Penas aplicables a la comisión de los delitos de </a:t>
            </a:r>
            <a:r>
              <a:rPr lang="es-ES" sz="4000" spc="-10" dirty="0">
                <a:solidFill>
                  <a:schemeClr val="bg1"/>
                </a:solidFill>
                <a:latin typeface="Santander Headline" panose="020B0504020201020104" pitchFamily="34" charset="0"/>
                <a:cs typeface="Santander Micro Text Light"/>
              </a:rPr>
              <a:t>lavado de dinero y financiamiento al terrorismo</a:t>
            </a:r>
            <a:endPar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endParaRPr>
          </a:p>
        </p:txBody>
      </p:sp>
      <p:sp>
        <p:nvSpPr>
          <p:cNvPr id="4" name="object 9">
            <a:extLst>
              <a:ext uri="{FF2B5EF4-FFF2-40B4-BE49-F238E27FC236}">
                <a16:creationId xmlns:a16="http://schemas.microsoft.com/office/drawing/2014/main" id="{D1DF6048-0A30-D445-BEEE-E604D1316F96}"/>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23</a:t>
            </a:fld>
            <a:endParaRPr lang="en-US"/>
          </a:p>
        </p:txBody>
      </p:sp>
    </p:spTree>
    <p:extLst>
      <p:ext uri="{BB962C8B-B14F-4D97-AF65-F5344CB8AC3E}">
        <p14:creationId xmlns:p14="http://schemas.microsoft.com/office/powerpoint/2010/main" val="2144045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D978C-D95D-9CD6-FD37-BA623D28F37C}"/>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75E0DC67-D7F0-31E2-F9E5-6B7612127C7C}"/>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F1F65594-3F64-F7C2-810C-B7E7A2EAD93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24</a:t>
            </a:fld>
            <a:endParaRPr lang="en-US"/>
          </a:p>
        </p:txBody>
      </p:sp>
      <p:sp>
        <p:nvSpPr>
          <p:cNvPr id="10" name="Marcador de texto 9">
            <a:extLst>
              <a:ext uri="{FF2B5EF4-FFF2-40B4-BE49-F238E27FC236}">
                <a16:creationId xmlns:a16="http://schemas.microsoft.com/office/drawing/2014/main" id="{F05DF6DC-667E-E10A-256D-2499932F648A}"/>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7921B73B-B19A-6B1B-BD5E-AB6ECCD28545}"/>
              </a:ext>
            </a:extLst>
          </p:cNvPr>
          <p:cNvSpPr>
            <a:spLocks noGrp="1"/>
          </p:cNvSpPr>
          <p:nvPr>
            <p:ph type="body" sz="quarter" idx="50"/>
          </p:nvPr>
        </p:nvSpPr>
        <p:spPr>
          <a:xfrm>
            <a:off x="371721" y="1491513"/>
            <a:ext cx="10951654" cy="3896328"/>
          </a:xfrm>
        </p:spPr>
        <p:txBody>
          <a:bodyPr/>
          <a:lstStyle/>
          <a:p>
            <a:endParaRPr lang="es-ES" dirty="0"/>
          </a:p>
        </p:txBody>
      </p:sp>
      <p:sp>
        <p:nvSpPr>
          <p:cNvPr id="2" name="Title 1">
            <a:extLst>
              <a:ext uri="{FF2B5EF4-FFF2-40B4-BE49-F238E27FC236}">
                <a16:creationId xmlns:a16="http://schemas.microsoft.com/office/drawing/2014/main" id="{F2359BA3-07AF-093C-6966-67935EB82A83}"/>
              </a:ext>
            </a:extLst>
          </p:cNvPr>
          <p:cNvSpPr>
            <a:spLocks noGrp="1"/>
          </p:cNvSpPr>
          <p:nvPr>
            <p:ph type="title"/>
          </p:nvPr>
        </p:nvSpPr>
        <p:spPr>
          <a:xfrm>
            <a:off x="447566" y="1107120"/>
            <a:ext cx="11235350" cy="657916"/>
          </a:xfrm>
        </p:spPr>
        <p:txBody>
          <a:bodyPr>
            <a:normAutofit/>
          </a:bodyPr>
          <a:lstStyle/>
          <a:p>
            <a:r>
              <a:rPr lang="es-MX" dirty="0"/>
              <a:t>Penas aplicables al Lavado de Dinero y al Financiamiento al Terrorismo</a:t>
            </a:r>
            <a:endParaRPr lang="en-GB" dirty="0"/>
          </a:p>
        </p:txBody>
      </p:sp>
      <p:graphicFrame>
        <p:nvGraphicFramePr>
          <p:cNvPr id="3" name="Marcador de contenido 3">
            <a:extLst>
              <a:ext uri="{FF2B5EF4-FFF2-40B4-BE49-F238E27FC236}">
                <a16:creationId xmlns:a16="http://schemas.microsoft.com/office/drawing/2014/main" id="{1F2A089B-05A9-D12E-12A3-850A6042E9C2}"/>
              </a:ext>
            </a:extLst>
          </p:cNvPr>
          <p:cNvGraphicFramePr>
            <a:graphicFrameLocks/>
          </p:cNvGraphicFramePr>
          <p:nvPr>
            <p:extLst>
              <p:ext uri="{D42A27DB-BD31-4B8C-83A1-F6EECF244321}">
                <p14:modId xmlns:p14="http://schemas.microsoft.com/office/powerpoint/2010/main" val="4129345543"/>
              </p:ext>
            </p:extLst>
          </p:nvPr>
        </p:nvGraphicFramePr>
        <p:xfrm>
          <a:off x="947194" y="2086656"/>
          <a:ext cx="6149010" cy="1668351"/>
        </p:xfrm>
        <a:graphic>
          <a:graphicData uri="http://schemas.openxmlformats.org/drawingml/2006/table">
            <a:tbl>
              <a:tblPr firstRow="1" bandRow="1"/>
              <a:tblGrid>
                <a:gridCol w="2049670">
                  <a:extLst>
                    <a:ext uri="{9D8B030D-6E8A-4147-A177-3AD203B41FA5}">
                      <a16:colId xmlns:a16="http://schemas.microsoft.com/office/drawing/2014/main" val="20000"/>
                    </a:ext>
                  </a:extLst>
                </a:gridCol>
                <a:gridCol w="2049670">
                  <a:extLst>
                    <a:ext uri="{9D8B030D-6E8A-4147-A177-3AD203B41FA5}">
                      <a16:colId xmlns:a16="http://schemas.microsoft.com/office/drawing/2014/main" val="20001"/>
                    </a:ext>
                  </a:extLst>
                </a:gridCol>
                <a:gridCol w="2049670">
                  <a:extLst>
                    <a:ext uri="{9D8B030D-6E8A-4147-A177-3AD203B41FA5}">
                      <a16:colId xmlns:a16="http://schemas.microsoft.com/office/drawing/2014/main" val="20002"/>
                    </a:ext>
                  </a:extLst>
                </a:gridCol>
              </a:tblGrid>
              <a:tr h="670928">
                <a:tc gridSpan="3">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2000" dirty="0">
                          <a:latin typeface="Santander Text Light" panose="020B0304020201020104" pitchFamily="34" charset="0"/>
                        </a:rPr>
                        <a:t>Código Penal Federal</a:t>
                      </a:r>
                    </a:p>
                    <a:p>
                      <a:pPr algn="ctr"/>
                      <a:r>
                        <a:rPr lang="es-MX" sz="2000" dirty="0">
                          <a:latin typeface="Santander Text Light" panose="020B0304020201020104" pitchFamily="34" charset="0"/>
                        </a:rPr>
                        <a:t>Lavado de Dinero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AA798"/>
                    </a:solidFill>
                  </a:tcPr>
                </a:tc>
                <a:tc hMerge="1">
                  <a:txBody>
                    <a:bodyPr/>
                    <a:lstStyle/>
                    <a:p>
                      <a:endParaRPr lang="es-MX" sz="1800" dirty="0">
                        <a:latin typeface="Myriad Pro" panose="020B0503030403020204" pitchFamily="34" charset="0"/>
                      </a:endParaRPr>
                    </a:p>
                  </a:txBody>
                  <a:tcPr/>
                </a:tc>
                <a:tc hMerge="1">
                  <a:txBody>
                    <a:bodyPr/>
                    <a:lstStyle/>
                    <a:p>
                      <a:endParaRPr lang="es-MX" sz="1800" dirty="0">
                        <a:latin typeface="Myriad Pro" panose="020B0503030403020204" pitchFamily="34" charset="0"/>
                      </a:endParaRPr>
                    </a:p>
                  </a:txBody>
                  <a:tcPr/>
                </a:tc>
                <a:extLst>
                  <a:ext uri="{0D108BD9-81ED-4DB2-BD59-A6C34878D82A}">
                    <a16:rowId xmlns:a16="http://schemas.microsoft.com/office/drawing/2014/main" val="10000"/>
                  </a:ext>
                </a:extLst>
              </a:tr>
              <a:tr h="37095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MX" sz="1600" dirty="0">
                          <a:latin typeface="Santander Text Light" panose="020B0304020201020104" pitchFamily="34" charset="0"/>
                        </a:rPr>
                        <a:t>ARTÍCULO</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MX" sz="1600" dirty="0">
                          <a:latin typeface="Santander Text Light" panose="020B0304020201020104" pitchFamily="34" charset="0"/>
                        </a:rPr>
                        <a:t>MULTA</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sz="1600" dirty="0">
                          <a:latin typeface="Santander Text Light" panose="020B0304020201020104" pitchFamily="34" charset="0"/>
                        </a:rPr>
                        <a:t>PRISIÓN</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50000"/>
                      </a:srgbClr>
                    </a:solidFill>
                  </a:tcPr>
                </a:tc>
                <a:extLst>
                  <a:ext uri="{0D108BD9-81ED-4DB2-BD59-A6C34878D82A}">
                    <a16:rowId xmlns:a16="http://schemas.microsoft.com/office/drawing/2014/main" val="10001"/>
                  </a:ext>
                </a:extLst>
              </a:tr>
              <a:tr h="59636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400 Bis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1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De 1,000 a 5,000 días</a:t>
                      </a:r>
                      <a:r>
                        <a:rPr lang="es-MX" sz="1600" baseline="0" dirty="0">
                          <a:latin typeface="Santander Text Light" panose="020B0304020201020104" pitchFamily="34" charset="0"/>
                        </a:rPr>
                        <a:t> multa*</a:t>
                      </a:r>
                      <a:endParaRPr lang="es-MX" sz="16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1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De 5 a 15 años de prisión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AA798">
                        <a:alpha val="15000"/>
                      </a:srgbClr>
                    </a:solidFill>
                  </a:tcPr>
                </a:tc>
                <a:extLst>
                  <a:ext uri="{0D108BD9-81ED-4DB2-BD59-A6C34878D82A}">
                    <a16:rowId xmlns:a16="http://schemas.microsoft.com/office/drawing/2014/main" val="10002"/>
                  </a:ext>
                </a:extLst>
              </a:tr>
            </a:tbl>
          </a:graphicData>
        </a:graphic>
      </p:graphicFrame>
      <p:graphicFrame>
        <p:nvGraphicFramePr>
          <p:cNvPr id="4" name="Marcador de contenido 3">
            <a:extLst>
              <a:ext uri="{FF2B5EF4-FFF2-40B4-BE49-F238E27FC236}">
                <a16:creationId xmlns:a16="http://schemas.microsoft.com/office/drawing/2014/main" id="{E9D65E12-FA92-93EA-80F8-129044A498D9}"/>
              </a:ext>
            </a:extLst>
          </p:cNvPr>
          <p:cNvGraphicFramePr>
            <a:graphicFrameLocks/>
          </p:cNvGraphicFramePr>
          <p:nvPr>
            <p:extLst>
              <p:ext uri="{D42A27DB-BD31-4B8C-83A1-F6EECF244321}">
                <p14:modId xmlns:p14="http://schemas.microsoft.com/office/powerpoint/2010/main" val="3709717570"/>
              </p:ext>
            </p:extLst>
          </p:nvPr>
        </p:nvGraphicFramePr>
        <p:xfrm>
          <a:off x="5397874" y="4559610"/>
          <a:ext cx="5738190" cy="1676597"/>
        </p:xfrm>
        <a:graphic>
          <a:graphicData uri="http://schemas.openxmlformats.org/drawingml/2006/table">
            <a:tbl>
              <a:tblPr firstRow="1" bandRow="1"/>
              <a:tblGrid>
                <a:gridCol w="1912730">
                  <a:extLst>
                    <a:ext uri="{9D8B030D-6E8A-4147-A177-3AD203B41FA5}">
                      <a16:colId xmlns:a16="http://schemas.microsoft.com/office/drawing/2014/main" val="20000"/>
                    </a:ext>
                  </a:extLst>
                </a:gridCol>
                <a:gridCol w="1912730">
                  <a:extLst>
                    <a:ext uri="{9D8B030D-6E8A-4147-A177-3AD203B41FA5}">
                      <a16:colId xmlns:a16="http://schemas.microsoft.com/office/drawing/2014/main" val="20001"/>
                    </a:ext>
                  </a:extLst>
                </a:gridCol>
                <a:gridCol w="1912730">
                  <a:extLst>
                    <a:ext uri="{9D8B030D-6E8A-4147-A177-3AD203B41FA5}">
                      <a16:colId xmlns:a16="http://schemas.microsoft.com/office/drawing/2014/main" val="20002"/>
                    </a:ext>
                  </a:extLst>
                </a:gridCol>
              </a:tblGrid>
              <a:tr h="670928">
                <a:tc gridSpan="3">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2000" dirty="0">
                          <a:latin typeface="Santander Text Light" panose="020B0304020201020104" pitchFamily="34" charset="0"/>
                        </a:rPr>
                        <a:t>Código Penal Federal</a:t>
                      </a:r>
                    </a:p>
                    <a:p>
                      <a:pPr algn="ctr"/>
                      <a:r>
                        <a:rPr lang="es-MX" sz="2000" dirty="0">
                          <a:latin typeface="Santander Text Light" panose="020B0304020201020104" pitchFamily="34" charset="0"/>
                        </a:rPr>
                        <a:t>Financiamiento al terrorismo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81979B"/>
                    </a:solidFill>
                  </a:tcPr>
                </a:tc>
                <a:tc hMerge="1">
                  <a:txBody>
                    <a:bodyPr/>
                    <a:lstStyle/>
                    <a:p>
                      <a:endParaRPr lang="es-MX" sz="1800" dirty="0">
                        <a:latin typeface="Myriad Pro" panose="020B0503030403020204" pitchFamily="34" charset="0"/>
                      </a:endParaRPr>
                    </a:p>
                  </a:txBody>
                  <a:tcPr/>
                </a:tc>
                <a:tc hMerge="1">
                  <a:txBody>
                    <a:bodyPr/>
                    <a:lstStyle/>
                    <a:p>
                      <a:endParaRPr lang="es-MX" sz="1800" dirty="0">
                        <a:latin typeface="Myriad Pro" panose="020B0503030403020204" pitchFamily="34" charset="0"/>
                      </a:endParaRPr>
                    </a:p>
                  </a:txBody>
                  <a:tcPr/>
                </a:tc>
                <a:extLst>
                  <a:ext uri="{0D108BD9-81ED-4DB2-BD59-A6C34878D82A}">
                    <a16:rowId xmlns:a16="http://schemas.microsoft.com/office/drawing/2014/main" val="10000"/>
                  </a:ext>
                </a:extLst>
              </a:tr>
              <a:tr h="37919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MX" sz="1600" dirty="0">
                          <a:latin typeface="Santander Text Light" panose="020B0304020201020104" pitchFamily="34" charset="0"/>
                        </a:rPr>
                        <a:t>ARTÍCULO</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s-MX" sz="1600" dirty="0">
                          <a:latin typeface="Santander Text Light" panose="020B0304020201020104" pitchFamily="34" charset="0"/>
                        </a:rPr>
                        <a:t>MULTA</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sz="1600" dirty="0">
                          <a:latin typeface="Santander Text Light" panose="020B0304020201020104" pitchFamily="34" charset="0"/>
                        </a:rPr>
                        <a:t>PRISIÓN</a:t>
                      </a:r>
                      <a:endParaRPr lang="es-MX" sz="1600" dirty="0">
                        <a:solidFill>
                          <a:schemeClr val="bg1"/>
                        </a:solidFill>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50000"/>
                      </a:srgbClr>
                    </a:solidFill>
                  </a:tcPr>
                </a:tc>
                <a:extLst>
                  <a:ext uri="{0D108BD9-81ED-4DB2-BD59-A6C34878D82A}">
                    <a16:rowId xmlns:a16="http://schemas.microsoft.com/office/drawing/2014/main" val="10001"/>
                  </a:ext>
                </a:extLst>
              </a:tr>
              <a:tr h="59636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139 Quáter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1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De 400 a 1,200 días multa*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1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600" dirty="0">
                          <a:latin typeface="Santander Text Light" panose="020B0304020201020104" pitchFamily="34" charset="0"/>
                        </a:rPr>
                        <a:t>De 15 a 40 años de prisión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81979B">
                        <a:alpha val="15000"/>
                      </a:srgb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8827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19E0-6024-72AE-9263-25402F2DA157}"/>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93A60A04-5DC9-DCE6-7BD9-BE69EB1B35B4}"/>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4B405042-EF0B-CE35-C7F2-C0BEA6D5F759}"/>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25</a:t>
            </a:fld>
            <a:endParaRPr lang="en-US"/>
          </a:p>
        </p:txBody>
      </p:sp>
      <p:sp>
        <p:nvSpPr>
          <p:cNvPr id="10" name="Marcador de texto 9">
            <a:extLst>
              <a:ext uri="{FF2B5EF4-FFF2-40B4-BE49-F238E27FC236}">
                <a16:creationId xmlns:a16="http://schemas.microsoft.com/office/drawing/2014/main" id="{4C3A8096-5E23-4FD6-E928-C1B2D19AA6AB}"/>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0240E056-7935-D061-9A58-065FD44CD1FD}"/>
              </a:ext>
            </a:extLst>
          </p:cNvPr>
          <p:cNvSpPr>
            <a:spLocks noGrp="1"/>
          </p:cNvSpPr>
          <p:nvPr>
            <p:ph type="title"/>
          </p:nvPr>
        </p:nvSpPr>
        <p:spPr>
          <a:xfrm>
            <a:off x="447566" y="995795"/>
            <a:ext cx="11235350" cy="657916"/>
          </a:xfrm>
        </p:spPr>
        <p:txBody>
          <a:bodyPr>
            <a:normAutofit/>
          </a:bodyPr>
          <a:lstStyle/>
          <a:p>
            <a:r>
              <a:rPr lang="es-MX" dirty="0"/>
              <a:t>Agravantes del Lavado de Dinero</a:t>
            </a:r>
            <a:endParaRPr lang="en-GB" dirty="0"/>
          </a:p>
        </p:txBody>
      </p:sp>
      <p:graphicFrame>
        <p:nvGraphicFramePr>
          <p:cNvPr id="3" name="Tabla 2">
            <a:extLst>
              <a:ext uri="{FF2B5EF4-FFF2-40B4-BE49-F238E27FC236}">
                <a16:creationId xmlns:a16="http://schemas.microsoft.com/office/drawing/2014/main" id="{E5B78F6D-B2CE-8E5D-811E-8C99D38DBDEE}"/>
              </a:ext>
            </a:extLst>
          </p:cNvPr>
          <p:cNvGraphicFramePr>
            <a:graphicFrameLocks noGrp="1"/>
          </p:cNvGraphicFramePr>
          <p:nvPr>
            <p:extLst>
              <p:ext uri="{D42A27DB-BD31-4B8C-83A1-F6EECF244321}">
                <p14:modId xmlns:p14="http://schemas.microsoft.com/office/powerpoint/2010/main" val="213378253"/>
              </p:ext>
            </p:extLst>
          </p:nvPr>
        </p:nvGraphicFramePr>
        <p:xfrm>
          <a:off x="1050091" y="1653711"/>
          <a:ext cx="10091815" cy="4643553"/>
        </p:xfrm>
        <a:graphic>
          <a:graphicData uri="http://schemas.openxmlformats.org/drawingml/2006/table">
            <a:tbl>
              <a:tblPr firstRow="1" firstCol="1" lastRow="1" lastCol="1" bandRow="1" bandCol="1"/>
              <a:tblGrid>
                <a:gridCol w="1693109">
                  <a:extLst>
                    <a:ext uri="{9D8B030D-6E8A-4147-A177-3AD203B41FA5}">
                      <a16:colId xmlns:a16="http://schemas.microsoft.com/office/drawing/2014/main" val="519213696"/>
                    </a:ext>
                  </a:extLst>
                </a:gridCol>
                <a:gridCol w="4612799">
                  <a:extLst>
                    <a:ext uri="{9D8B030D-6E8A-4147-A177-3AD203B41FA5}">
                      <a16:colId xmlns:a16="http://schemas.microsoft.com/office/drawing/2014/main" val="531103829"/>
                    </a:ext>
                  </a:extLst>
                </a:gridCol>
                <a:gridCol w="2084767">
                  <a:extLst>
                    <a:ext uri="{9D8B030D-6E8A-4147-A177-3AD203B41FA5}">
                      <a16:colId xmlns:a16="http://schemas.microsoft.com/office/drawing/2014/main" val="59858032"/>
                    </a:ext>
                  </a:extLst>
                </a:gridCol>
                <a:gridCol w="1701140">
                  <a:extLst>
                    <a:ext uri="{9D8B030D-6E8A-4147-A177-3AD203B41FA5}">
                      <a16:colId xmlns:a16="http://schemas.microsoft.com/office/drawing/2014/main" val="2791245780"/>
                    </a:ext>
                  </a:extLst>
                </a:gridCol>
              </a:tblGrid>
              <a:tr h="59689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nSpc>
                          <a:spcPts val="1000"/>
                        </a:lnSpc>
                        <a:spcBef>
                          <a:spcPts val="70"/>
                        </a:spcBef>
                        <a:spcAft>
                          <a:spcPts val="0"/>
                        </a:spcAft>
                      </a:pPr>
                      <a:r>
                        <a:rPr lang="en-US" sz="1000" dirty="0">
                          <a:effectLst/>
                        </a:rPr>
                        <a:t> </a:t>
                      </a:r>
                      <a:endParaRPr lang="es-MX" sz="1100" dirty="0">
                        <a:effectLst/>
                      </a:endParaRPr>
                    </a:p>
                    <a:p>
                      <a:pPr marL="204470">
                        <a:spcAft>
                          <a:spcPts val="0"/>
                        </a:spcAft>
                      </a:pPr>
                      <a:r>
                        <a:rPr lang="en-US" sz="2000" dirty="0" err="1">
                          <a:effectLst/>
                        </a:rPr>
                        <a:t>A</a:t>
                      </a:r>
                      <a:r>
                        <a:rPr lang="en-US" sz="2000" spc="-10" dirty="0" err="1">
                          <a:effectLst/>
                        </a:rPr>
                        <a:t>r</a:t>
                      </a:r>
                      <a:r>
                        <a:rPr lang="en-US" sz="2000" dirty="0" err="1">
                          <a:effectLst/>
                        </a:rPr>
                        <a:t>tículo</a:t>
                      </a:r>
                      <a:r>
                        <a:rPr lang="en-US" sz="2000" spc="-30" dirty="0">
                          <a:effectLst/>
                        </a:rPr>
                        <a:t> </a:t>
                      </a:r>
                      <a:r>
                        <a:rPr lang="en-US" sz="2000" dirty="0">
                          <a:effectLst/>
                        </a:rPr>
                        <a:t>CPF</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lumMod val="75000"/>
                        <a:lumOff val="25000"/>
                        <a:alpha val="5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nSpc>
                          <a:spcPts val="800"/>
                        </a:lnSpc>
                        <a:spcBef>
                          <a:spcPts val="25"/>
                        </a:spcBef>
                        <a:spcAft>
                          <a:spcPts val="0"/>
                        </a:spcAft>
                      </a:pPr>
                      <a:r>
                        <a:rPr lang="en-US" sz="800" dirty="0">
                          <a:effectLst/>
                        </a:rPr>
                        <a:t> </a:t>
                      </a:r>
                      <a:endParaRPr lang="es-MX" sz="1100" dirty="0">
                        <a:effectLst/>
                      </a:endParaRPr>
                    </a:p>
                    <a:p>
                      <a:pPr marR="48260" algn="ctr">
                        <a:spcAft>
                          <a:spcPts val="0"/>
                        </a:spcAft>
                      </a:pPr>
                      <a:r>
                        <a:rPr lang="en-US" sz="2300" dirty="0" err="1">
                          <a:effectLst/>
                        </a:rPr>
                        <a:t>Descri</a:t>
                      </a:r>
                      <a:r>
                        <a:rPr lang="en-US" sz="2300" spc="-10" dirty="0" err="1">
                          <a:effectLst/>
                        </a:rPr>
                        <a:t>p</a:t>
                      </a:r>
                      <a:r>
                        <a:rPr lang="en-US" sz="2300" dirty="0" err="1">
                          <a:effectLst/>
                        </a:rPr>
                        <a:t>ción</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lumMod val="75000"/>
                        <a:lumOff val="25000"/>
                        <a:alpha val="5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R="30480" algn="ctr">
                        <a:lnSpc>
                          <a:spcPts val="2315"/>
                        </a:lnSpc>
                        <a:spcAft>
                          <a:spcPts val="0"/>
                        </a:spcAft>
                      </a:pPr>
                      <a:r>
                        <a:rPr lang="en-US" sz="2000" spc="-35" dirty="0" err="1">
                          <a:effectLst/>
                        </a:rPr>
                        <a:t>P</a:t>
                      </a:r>
                      <a:r>
                        <a:rPr lang="en-US" sz="2000" dirty="0" err="1">
                          <a:effectLst/>
                        </a:rPr>
                        <a:t>enas</a:t>
                      </a:r>
                      <a:endParaRPr lang="es-MX" sz="1100" dirty="0">
                        <a:effectLst/>
                      </a:endParaRPr>
                    </a:p>
                    <a:p>
                      <a:pPr marR="31115" algn="ctr">
                        <a:lnSpc>
                          <a:spcPts val="2285"/>
                        </a:lnSpc>
                        <a:spcAft>
                          <a:spcPts val="0"/>
                        </a:spcAft>
                      </a:pPr>
                      <a:r>
                        <a:rPr lang="en-US" sz="2000" dirty="0">
                          <a:effectLst/>
                        </a:rPr>
                        <a:t>(</a:t>
                      </a:r>
                      <a:r>
                        <a:rPr lang="en-US" sz="2000" spc="-10" dirty="0" err="1">
                          <a:effectLst/>
                        </a:rPr>
                        <a:t>a</a:t>
                      </a:r>
                      <a:r>
                        <a:rPr lang="en-US" sz="2000" dirty="0" err="1">
                          <a:effectLst/>
                        </a:rPr>
                        <a:t>ños</a:t>
                      </a:r>
                      <a:r>
                        <a:rPr lang="en-US" sz="2000" spc="-5" dirty="0">
                          <a:effectLst/>
                        </a:rPr>
                        <a:t> </a:t>
                      </a:r>
                      <a:r>
                        <a:rPr lang="en-US" sz="2000" dirty="0">
                          <a:effectLst/>
                        </a:rPr>
                        <a:t>en</a:t>
                      </a:r>
                      <a:r>
                        <a:rPr lang="en-US" sz="2000" spc="-10" dirty="0">
                          <a:effectLst/>
                        </a:rPr>
                        <a:t> </a:t>
                      </a:r>
                      <a:r>
                        <a:rPr lang="en-US" sz="2000" dirty="0" err="1">
                          <a:effectLst/>
                        </a:rPr>
                        <a:t>prisión</a:t>
                      </a:r>
                      <a:r>
                        <a:rPr lang="en-US" sz="2000" dirty="0">
                          <a:effectLst/>
                        </a:rPr>
                        <a:t>)</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lumMod val="75000"/>
                        <a:lumOff val="25000"/>
                        <a:alpha val="5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43560">
                        <a:lnSpc>
                          <a:spcPts val="2315"/>
                        </a:lnSpc>
                        <a:spcAft>
                          <a:spcPts val="0"/>
                        </a:spcAft>
                      </a:pPr>
                      <a:r>
                        <a:rPr lang="en-US" sz="2000" dirty="0" err="1">
                          <a:effectLst/>
                        </a:rPr>
                        <a:t>Mul</a:t>
                      </a:r>
                      <a:r>
                        <a:rPr lang="en-US" sz="2000" spc="-20" dirty="0" err="1">
                          <a:effectLst/>
                        </a:rPr>
                        <a:t>t</a:t>
                      </a:r>
                      <a:r>
                        <a:rPr lang="en-US" sz="2000" dirty="0" err="1">
                          <a:effectLst/>
                        </a:rPr>
                        <a:t>a</a:t>
                      </a:r>
                      <a:endParaRPr lang="es-MX" sz="1100" dirty="0">
                        <a:effectLst/>
                      </a:endParaRPr>
                    </a:p>
                    <a:p>
                      <a:pPr marL="503555">
                        <a:lnSpc>
                          <a:spcPts val="2285"/>
                        </a:lnSpc>
                        <a:spcAft>
                          <a:spcPts val="0"/>
                        </a:spcAft>
                      </a:pPr>
                      <a:r>
                        <a:rPr lang="en-US" sz="2000" dirty="0">
                          <a:effectLst/>
                        </a:rPr>
                        <a:t>(</a:t>
                      </a:r>
                      <a:r>
                        <a:rPr lang="en-US" sz="2000" dirty="0" err="1">
                          <a:effectLst/>
                        </a:rPr>
                        <a:t>dí</a:t>
                      </a:r>
                      <a:r>
                        <a:rPr lang="en-US" sz="2000" spc="-5" dirty="0" err="1">
                          <a:effectLst/>
                        </a:rPr>
                        <a:t>a</a:t>
                      </a:r>
                      <a:r>
                        <a:rPr lang="en-US" sz="2000" dirty="0" err="1">
                          <a:effectLst/>
                        </a:rPr>
                        <a:t>s</a:t>
                      </a:r>
                      <a:r>
                        <a:rPr lang="en-US" sz="2000" dirty="0">
                          <a:effectLst/>
                        </a:rPr>
                        <a:t>)</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lumMod val="75000"/>
                        <a:lumOff val="25000"/>
                        <a:alpha val="50000"/>
                      </a:schemeClr>
                    </a:solidFill>
                  </a:tcPr>
                </a:tc>
                <a:extLst>
                  <a:ext uri="{0D108BD9-81ED-4DB2-BD59-A6C34878D82A}">
                    <a16:rowId xmlns:a16="http://schemas.microsoft.com/office/drawing/2014/main" val="269529820"/>
                  </a:ext>
                </a:extLst>
              </a:tr>
              <a:tr h="40248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48260" algn="ctr" defTabSz="914400" rtl="0" eaLnBrk="1" latinLnBrk="0" hangingPunct="1">
                        <a:spcBef>
                          <a:spcPts val="440"/>
                        </a:spcBef>
                        <a:spcAft>
                          <a:spcPts val="0"/>
                        </a:spcAft>
                      </a:pPr>
                      <a:r>
                        <a:rPr lang="en-US" sz="2300" b="1" kern="1200" dirty="0">
                          <a:solidFill>
                            <a:schemeClr val="lt1"/>
                          </a:solidFill>
                          <a:effectLst/>
                          <a:latin typeface="Calibri"/>
                          <a:ea typeface="+mn-ea"/>
                          <a:cs typeface="+mn-cs"/>
                        </a:rPr>
                        <a:t>400 Bis</a:t>
                      </a:r>
                      <a:endParaRPr lang="es-MX" sz="2300" b="1" kern="1200" dirty="0">
                        <a:solidFill>
                          <a:schemeClr val="lt1"/>
                        </a:solidFill>
                        <a:effectLst/>
                        <a:latin typeface="Calibri"/>
                        <a:ea typeface="+mn-ea"/>
                        <a:cs typeface="+mn-cs"/>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C9DA6">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1520190">
                        <a:spcBef>
                          <a:spcPts val="500"/>
                        </a:spcBef>
                        <a:spcAft>
                          <a:spcPts val="0"/>
                        </a:spcAft>
                      </a:pPr>
                      <a:r>
                        <a:rPr lang="en-US" sz="1400" dirty="0" err="1">
                          <a:solidFill>
                            <a:schemeClr val="bg2">
                              <a:lumMod val="50000"/>
                            </a:schemeClr>
                          </a:solidFill>
                          <a:effectLst/>
                          <a:latin typeface="Santander Text Light" panose="020B0304020201020104" pitchFamily="34" charset="0"/>
                        </a:rPr>
                        <a:t>L</a:t>
                      </a:r>
                      <a:r>
                        <a:rPr lang="en-US" sz="1400" spc="-45" dirty="0" err="1">
                          <a:solidFill>
                            <a:schemeClr val="bg2">
                              <a:lumMod val="50000"/>
                            </a:schemeClr>
                          </a:solidFill>
                          <a:effectLst/>
                          <a:latin typeface="Santander Text Light" panose="020B0304020201020104" pitchFamily="34" charset="0"/>
                        </a:rPr>
                        <a:t>a</a:t>
                      </a:r>
                      <a:r>
                        <a:rPr lang="en-US" sz="1400" spc="-35" dirty="0" err="1">
                          <a:solidFill>
                            <a:schemeClr val="bg2">
                              <a:lumMod val="50000"/>
                            </a:schemeClr>
                          </a:solidFill>
                          <a:effectLst/>
                          <a:latin typeface="Santander Text Light" panose="020B0304020201020104" pitchFamily="34" charset="0"/>
                        </a:rPr>
                        <a:t>v</a:t>
                      </a:r>
                      <a:r>
                        <a:rPr lang="en-US" sz="1400" dirty="0" err="1">
                          <a:solidFill>
                            <a:schemeClr val="bg2">
                              <a:lumMod val="50000"/>
                            </a:schemeClr>
                          </a:solidFill>
                          <a:effectLst/>
                          <a:latin typeface="Santander Text Light" panose="020B0304020201020104" pitchFamily="34" charset="0"/>
                        </a:rPr>
                        <a:t>ado</a:t>
                      </a:r>
                      <a:r>
                        <a:rPr lang="en-US" sz="1400" spc="-40" dirty="0">
                          <a:solidFill>
                            <a:schemeClr val="bg2">
                              <a:lumMod val="50000"/>
                            </a:schemeClr>
                          </a:solidFill>
                          <a:effectLst/>
                          <a:latin typeface="Santander Text Light" panose="020B0304020201020104" pitchFamily="34" charset="0"/>
                        </a:rPr>
                        <a:t> </a:t>
                      </a:r>
                      <a:r>
                        <a:rPr lang="en-US" sz="1400" dirty="0">
                          <a:solidFill>
                            <a:schemeClr val="bg2">
                              <a:lumMod val="50000"/>
                            </a:schemeClr>
                          </a:solidFill>
                          <a:effectLst/>
                          <a:latin typeface="Santander Text Light" panose="020B0304020201020104" pitchFamily="34" charset="0"/>
                        </a:rPr>
                        <a:t>de</a:t>
                      </a:r>
                      <a:r>
                        <a:rPr lang="en-US" sz="1400" spc="-55" dirty="0">
                          <a:solidFill>
                            <a:schemeClr val="bg2">
                              <a:lumMod val="50000"/>
                            </a:schemeClr>
                          </a:solidFill>
                          <a:effectLst/>
                          <a:latin typeface="Santander Text Light" panose="020B0304020201020104" pitchFamily="34" charset="0"/>
                        </a:rPr>
                        <a:t> </a:t>
                      </a:r>
                      <a:r>
                        <a:rPr lang="en-US" sz="1400" dirty="0">
                          <a:solidFill>
                            <a:schemeClr val="bg2">
                              <a:lumMod val="50000"/>
                            </a:schemeClr>
                          </a:solidFill>
                          <a:effectLst/>
                          <a:latin typeface="Santander Text Light" panose="020B0304020201020104" pitchFamily="34" charset="0"/>
                        </a:rPr>
                        <a:t>D</a:t>
                      </a:r>
                      <a:r>
                        <a:rPr lang="en-US" sz="1400" spc="-10" dirty="0">
                          <a:solidFill>
                            <a:schemeClr val="bg2">
                              <a:lumMod val="50000"/>
                            </a:schemeClr>
                          </a:solidFill>
                          <a:effectLst/>
                          <a:latin typeface="Santander Text Light" panose="020B0304020201020104" pitchFamily="34" charset="0"/>
                        </a:rPr>
                        <a:t>i</a:t>
                      </a:r>
                      <a:r>
                        <a:rPr lang="en-US" sz="1400" dirty="0">
                          <a:solidFill>
                            <a:schemeClr val="bg2">
                              <a:lumMod val="50000"/>
                            </a:schemeClr>
                          </a:solidFill>
                          <a:effectLst/>
                          <a:latin typeface="Santander Text Light" panose="020B0304020201020104" pitchFamily="34" charset="0"/>
                        </a:rPr>
                        <a:t>ne</a:t>
                      </a:r>
                      <a:r>
                        <a:rPr lang="en-US" sz="1400" spc="-40" dirty="0">
                          <a:solidFill>
                            <a:schemeClr val="bg2">
                              <a:lumMod val="50000"/>
                            </a:schemeClr>
                          </a:solidFill>
                          <a:effectLst/>
                          <a:latin typeface="Santander Text Light" panose="020B0304020201020104" pitchFamily="34" charset="0"/>
                        </a:rPr>
                        <a:t>r</a:t>
                      </a:r>
                      <a:r>
                        <a:rPr lang="en-US" sz="1400" dirty="0">
                          <a:solidFill>
                            <a:schemeClr val="bg2">
                              <a:lumMod val="50000"/>
                            </a:schemeClr>
                          </a:solidFill>
                          <a:effectLst/>
                          <a:latin typeface="Santander Text Light" panose="020B0304020201020104" pitchFamily="34" charset="0"/>
                        </a:rPr>
                        <a:t>o</a:t>
                      </a:r>
                      <a:endParaRPr lang="es-MX" sz="1400" dirty="0">
                        <a:solidFill>
                          <a:schemeClr val="bg2">
                            <a:lumMod val="50000"/>
                          </a:schemeClr>
                        </a:solidFill>
                        <a:effectLst/>
                        <a:latin typeface="Santander Text Light" panose="020B03040202010201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493395">
                        <a:spcBef>
                          <a:spcPts val="500"/>
                        </a:spcBef>
                        <a:spcAft>
                          <a:spcPts val="0"/>
                        </a:spcAft>
                      </a:pPr>
                      <a:r>
                        <a:rPr lang="en-US" sz="1900" b="1" kern="1200" dirty="0">
                          <a:solidFill>
                            <a:schemeClr val="lt1"/>
                          </a:solidFill>
                          <a:effectLst/>
                          <a:latin typeface="+mn-lt"/>
                          <a:ea typeface="+mn-ea"/>
                          <a:cs typeface="+mn-cs"/>
                        </a:rPr>
                        <a:t>5 – 15 </a:t>
                      </a:r>
                      <a:r>
                        <a:rPr lang="en-US" sz="1900" b="1" kern="1200" dirty="0" err="1">
                          <a:solidFill>
                            <a:schemeClr val="lt1"/>
                          </a:solidFill>
                          <a:effectLst/>
                          <a:latin typeface="+mn-lt"/>
                          <a:ea typeface="+mn-ea"/>
                          <a:cs typeface="+mn-cs"/>
                        </a:rPr>
                        <a:t>años</a:t>
                      </a:r>
                      <a:endParaRPr lang="es-MX" sz="1900" b="1" kern="1200" dirty="0">
                        <a:solidFill>
                          <a:schemeClr val="lt1"/>
                        </a:solidFill>
                        <a:effectLst/>
                        <a:latin typeface="+mn-lt"/>
                        <a:ea typeface="+mn-ea"/>
                        <a:cs typeface="+mn-cs"/>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alpha val="6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197485">
                        <a:spcBef>
                          <a:spcPts val="500"/>
                        </a:spcBef>
                        <a:spcAft>
                          <a:spcPts val="0"/>
                        </a:spcAft>
                      </a:pPr>
                      <a:r>
                        <a:rPr lang="en-US" sz="1900" dirty="0">
                          <a:effectLst/>
                        </a:rPr>
                        <a:t>1</a:t>
                      </a:r>
                      <a:r>
                        <a:rPr lang="en-US" sz="1900" spc="-10" dirty="0">
                          <a:effectLst/>
                        </a:rPr>
                        <a:t>,</a:t>
                      </a:r>
                      <a:r>
                        <a:rPr lang="en-US" sz="1900" dirty="0">
                          <a:effectLst/>
                        </a:rPr>
                        <a:t>000</a:t>
                      </a:r>
                      <a:r>
                        <a:rPr lang="en-US" sz="1900" spc="-40" dirty="0">
                          <a:effectLst/>
                        </a:rPr>
                        <a:t> </a:t>
                      </a:r>
                      <a:r>
                        <a:rPr lang="en-US" sz="1900" dirty="0">
                          <a:effectLst/>
                        </a:rPr>
                        <a:t>–</a:t>
                      </a:r>
                      <a:r>
                        <a:rPr lang="en-US" sz="1900" spc="-60" dirty="0">
                          <a:effectLst/>
                        </a:rPr>
                        <a:t> </a:t>
                      </a:r>
                      <a:r>
                        <a:rPr lang="en-US" sz="1900" dirty="0">
                          <a:effectLst/>
                        </a:rPr>
                        <a:t>5</a:t>
                      </a:r>
                      <a:r>
                        <a:rPr lang="en-US" sz="1900" spc="-10" dirty="0">
                          <a:effectLst/>
                        </a:rPr>
                        <a:t>,</a:t>
                      </a:r>
                      <a:r>
                        <a:rPr lang="en-US" sz="1900" dirty="0">
                          <a:effectLst/>
                        </a:rPr>
                        <a:t>000</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alpha val="60000"/>
                      </a:schemeClr>
                    </a:solidFill>
                  </a:tcPr>
                </a:tc>
                <a:extLst>
                  <a:ext uri="{0D108BD9-81ED-4DB2-BD59-A6C34878D82A}">
                    <a16:rowId xmlns:a16="http://schemas.microsoft.com/office/drawing/2014/main" val="1418057292"/>
                  </a:ext>
                </a:extLst>
              </a:tr>
              <a:tr h="115523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48260" algn="ctr" defTabSz="914400" rtl="0" eaLnBrk="1" latinLnBrk="0" hangingPunct="1">
                        <a:lnSpc>
                          <a:spcPts val="1000"/>
                        </a:lnSpc>
                        <a:spcAft>
                          <a:spcPts val="0"/>
                        </a:spcAft>
                      </a:pPr>
                      <a:r>
                        <a:rPr lang="en-US" sz="2300" b="1" kern="1200" dirty="0">
                          <a:solidFill>
                            <a:schemeClr val="lt1"/>
                          </a:solidFill>
                          <a:effectLst/>
                          <a:latin typeface="Calibri"/>
                          <a:ea typeface="+mn-ea"/>
                          <a:cs typeface="+mn-cs"/>
                        </a:rPr>
                        <a:t> </a:t>
                      </a:r>
                      <a:endParaRPr lang="es-MX" sz="2300" b="1" kern="1200" dirty="0">
                        <a:solidFill>
                          <a:schemeClr val="lt1"/>
                        </a:solidFill>
                        <a:effectLst/>
                        <a:latin typeface="Calibri"/>
                        <a:ea typeface="+mn-ea"/>
                        <a:cs typeface="+mn-cs"/>
                      </a:endParaRPr>
                    </a:p>
                    <a:p>
                      <a:pPr marL="0" marR="48260" algn="ctr" defTabSz="914400" rtl="0" eaLnBrk="1" latinLnBrk="0" hangingPunct="1">
                        <a:lnSpc>
                          <a:spcPts val="1000"/>
                        </a:lnSpc>
                        <a:spcAft>
                          <a:spcPts val="0"/>
                        </a:spcAft>
                      </a:pPr>
                      <a:r>
                        <a:rPr lang="en-US" sz="2300" b="1" kern="1200" dirty="0">
                          <a:solidFill>
                            <a:schemeClr val="lt1"/>
                          </a:solidFill>
                          <a:effectLst/>
                          <a:latin typeface="Calibri"/>
                          <a:ea typeface="+mn-ea"/>
                          <a:cs typeface="+mn-cs"/>
                        </a:rPr>
                        <a:t> </a:t>
                      </a:r>
                      <a:endParaRPr lang="es-MX" sz="2300" b="1" kern="1200" dirty="0">
                        <a:solidFill>
                          <a:schemeClr val="lt1"/>
                        </a:solidFill>
                        <a:effectLst/>
                        <a:latin typeface="Calibri"/>
                        <a:ea typeface="+mn-ea"/>
                        <a:cs typeface="+mn-cs"/>
                      </a:endParaRPr>
                    </a:p>
                    <a:p>
                      <a:pPr marL="0" marR="48260" algn="ctr" defTabSz="914400" rtl="0" eaLnBrk="1" latinLnBrk="0" hangingPunct="1">
                        <a:lnSpc>
                          <a:spcPts val="1400"/>
                        </a:lnSpc>
                        <a:spcBef>
                          <a:spcPts val="20"/>
                        </a:spcBef>
                        <a:spcAft>
                          <a:spcPts val="0"/>
                        </a:spcAft>
                      </a:pPr>
                      <a:r>
                        <a:rPr lang="en-US" sz="2300" b="1" kern="1200" dirty="0">
                          <a:solidFill>
                            <a:schemeClr val="lt1"/>
                          </a:solidFill>
                          <a:effectLst/>
                          <a:latin typeface="Calibri"/>
                          <a:ea typeface="+mn-ea"/>
                          <a:cs typeface="+mn-cs"/>
                        </a:rPr>
                        <a:t> </a:t>
                      </a:r>
                      <a:endParaRPr lang="es-MX" sz="2300" b="1" kern="1200" dirty="0">
                        <a:solidFill>
                          <a:schemeClr val="lt1"/>
                        </a:solidFill>
                        <a:effectLst/>
                        <a:latin typeface="Calibri"/>
                        <a:ea typeface="+mn-ea"/>
                        <a:cs typeface="+mn-cs"/>
                      </a:endParaRPr>
                    </a:p>
                    <a:p>
                      <a:pPr marL="0" marR="48260" algn="ctr" defTabSz="914400" rtl="0" eaLnBrk="1" latinLnBrk="0" hangingPunct="1">
                        <a:spcAft>
                          <a:spcPts val="0"/>
                        </a:spcAft>
                      </a:pPr>
                      <a:r>
                        <a:rPr lang="en-US" sz="2300" b="1" kern="1200" dirty="0">
                          <a:solidFill>
                            <a:schemeClr val="lt1"/>
                          </a:solidFill>
                          <a:effectLst/>
                          <a:latin typeface="Calibri"/>
                          <a:ea typeface="+mn-ea"/>
                          <a:cs typeface="+mn-cs"/>
                        </a:rPr>
                        <a:t>400 Bis 1</a:t>
                      </a:r>
                      <a:endParaRPr lang="es-MX" sz="2300" b="1" kern="1200" dirty="0">
                        <a:solidFill>
                          <a:schemeClr val="lt1"/>
                        </a:solidFill>
                        <a:effectLst/>
                        <a:latin typeface="Calibri"/>
                        <a:ea typeface="+mn-ea"/>
                        <a:cs typeface="+mn-cs"/>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C9DA6">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ts val="1100"/>
                        </a:lnSpc>
                        <a:spcBef>
                          <a:spcPts val="85"/>
                        </a:spcBef>
                        <a:spcAft>
                          <a:spcPts val="0"/>
                        </a:spcAft>
                      </a:pPr>
                      <a:r>
                        <a:rPr lang="es-MX" sz="1400" dirty="0">
                          <a:solidFill>
                            <a:schemeClr val="bg2">
                              <a:lumMod val="50000"/>
                            </a:schemeClr>
                          </a:solidFill>
                          <a:effectLst/>
                          <a:latin typeface="Santander Text Light" panose="020B0304020201020104" pitchFamily="34" charset="0"/>
                        </a:rPr>
                        <a:t> </a:t>
                      </a:r>
                    </a:p>
                    <a:p>
                      <a:pPr marL="81280" marR="90805" indent="-1905" algn="ctr">
                        <a:lnSpc>
                          <a:spcPts val="2280"/>
                        </a:lnSpc>
                        <a:spcAft>
                          <a:spcPts val="0"/>
                        </a:spcAft>
                      </a:pPr>
                      <a:r>
                        <a:rPr lang="es-MX" sz="1400" dirty="0">
                          <a:solidFill>
                            <a:schemeClr val="bg2">
                              <a:lumMod val="50000"/>
                            </a:schemeClr>
                          </a:solidFill>
                          <a:effectLst/>
                          <a:latin typeface="Santander Text Light" panose="020B0304020201020104" pitchFamily="34" charset="0"/>
                        </a:rPr>
                        <a:t>L</a:t>
                      </a:r>
                      <a:r>
                        <a:rPr lang="es-MX" sz="1400" spc="-45" dirty="0">
                          <a:solidFill>
                            <a:schemeClr val="bg2">
                              <a:lumMod val="50000"/>
                            </a:schemeClr>
                          </a:solidFill>
                          <a:effectLst/>
                          <a:latin typeface="Santander Text Light" panose="020B0304020201020104" pitchFamily="34" charset="0"/>
                        </a:rPr>
                        <a:t>a</a:t>
                      </a:r>
                      <a:r>
                        <a:rPr lang="es-MX" sz="1400" spc="-35" dirty="0">
                          <a:solidFill>
                            <a:schemeClr val="bg2">
                              <a:lumMod val="50000"/>
                            </a:schemeClr>
                          </a:solidFill>
                          <a:effectLst/>
                          <a:latin typeface="Santander Text Light" panose="020B0304020201020104" pitchFamily="34" charset="0"/>
                        </a:rPr>
                        <a:t>v</a:t>
                      </a:r>
                      <a:r>
                        <a:rPr lang="es-MX" sz="1400" dirty="0">
                          <a:solidFill>
                            <a:schemeClr val="bg2">
                              <a:lumMod val="50000"/>
                            </a:schemeClr>
                          </a:solidFill>
                          <a:effectLst/>
                          <a:latin typeface="Santander Text Light" panose="020B0304020201020104" pitchFamily="34" charset="0"/>
                        </a:rPr>
                        <a:t>ado</a:t>
                      </a:r>
                      <a:r>
                        <a:rPr lang="es-MX" sz="1400" spc="-5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de</a:t>
                      </a:r>
                      <a:r>
                        <a:rPr lang="es-MX" sz="1400" spc="-7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a:t>
                      </a:r>
                      <a:r>
                        <a:rPr lang="es-MX" sz="1400" spc="-10" dirty="0">
                          <a:solidFill>
                            <a:schemeClr val="bg2">
                              <a:lumMod val="50000"/>
                            </a:schemeClr>
                          </a:solidFill>
                          <a:effectLst/>
                          <a:latin typeface="Santander Text Light" panose="020B0304020201020104" pitchFamily="34" charset="0"/>
                        </a:rPr>
                        <a:t>i</a:t>
                      </a:r>
                      <a:r>
                        <a:rPr lang="es-MX" sz="1400" dirty="0">
                          <a:solidFill>
                            <a:schemeClr val="bg2">
                              <a:lumMod val="50000"/>
                            </a:schemeClr>
                          </a:solidFill>
                          <a:effectLst/>
                          <a:latin typeface="Santander Text Light" panose="020B0304020201020104" pitchFamily="34" charset="0"/>
                        </a:rPr>
                        <a:t>ne</a:t>
                      </a:r>
                      <a:r>
                        <a:rPr lang="es-MX" sz="1400" spc="-4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o</a:t>
                      </a:r>
                      <a:r>
                        <a:rPr lang="es-MX" sz="1400" spc="-5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(Consej</a:t>
                      </a:r>
                      <a:r>
                        <a:rPr lang="es-MX" sz="1400" spc="5" dirty="0">
                          <a:solidFill>
                            <a:schemeClr val="bg2">
                              <a:lumMod val="50000"/>
                            </a:schemeClr>
                          </a:solidFill>
                          <a:effectLst/>
                          <a:latin typeface="Santander Text Light" panose="020B0304020201020104" pitchFamily="34" charset="0"/>
                        </a:rPr>
                        <a:t>e</a:t>
                      </a:r>
                      <a:r>
                        <a:rPr lang="es-MX" sz="1400" spc="-45" dirty="0">
                          <a:solidFill>
                            <a:schemeClr val="bg2">
                              <a:lumMod val="50000"/>
                            </a:schemeClr>
                          </a:solidFill>
                          <a:effectLst/>
                          <a:latin typeface="Santander Text Light" panose="020B0304020201020104" pitchFamily="34" charset="0"/>
                        </a:rPr>
                        <a:t>r</a:t>
                      </a:r>
                      <a:r>
                        <a:rPr lang="es-MX" sz="1400" spc="-50" dirty="0">
                          <a:solidFill>
                            <a:schemeClr val="bg2">
                              <a:lumMod val="50000"/>
                            </a:schemeClr>
                          </a:solidFill>
                          <a:effectLst/>
                          <a:latin typeface="Santander Text Light" panose="020B0304020201020104" pitchFamily="34" charset="0"/>
                        </a:rPr>
                        <a:t>o</a:t>
                      </a:r>
                      <a:r>
                        <a:rPr lang="es-MX" sz="1400" dirty="0">
                          <a:solidFill>
                            <a:schemeClr val="bg2">
                              <a:lumMod val="50000"/>
                            </a:schemeClr>
                          </a:solidFill>
                          <a:effectLst/>
                          <a:latin typeface="Santander Text Light" panose="020B0304020201020104" pitchFamily="34" charset="0"/>
                        </a:rPr>
                        <a:t>,</a:t>
                      </a:r>
                      <a:r>
                        <a:rPr lang="es-MX" sz="1400" spc="-6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admin</a:t>
                      </a:r>
                      <a:r>
                        <a:rPr lang="es-MX" sz="1400" spc="-5" dirty="0">
                          <a:solidFill>
                            <a:schemeClr val="bg2">
                              <a:lumMod val="50000"/>
                            </a:schemeClr>
                          </a:solidFill>
                          <a:effectLst/>
                          <a:latin typeface="Santander Text Light" panose="020B0304020201020104" pitchFamily="34" charset="0"/>
                        </a:rPr>
                        <a:t>i</a:t>
                      </a:r>
                      <a:r>
                        <a:rPr lang="es-MX" sz="1400" spc="-30" dirty="0">
                          <a:solidFill>
                            <a:schemeClr val="bg2">
                              <a:lumMod val="50000"/>
                            </a:schemeClr>
                          </a:solidFill>
                          <a:effectLst/>
                          <a:latin typeface="Santander Text Light" panose="020B0304020201020104" pitchFamily="34" charset="0"/>
                        </a:rPr>
                        <a:t>s</a:t>
                      </a:r>
                      <a:r>
                        <a:rPr lang="es-MX" sz="1400" dirty="0">
                          <a:solidFill>
                            <a:schemeClr val="bg2">
                              <a:lumMod val="50000"/>
                            </a:schemeClr>
                          </a:solidFill>
                          <a:effectLst/>
                          <a:latin typeface="Santander Text Light" panose="020B0304020201020104" pitchFamily="34" charset="0"/>
                        </a:rPr>
                        <a:t>t</a:t>
                      </a:r>
                      <a:r>
                        <a:rPr lang="es-MX" sz="1400" spc="-45"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ad</a:t>
                      </a:r>
                      <a:r>
                        <a:rPr lang="es-MX" sz="1400" spc="-5" dirty="0">
                          <a:solidFill>
                            <a:schemeClr val="bg2">
                              <a:lumMod val="50000"/>
                            </a:schemeClr>
                          </a:solidFill>
                          <a:effectLst/>
                          <a:latin typeface="Santander Text Light" panose="020B0304020201020104" pitchFamily="34" charset="0"/>
                        </a:rPr>
                        <a:t>o</a:t>
                      </a:r>
                      <a:r>
                        <a:rPr lang="es-MX" sz="1400" spc="-175"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 funci</a:t>
                      </a:r>
                      <a:r>
                        <a:rPr lang="es-MX" sz="1400" spc="-10" dirty="0">
                          <a:solidFill>
                            <a:schemeClr val="bg2">
                              <a:lumMod val="50000"/>
                            </a:schemeClr>
                          </a:solidFill>
                          <a:effectLst/>
                          <a:latin typeface="Santander Text Light" panose="020B0304020201020104" pitchFamily="34" charset="0"/>
                        </a:rPr>
                        <a:t>o</a:t>
                      </a:r>
                      <a:r>
                        <a:rPr lang="es-MX" sz="1400" dirty="0">
                          <a:solidFill>
                            <a:schemeClr val="bg2">
                              <a:lumMod val="50000"/>
                            </a:schemeClr>
                          </a:solidFill>
                          <a:effectLst/>
                          <a:latin typeface="Santander Text Light" panose="020B0304020201020104" pitchFamily="34" charset="0"/>
                        </a:rPr>
                        <a:t>nari</a:t>
                      </a:r>
                      <a:r>
                        <a:rPr lang="es-MX" sz="1400" spc="-45" dirty="0">
                          <a:solidFill>
                            <a:schemeClr val="bg2">
                              <a:lumMod val="50000"/>
                            </a:schemeClr>
                          </a:solidFill>
                          <a:effectLst/>
                          <a:latin typeface="Santander Text Light" panose="020B0304020201020104" pitchFamily="34" charset="0"/>
                        </a:rPr>
                        <a:t>o</a:t>
                      </a:r>
                      <a:r>
                        <a:rPr lang="es-MX" sz="1400" dirty="0">
                          <a:solidFill>
                            <a:schemeClr val="bg2">
                              <a:lumMod val="50000"/>
                            </a:schemeClr>
                          </a:solidFill>
                          <a:effectLst/>
                          <a:latin typeface="Santander Text Light" panose="020B0304020201020104" pitchFamily="34" charset="0"/>
                        </a:rPr>
                        <a:t>,</a:t>
                      </a:r>
                      <a:r>
                        <a:rPr lang="es-MX" sz="1400" spc="-5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emplead</a:t>
                      </a:r>
                      <a:r>
                        <a:rPr lang="es-MX" sz="1400" spc="-40" dirty="0">
                          <a:solidFill>
                            <a:schemeClr val="bg2">
                              <a:lumMod val="50000"/>
                            </a:schemeClr>
                          </a:solidFill>
                          <a:effectLst/>
                          <a:latin typeface="Santander Text Light" panose="020B0304020201020104" pitchFamily="34" charset="0"/>
                        </a:rPr>
                        <a:t>o</a:t>
                      </a:r>
                      <a:r>
                        <a:rPr lang="es-MX" sz="1400" dirty="0">
                          <a:solidFill>
                            <a:schemeClr val="bg2">
                              <a:lumMod val="50000"/>
                            </a:schemeClr>
                          </a:solidFill>
                          <a:effectLst/>
                          <a:latin typeface="Santander Text Light" panose="020B0304020201020104" pitchFamily="34" charset="0"/>
                        </a:rPr>
                        <a:t>,</a:t>
                      </a:r>
                      <a:r>
                        <a:rPr lang="es-MX" sz="1400" spc="-6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apode</a:t>
                      </a:r>
                      <a:r>
                        <a:rPr lang="es-MX" sz="1400" spc="-4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ado</a:t>
                      </a:r>
                      <a:r>
                        <a:rPr lang="es-MX" sz="1400" spc="-6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o</a:t>
                      </a:r>
                      <a:r>
                        <a:rPr lang="es-MX" sz="1400" spc="-8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p</a:t>
                      </a:r>
                      <a:r>
                        <a:rPr lang="es-MX" sz="1400" spc="-3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e</a:t>
                      </a:r>
                      <a:r>
                        <a:rPr lang="es-MX" sz="1400" spc="-25" dirty="0">
                          <a:solidFill>
                            <a:schemeClr val="bg2">
                              <a:lumMod val="50000"/>
                            </a:schemeClr>
                          </a:solidFill>
                          <a:effectLst/>
                          <a:latin typeface="Santander Text Light" panose="020B0304020201020104" pitchFamily="34" charset="0"/>
                        </a:rPr>
                        <a:t>s</a:t>
                      </a:r>
                      <a:r>
                        <a:rPr lang="es-MX" sz="1400" spc="-30" dirty="0">
                          <a:solidFill>
                            <a:schemeClr val="bg2">
                              <a:lumMod val="50000"/>
                            </a:schemeClr>
                          </a:solidFill>
                          <a:effectLst/>
                          <a:latin typeface="Santander Text Light" panose="020B0304020201020104" pitchFamily="34" charset="0"/>
                        </a:rPr>
                        <a:t>t</a:t>
                      </a:r>
                      <a:r>
                        <a:rPr lang="es-MX" sz="1400" dirty="0">
                          <a:solidFill>
                            <a:schemeClr val="bg2">
                              <a:lumMod val="50000"/>
                            </a:schemeClr>
                          </a:solidFill>
                          <a:effectLst/>
                          <a:latin typeface="Santander Text Light" panose="020B0304020201020104" pitchFamily="34" charset="0"/>
                        </a:rPr>
                        <a:t>ador de</a:t>
                      </a:r>
                      <a:r>
                        <a:rPr lang="es-MX" sz="1400" spc="-4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se</a:t>
                      </a:r>
                      <a:r>
                        <a:rPr lang="es-MX" sz="1400" spc="5"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v</a:t>
                      </a:r>
                      <a:r>
                        <a:rPr lang="es-MX" sz="1400" spc="-10" dirty="0">
                          <a:solidFill>
                            <a:schemeClr val="bg2">
                              <a:lumMod val="50000"/>
                            </a:schemeClr>
                          </a:solidFill>
                          <a:effectLst/>
                          <a:latin typeface="Santander Text Light" panose="020B0304020201020104" pitchFamily="34" charset="0"/>
                        </a:rPr>
                        <a:t>i</a:t>
                      </a:r>
                      <a:r>
                        <a:rPr lang="es-MX" sz="1400" dirty="0">
                          <a:solidFill>
                            <a:schemeClr val="bg2">
                              <a:lumMod val="50000"/>
                            </a:schemeClr>
                          </a:solidFill>
                          <a:effectLst/>
                          <a:latin typeface="Santander Text Light" panose="020B0304020201020104" pitchFamily="34" charset="0"/>
                        </a:rPr>
                        <a:t>cios</a:t>
                      </a:r>
                      <a:r>
                        <a:rPr lang="es-MX" sz="1400" spc="-2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suj</a:t>
                      </a:r>
                      <a:r>
                        <a:rPr lang="es-MX" sz="1400" spc="-10" dirty="0">
                          <a:solidFill>
                            <a:schemeClr val="bg2">
                              <a:lumMod val="50000"/>
                            </a:schemeClr>
                          </a:solidFill>
                          <a:effectLst/>
                          <a:latin typeface="Santander Text Light" panose="020B0304020201020104" pitchFamily="34" charset="0"/>
                        </a:rPr>
                        <a:t>e</a:t>
                      </a:r>
                      <a:r>
                        <a:rPr lang="es-MX" sz="1400" spc="-30" dirty="0">
                          <a:solidFill>
                            <a:schemeClr val="bg2">
                              <a:lumMod val="50000"/>
                            </a:schemeClr>
                          </a:solidFill>
                          <a:effectLst/>
                          <a:latin typeface="Santander Text Light" panose="020B0304020201020104" pitchFamily="34" charset="0"/>
                        </a:rPr>
                        <a:t>t</a:t>
                      </a:r>
                      <a:r>
                        <a:rPr lang="es-MX" sz="1400" dirty="0">
                          <a:solidFill>
                            <a:schemeClr val="bg2">
                              <a:lumMod val="50000"/>
                            </a:schemeClr>
                          </a:solidFill>
                          <a:effectLst/>
                          <a:latin typeface="Santander Text Light" panose="020B0304020201020104" pitchFamily="34" charset="0"/>
                        </a:rPr>
                        <a:t>o</a:t>
                      </a:r>
                      <a:r>
                        <a:rPr lang="es-MX" sz="1400" spc="-4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al</a:t>
                      </a:r>
                      <a:r>
                        <a:rPr lang="es-MX" sz="1400" spc="-35" dirty="0">
                          <a:solidFill>
                            <a:schemeClr val="bg2">
                              <a:lumMod val="50000"/>
                            </a:schemeClr>
                          </a:solidFill>
                          <a:effectLst/>
                          <a:latin typeface="Santander Text Light" panose="020B0304020201020104" pitchFamily="34" charset="0"/>
                        </a:rPr>
                        <a:t> </a:t>
                      </a:r>
                      <a:r>
                        <a:rPr lang="es-MX" sz="1400" spc="-3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égi</a:t>
                      </a:r>
                      <a:r>
                        <a:rPr lang="es-MX" sz="1400" spc="-5" dirty="0">
                          <a:solidFill>
                            <a:schemeClr val="bg2">
                              <a:lumMod val="50000"/>
                            </a:schemeClr>
                          </a:solidFill>
                          <a:effectLst/>
                          <a:latin typeface="Santander Text Light" panose="020B0304020201020104" pitchFamily="34" charset="0"/>
                        </a:rPr>
                        <a:t>m</a:t>
                      </a:r>
                      <a:r>
                        <a:rPr lang="es-MX" sz="1400" dirty="0">
                          <a:solidFill>
                            <a:schemeClr val="bg2">
                              <a:lumMod val="50000"/>
                            </a:schemeClr>
                          </a:solidFill>
                          <a:effectLst/>
                          <a:latin typeface="Santander Text Light" panose="020B0304020201020104" pitchFamily="34" charset="0"/>
                        </a:rPr>
                        <a:t>en</a:t>
                      </a:r>
                      <a:r>
                        <a:rPr lang="es-MX" sz="1400" spc="-2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de</a:t>
                      </a:r>
                      <a:r>
                        <a:rPr lang="es-MX" sz="1400" spc="-3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PLD</a:t>
                      </a:r>
                      <a:r>
                        <a:rPr lang="es-MX" sz="1400" spc="-2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a:t>
                      </a:r>
                      <a:endParaRPr lang="es-MX" sz="1400" dirty="0">
                        <a:solidFill>
                          <a:schemeClr val="bg2">
                            <a:lumMod val="50000"/>
                          </a:schemeClr>
                        </a:solidFill>
                        <a:effectLst/>
                        <a:latin typeface="Santander Text Light" panose="020B03040202010201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40000"/>
                        <a:lumOff val="60000"/>
                      </a:schemeClr>
                    </a:solidFill>
                  </a:tcPr>
                </a:tc>
                <a:tc grid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nSpc>
                          <a:spcPts val="1100"/>
                        </a:lnSpc>
                        <a:spcBef>
                          <a:spcPts val="100"/>
                        </a:spcBef>
                        <a:spcAft>
                          <a:spcPts val="0"/>
                        </a:spcAft>
                      </a:pPr>
                      <a:r>
                        <a:rPr lang="es-MX" sz="1100" dirty="0">
                          <a:effectLst/>
                        </a:rPr>
                        <a:t> </a:t>
                      </a:r>
                    </a:p>
                    <a:p>
                      <a:pPr>
                        <a:lnSpc>
                          <a:spcPts val="1100"/>
                        </a:lnSpc>
                        <a:spcBef>
                          <a:spcPts val="100"/>
                        </a:spcBef>
                        <a:spcAft>
                          <a:spcPts val="0"/>
                        </a:spcAft>
                      </a:pPr>
                      <a:r>
                        <a:rPr lang="es-MX" sz="1800" dirty="0">
                          <a:effectLst/>
                        </a:rPr>
                        <a:t>Las</a:t>
                      </a:r>
                      <a:r>
                        <a:rPr lang="es-MX" sz="1800" baseline="0" dirty="0">
                          <a:effectLst/>
                        </a:rPr>
                        <a:t> penas a</a:t>
                      </a:r>
                      <a:r>
                        <a:rPr lang="es-MX" sz="1800" dirty="0">
                          <a:effectLst/>
                        </a:rPr>
                        <a:t>u</a:t>
                      </a:r>
                      <a:r>
                        <a:rPr lang="es-MX" sz="1800" spc="5" dirty="0">
                          <a:effectLst/>
                        </a:rPr>
                        <a:t>m</a:t>
                      </a:r>
                      <a:r>
                        <a:rPr lang="es-MX" sz="1800" dirty="0">
                          <a:effectLst/>
                        </a:rPr>
                        <a:t>e</a:t>
                      </a:r>
                      <a:r>
                        <a:rPr lang="es-MX" sz="1800" spc="-10" dirty="0">
                          <a:effectLst/>
                        </a:rPr>
                        <a:t>n</a:t>
                      </a:r>
                      <a:r>
                        <a:rPr lang="es-MX" sz="1800" spc="-30" dirty="0">
                          <a:effectLst/>
                        </a:rPr>
                        <a:t>t</a:t>
                      </a:r>
                      <a:r>
                        <a:rPr lang="es-MX" sz="1800" dirty="0">
                          <a:effectLst/>
                        </a:rPr>
                        <a:t>an</a:t>
                      </a:r>
                      <a:r>
                        <a:rPr lang="es-MX" sz="1800" spc="-35" dirty="0">
                          <a:effectLst/>
                        </a:rPr>
                        <a:t> </a:t>
                      </a:r>
                      <a:r>
                        <a:rPr lang="es-MX" sz="1800" dirty="0">
                          <a:effectLst/>
                        </a:rPr>
                        <a:t>de</a:t>
                      </a:r>
                      <a:r>
                        <a:rPr lang="es-MX" sz="1800" spc="-50" dirty="0">
                          <a:effectLst/>
                        </a:rPr>
                        <a:t> </a:t>
                      </a:r>
                      <a:r>
                        <a:rPr lang="es-MX" sz="1800" dirty="0">
                          <a:effectLst/>
                        </a:rPr>
                        <a:t>1/3</a:t>
                      </a:r>
                      <a:r>
                        <a:rPr lang="es-MX" sz="1800" spc="-45" dirty="0">
                          <a:effectLst/>
                        </a:rPr>
                        <a:t> </a:t>
                      </a:r>
                      <a:r>
                        <a:rPr lang="es-MX" sz="1800" spc="5" dirty="0">
                          <a:effectLst/>
                        </a:rPr>
                        <a:t>h</a:t>
                      </a:r>
                      <a:r>
                        <a:rPr lang="es-MX" sz="1800" dirty="0">
                          <a:effectLst/>
                        </a:rPr>
                        <a:t>a</a:t>
                      </a:r>
                      <a:r>
                        <a:rPr lang="es-MX" sz="1800" spc="-30" dirty="0">
                          <a:effectLst/>
                        </a:rPr>
                        <a:t>st</a:t>
                      </a:r>
                      <a:r>
                        <a:rPr lang="es-MX" sz="1800" dirty="0">
                          <a:effectLst/>
                        </a:rPr>
                        <a:t>a</a:t>
                      </a:r>
                      <a:r>
                        <a:rPr lang="es-MX" sz="1800" spc="-40" dirty="0">
                          <a:effectLst/>
                        </a:rPr>
                        <a:t> </a:t>
                      </a:r>
                      <a:r>
                        <a:rPr lang="es-MX" sz="1800" dirty="0">
                          <a:effectLst/>
                        </a:rPr>
                        <a:t>1/2.</a:t>
                      </a:r>
                    </a:p>
                    <a:p>
                      <a:pPr marR="11430" algn="ctr">
                        <a:lnSpc>
                          <a:spcPts val="2280"/>
                        </a:lnSpc>
                        <a:spcAft>
                          <a:spcPts val="0"/>
                        </a:spcAft>
                      </a:pPr>
                      <a:r>
                        <a:rPr lang="es-MX" sz="1800" dirty="0">
                          <a:effectLst/>
                        </a:rPr>
                        <a:t>Más</a:t>
                      </a:r>
                      <a:r>
                        <a:rPr lang="es-MX" sz="1800" spc="-60" dirty="0">
                          <a:effectLst/>
                        </a:rPr>
                        <a:t> </a:t>
                      </a:r>
                      <a:r>
                        <a:rPr lang="es-MX" sz="1800" dirty="0">
                          <a:effectLst/>
                        </a:rPr>
                        <a:t>una</a:t>
                      </a:r>
                      <a:r>
                        <a:rPr lang="es-MX" sz="1800" spc="-55" dirty="0">
                          <a:effectLst/>
                        </a:rPr>
                        <a:t> </a:t>
                      </a:r>
                      <a:r>
                        <a:rPr lang="es-MX" sz="1800" dirty="0">
                          <a:effectLst/>
                        </a:rPr>
                        <a:t>inhabi</a:t>
                      </a:r>
                      <a:r>
                        <a:rPr lang="es-MX" sz="1800" spc="-10" dirty="0">
                          <a:effectLst/>
                        </a:rPr>
                        <a:t>l</a:t>
                      </a:r>
                      <a:r>
                        <a:rPr lang="es-MX" sz="1800" dirty="0">
                          <a:effectLst/>
                        </a:rPr>
                        <a:t>i</a:t>
                      </a:r>
                      <a:r>
                        <a:rPr lang="es-MX" sz="1800" spc="-35" dirty="0">
                          <a:effectLst/>
                        </a:rPr>
                        <a:t>t</a:t>
                      </a:r>
                      <a:r>
                        <a:rPr lang="es-MX" sz="1800" dirty="0">
                          <a:effectLst/>
                        </a:rPr>
                        <a:t>aci</a:t>
                      </a:r>
                      <a:r>
                        <a:rPr lang="es-MX" sz="1800" spc="-10" dirty="0">
                          <a:effectLst/>
                        </a:rPr>
                        <a:t>ó</a:t>
                      </a:r>
                      <a:r>
                        <a:rPr lang="es-MX" sz="1800" dirty="0">
                          <a:effectLst/>
                        </a:rPr>
                        <a:t>n</a:t>
                      </a:r>
                      <a:r>
                        <a:rPr lang="es-MX" sz="1800" spc="-15" dirty="0">
                          <a:effectLst/>
                        </a:rPr>
                        <a:t> </a:t>
                      </a:r>
                      <a:r>
                        <a:rPr lang="es-MX" sz="1800" dirty="0">
                          <a:effectLst/>
                        </a:rPr>
                        <a:t>por</a:t>
                      </a:r>
                      <a:r>
                        <a:rPr lang="es-MX" sz="1800" spc="-55" dirty="0">
                          <a:effectLst/>
                        </a:rPr>
                        <a:t> </a:t>
                      </a:r>
                      <a:r>
                        <a:rPr lang="es-MX" sz="1800" dirty="0">
                          <a:effectLst/>
                        </a:rPr>
                        <a:t>un</a:t>
                      </a:r>
                      <a:r>
                        <a:rPr lang="es-MX" sz="1800" spc="-55" dirty="0">
                          <a:effectLst/>
                        </a:rPr>
                        <a:t> </a:t>
                      </a:r>
                      <a:r>
                        <a:rPr lang="es-MX" sz="1800" dirty="0">
                          <a:effectLst/>
                        </a:rPr>
                        <a:t>tiempo</a:t>
                      </a:r>
                    </a:p>
                    <a:p>
                      <a:pPr marL="502920">
                        <a:lnSpc>
                          <a:spcPts val="2280"/>
                        </a:lnSpc>
                        <a:spcAft>
                          <a:spcPts val="0"/>
                        </a:spcAft>
                      </a:pPr>
                      <a:r>
                        <a:rPr lang="es-MX" sz="1800" dirty="0">
                          <a:effectLst/>
                        </a:rPr>
                        <a:t>i</a:t>
                      </a:r>
                      <a:r>
                        <a:rPr lang="es-MX" sz="1800" spc="-10" dirty="0">
                          <a:effectLst/>
                        </a:rPr>
                        <a:t>g</a:t>
                      </a:r>
                      <a:r>
                        <a:rPr lang="es-MX" sz="1800" dirty="0">
                          <a:effectLst/>
                        </a:rPr>
                        <a:t>ual</a:t>
                      </a:r>
                      <a:r>
                        <a:rPr lang="es-MX" sz="1800" spc="-10" dirty="0">
                          <a:effectLst/>
                        </a:rPr>
                        <a:t> </a:t>
                      </a:r>
                      <a:r>
                        <a:rPr lang="es-MX" sz="1800" dirty="0">
                          <a:effectLst/>
                        </a:rPr>
                        <a:t>al</a:t>
                      </a:r>
                      <a:r>
                        <a:rPr lang="es-MX" sz="1800" spc="-35" dirty="0">
                          <a:effectLst/>
                        </a:rPr>
                        <a:t> </a:t>
                      </a:r>
                      <a:r>
                        <a:rPr lang="es-MX" sz="1800" dirty="0">
                          <a:effectLst/>
                        </a:rPr>
                        <a:t>de</a:t>
                      </a:r>
                      <a:r>
                        <a:rPr lang="es-MX" sz="1800" spc="-30" dirty="0">
                          <a:effectLst/>
                        </a:rPr>
                        <a:t> </a:t>
                      </a:r>
                      <a:r>
                        <a:rPr lang="es-MX" sz="1800" dirty="0">
                          <a:effectLst/>
                        </a:rPr>
                        <a:t>la</a:t>
                      </a:r>
                      <a:r>
                        <a:rPr lang="es-MX" sz="1800" spc="-35" dirty="0">
                          <a:effectLst/>
                        </a:rPr>
                        <a:t> </a:t>
                      </a:r>
                      <a:r>
                        <a:rPr lang="es-MX" sz="1800" dirty="0">
                          <a:effectLst/>
                        </a:rPr>
                        <a:t>pena</a:t>
                      </a:r>
                      <a:r>
                        <a:rPr lang="es-MX" sz="1800" spc="-20" dirty="0">
                          <a:effectLst/>
                        </a:rPr>
                        <a:t> </a:t>
                      </a:r>
                      <a:r>
                        <a:rPr lang="es-MX" sz="1800" dirty="0">
                          <a:effectLst/>
                        </a:rPr>
                        <a:t>en</a:t>
                      </a:r>
                      <a:r>
                        <a:rPr lang="es-MX" sz="1800" spc="-30" dirty="0">
                          <a:effectLst/>
                        </a:rPr>
                        <a:t> </a:t>
                      </a:r>
                      <a:r>
                        <a:rPr lang="es-MX" sz="1800" dirty="0">
                          <a:effectLst/>
                        </a:rPr>
                        <a:t>pris</a:t>
                      </a:r>
                      <a:r>
                        <a:rPr lang="es-MX" sz="1800" spc="-5" dirty="0">
                          <a:effectLst/>
                        </a:rPr>
                        <a:t>i</a:t>
                      </a:r>
                      <a:r>
                        <a:rPr lang="es-MX" sz="1800" dirty="0">
                          <a:effectLst/>
                        </a:rPr>
                        <a:t>ón.</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alpha val="60000"/>
                      </a:schemeClr>
                    </a:solidFill>
                  </a:tcPr>
                </a:tc>
                <a:tc hMerge="1">
                  <a:txBody>
                    <a:bodyPr/>
                    <a:lstStyle/>
                    <a:p>
                      <a:endParaRPr lang="es-MX"/>
                    </a:p>
                  </a:txBody>
                  <a:tcPr/>
                </a:tc>
                <a:extLst>
                  <a:ext uri="{0D108BD9-81ED-4DB2-BD59-A6C34878D82A}">
                    <a16:rowId xmlns:a16="http://schemas.microsoft.com/office/drawing/2014/main" val="3948799439"/>
                  </a:ext>
                </a:extLst>
              </a:tr>
              <a:tr h="113496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48260" algn="ctr" defTabSz="914400" rtl="0" eaLnBrk="1" latinLnBrk="0" hangingPunct="1">
                        <a:lnSpc>
                          <a:spcPts val="1000"/>
                        </a:lnSpc>
                        <a:spcAft>
                          <a:spcPts val="0"/>
                        </a:spcAft>
                      </a:pPr>
                      <a:r>
                        <a:rPr lang="es-MX" sz="2300" b="1" kern="1200" dirty="0">
                          <a:solidFill>
                            <a:schemeClr val="lt1"/>
                          </a:solidFill>
                          <a:effectLst/>
                          <a:latin typeface="Calibri"/>
                          <a:ea typeface="+mn-ea"/>
                          <a:cs typeface="+mn-cs"/>
                        </a:rPr>
                        <a:t> </a:t>
                      </a:r>
                    </a:p>
                    <a:p>
                      <a:pPr marL="0" marR="48260" algn="ctr" defTabSz="914400" rtl="0" eaLnBrk="1" latinLnBrk="0" hangingPunct="1">
                        <a:lnSpc>
                          <a:spcPts val="1000"/>
                        </a:lnSpc>
                        <a:spcAft>
                          <a:spcPts val="0"/>
                        </a:spcAft>
                      </a:pPr>
                      <a:r>
                        <a:rPr lang="es-MX" sz="2300" b="1" kern="1200" dirty="0">
                          <a:solidFill>
                            <a:schemeClr val="lt1"/>
                          </a:solidFill>
                          <a:effectLst/>
                          <a:latin typeface="Calibri"/>
                          <a:ea typeface="+mn-ea"/>
                          <a:cs typeface="+mn-cs"/>
                        </a:rPr>
                        <a:t> </a:t>
                      </a:r>
                    </a:p>
                    <a:p>
                      <a:pPr marL="0" marR="48260" algn="ctr" defTabSz="914400" rtl="0" eaLnBrk="1" latinLnBrk="0" hangingPunct="1">
                        <a:lnSpc>
                          <a:spcPts val="1300"/>
                        </a:lnSpc>
                        <a:spcBef>
                          <a:spcPts val="35"/>
                        </a:spcBef>
                        <a:spcAft>
                          <a:spcPts val="0"/>
                        </a:spcAft>
                      </a:pPr>
                      <a:r>
                        <a:rPr lang="es-MX" sz="2300" b="1" kern="1200" dirty="0">
                          <a:solidFill>
                            <a:schemeClr val="lt1"/>
                          </a:solidFill>
                          <a:effectLst/>
                          <a:latin typeface="Calibri"/>
                          <a:ea typeface="+mn-ea"/>
                          <a:cs typeface="+mn-cs"/>
                        </a:rPr>
                        <a:t> </a:t>
                      </a:r>
                    </a:p>
                    <a:p>
                      <a:pPr marL="0" marR="48260" algn="ctr" defTabSz="914400" rtl="0" eaLnBrk="1" latinLnBrk="0" hangingPunct="1">
                        <a:spcAft>
                          <a:spcPts val="0"/>
                        </a:spcAft>
                      </a:pPr>
                      <a:r>
                        <a:rPr lang="en-US" sz="2300" b="1" kern="1200" dirty="0">
                          <a:solidFill>
                            <a:schemeClr val="lt1"/>
                          </a:solidFill>
                          <a:effectLst/>
                          <a:latin typeface="Calibri"/>
                          <a:ea typeface="+mn-ea"/>
                          <a:cs typeface="+mn-cs"/>
                        </a:rPr>
                        <a:t>400 Bis 1</a:t>
                      </a:r>
                      <a:endParaRPr lang="es-MX" sz="2300" b="1" kern="1200" dirty="0">
                        <a:solidFill>
                          <a:schemeClr val="lt1"/>
                        </a:solidFill>
                        <a:effectLst/>
                        <a:latin typeface="Calibri"/>
                        <a:ea typeface="+mn-ea"/>
                        <a:cs typeface="+mn-cs"/>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C9DA6">
                        <a:alpha val="5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nSpc>
                          <a:spcPts val="1000"/>
                        </a:lnSpc>
                        <a:spcAft>
                          <a:spcPts val="0"/>
                        </a:spcAft>
                      </a:pPr>
                      <a:r>
                        <a:rPr lang="es-MX" sz="1400" dirty="0">
                          <a:solidFill>
                            <a:schemeClr val="bg2">
                              <a:lumMod val="50000"/>
                            </a:schemeClr>
                          </a:solidFill>
                          <a:effectLst/>
                          <a:latin typeface="Santander Text Light" panose="020B0304020201020104" pitchFamily="34" charset="0"/>
                        </a:rPr>
                        <a:t> </a:t>
                      </a:r>
                    </a:p>
                    <a:p>
                      <a:pPr>
                        <a:lnSpc>
                          <a:spcPts val="1200"/>
                        </a:lnSpc>
                        <a:spcBef>
                          <a:spcPts val="55"/>
                        </a:spcBef>
                        <a:spcAft>
                          <a:spcPts val="0"/>
                        </a:spcAft>
                      </a:pPr>
                      <a:r>
                        <a:rPr lang="es-MX" sz="1400" dirty="0">
                          <a:solidFill>
                            <a:schemeClr val="bg2">
                              <a:lumMod val="50000"/>
                            </a:schemeClr>
                          </a:solidFill>
                          <a:effectLst/>
                          <a:latin typeface="Santander Text Light" panose="020B0304020201020104" pitchFamily="34" charset="0"/>
                        </a:rPr>
                        <a:t> </a:t>
                      </a:r>
                    </a:p>
                    <a:p>
                      <a:pPr marR="12700" algn="ctr">
                        <a:spcAft>
                          <a:spcPts val="0"/>
                        </a:spcAft>
                      </a:pPr>
                      <a:r>
                        <a:rPr lang="es-MX" sz="1400" dirty="0">
                          <a:solidFill>
                            <a:schemeClr val="bg2">
                              <a:lumMod val="50000"/>
                            </a:schemeClr>
                          </a:solidFill>
                          <a:effectLst/>
                          <a:latin typeface="Santander Text Light" panose="020B0304020201020104" pitchFamily="34" charset="0"/>
                        </a:rPr>
                        <a:t>L</a:t>
                      </a:r>
                      <a:r>
                        <a:rPr lang="es-MX" sz="1400" spc="-45" dirty="0">
                          <a:solidFill>
                            <a:schemeClr val="bg2">
                              <a:lumMod val="50000"/>
                            </a:schemeClr>
                          </a:solidFill>
                          <a:effectLst/>
                          <a:latin typeface="Santander Text Light" panose="020B0304020201020104" pitchFamily="34" charset="0"/>
                        </a:rPr>
                        <a:t>a</a:t>
                      </a:r>
                      <a:r>
                        <a:rPr lang="es-MX" sz="1400" spc="-35" dirty="0">
                          <a:solidFill>
                            <a:schemeClr val="bg2">
                              <a:lumMod val="50000"/>
                            </a:schemeClr>
                          </a:solidFill>
                          <a:effectLst/>
                          <a:latin typeface="Santander Text Light" panose="020B0304020201020104" pitchFamily="34" charset="0"/>
                        </a:rPr>
                        <a:t>v</a:t>
                      </a:r>
                      <a:r>
                        <a:rPr lang="es-MX" sz="1400" dirty="0">
                          <a:solidFill>
                            <a:schemeClr val="bg2">
                              <a:lumMod val="50000"/>
                            </a:schemeClr>
                          </a:solidFill>
                          <a:effectLst/>
                          <a:latin typeface="Santander Text Light" panose="020B0304020201020104" pitchFamily="34" charset="0"/>
                        </a:rPr>
                        <a:t>ado</a:t>
                      </a:r>
                      <a:r>
                        <a:rPr lang="es-MX" sz="1400" spc="-3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de</a:t>
                      </a:r>
                      <a:r>
                        <a:rPr lang="es-MX" sz="1400" spc="-5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a:t>
                      </a:r>
                      <a:r>
                        <a:rPr lang="es-MX" sz="1400" spc="-10" dirty="0">
                          <a:solidFill>
                            <a:schemeClr val="bg2">
                              <a:lumMod val="50000"/>
                            </a:schemeClr>
                          </a:solidFill>
                          <a:effectLst/>
                          <a:latin typeface="Santander Text Light" panose="020B0304020201020104" pitchFamily="34" charset="0"/>
                        </a:rPr>
                        <a:t>i</a:t>
                      </a:r>
                      <a:r>
                        <a:rPr lang="es-MX" sz="1400" dirty="0">
                          <a:solidFill>
                            <a:schemeClr val="bg2">
                              <a:lumMod val="50000"/>
                            </a:schemeClr>
                          </a:solidFill>
                          <a:effectLst/>
                          <a:latin typeface="Santander Text Light" panose="020B0304020201020104" pitchFamily="34" charset="0"/>
                        </a:rPr>
                        <a:t>ne</a:t>
                      </a:r>
                      <a:r>
                        <a:rPr lang="es-MX" sz="1400" spc="-4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o</a:t>
                      </a:r>
                      <a:r>
                        <a:rPr lang="es-MX" sz="1400" spc="-3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(s</a:t>
                      </a:r>
                      <a:r>
                        <a:rPr lang="es-MX" sz="1400" spc="5" dirty="0">
                          <a:solidFill>
                            <a:schemeClr val="bg2">
                              <a:lumMod val="50000"/>
                            </a:schemeClr>
                          </a:solidFill>
                          <a:effectLst/>
                          <a:latin typeface="Santander Text Light" panose="020B0304020201020104" pitchFamily="34" charset="0"/>
                        </a:rPr>
                        <a:t>er</a:t>
                      </a:r>
                      <a:r>
                        <a:rPr lang="es-MX" sz="1400" dirty="0">
                          <a:solidFill>
                            <a:schemeClr val="bg2">
                              <a:lumMod val="50000"/>
                            </a:schemeClr>
                          </a:solidFill>
                          <a:effectLst/>
                          <a:latin typeface="Santander Text Light" panose="020B0304020201020104" pitchFamily="34" charset="0"/>
                        </a:rPr>
                        <a:t>v</a:t>
                      </a:r>
                      <a:r>
                        <a:rPr lang="es-MX" sz="1400" spc="-10" dirty="0">
                          <a:solidFill>
                            <a:schemeClr val="bg2">
                              <a:lumMod val="50000"/>
                            </a:schemeClr>
                          </a:solidFill>
                          <a:effectLst/>
                          <a:latin typeface="Santander Text Light" panose="020B0304020201020104" pitchFamily="34" charset="0"/>
                        </a:rPr>
                        <a:t>i</a:t>
                      </a:r>
                      <a:r>
                        <a:rPr lang="es-MX" sz="1400" dirty="0">
                          <a:solidFill>
                            <a:schemeClr val="bg2">
                              <a:lumMod val="50000"/>
                            </a:schemeClr>
                          </a:solidFill>
                          <a:effectLst/>
                          <a:latin typeface="Santander Text Light" panose="020B0304020201020104" pitchFamily="34" charset="0"/>
                        </a:rPr>
                        <a:t>do</a:t>
                      </a:r>
                      <a:r>
                        <a:rPr lang="es-MX" sz="1400" spc="-35"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es</a:t>
                      </a:r>
                      <a:r>
                        <a:rPr lang="es-MX" sz="1400" spc="-3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y</a:t>
                      </a:r>
                      <a:r>
                        <a:rPr lang="es-MX" sz="1400" spc="-45" dirty="0">
                          <a:solidFill>
                            <a:schemeClr val="bg2">
                              <a:lumMod val="50000"/>
                            </a:schemeClr>
                          </a:solidFill>
                          <a:effectLst/>
                          <a:latin typeface="Santander Text Light" panose="020B0304020201020104" pitchFamily="34" charset="0"/>
                        </a:rPr>
                        <a:t> </a:t>
                      </a:r>
                      <a:r>
                        <a:rPr lang="es-MX" sz="1400" spc="-25" dirty="0">
                          <a:solidFill>
                            <a:schemeClr val="bg2">
                              <a:lumMod val="50000"/>
                            </a:schemeClr>
                          </a:solidFill>
                          <a:effectLst/>
                          <a:latin typeface="Santander Text Light" panose="020B0304020201020104" pitchFamily="34" charset="0"/>
                        </a:rPr>
                        <a:t>e</a:t>
                      </a:r>
                      <a:r>
                        <a:rPr lang="es-MX" sz="1400" dirty="0">
                          <a:solidFill>
                            <a:schemeClr val="bg2">
                              <a:lumMod val="50000"/>
                            </a:schemeClr>
                          </a:solidFill>
                          <a:effectLst/>
                          <a:latin typeface="Santander Text Light" panose="020B0304020201020104" pitchFamily="34" charset="0"/>
                        </a:rPr>
                        <a:t>x</a:t>
                      </a:r>
                      <a:r>
                        <a:rPr lang="es-MX" sz="1400" spc="-5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se</a:t>
                      </a:r>
                      <a:r>
                        <a:rPr lang="es-MX" sz="1400" spc="10"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v</a:t>
                      </a:r>
                      <a:r>
                        <a:rPr lang="es-MX" sz="1400" spc="-10" dirty="0">
                          <a:solidFill>
                            <a:schemeClr val="bg2">
                              <a:lumMod val="50000"/>
                            </a:schemeClr>
                          </a:solidFill>
                          <a:effectLst/>
                          <a:latin typeface="Santander Text Light" panose="020B0304020201020104" pitchFamily="34" charset="0"/>
                        </a:rPr>
                        <a:t>i</a:t>
                      </a:r>
                      <a:r>
                        <a:rPr lang="es-MX" sz="1400" dirty="0">
                          <a:solidFill>
                            <a:schemeClr val="bg2">
                              <a:lumMod val="50000"/>
                            </a:schemeClr>
                          </a:solidFill>
                          <a:effectLst/>
                          <a:latin typeface="Santander Text Light" panose="020B0304020201020104" pitchFamily="34" charset="0"/>
                        </a:rPr>
                        <a:t>do</a:t>
                      </a:r>
                      <a:r>
                        <a:rPr lang="es-MX" sz="1400" spc="-35" dirty="0">
                          <a:solidFill>
                            <a:schemeClr val="bg2">
                              <a:lumMod val="50000"/>
                            </a:schemeClr>
                          </a:solidFill>
                          <a:effectLst/>
                          <a:latin typeface="Santander Text Light" panose="020B0304020201020104" pitchFamily="34" charset="0"/>
                        </a:rPr>
                        <a:t>r</a:t>
                      </a:r>
                      <a:r>
                        <a:rPr lang="es-MX" sz="1400" dirty="0">
                          <a:solidFill>
                            <a:schemeClr val="bg2">
                              <a:lumMod val="50000"/>
                            </a:schemeClr>
                          </a:solidFill>
                          <a:effectLst/>
                          <a:latin typeface="Santander Text Light" panose="020B0304020201020104" pitchFamily="34" charset="0"/>
                        </a:rPr>
                        <a:t>es</a:t>
                      </a:r>
                    </a:p>
                    <a:p>
                      <a:pPr marR="11430" algn="ctr">
                        <a:lnSpc>
                          <a:spcPts val="2280"/>
                        </a:lnSpc>
                        <a:spcAft>
                          <a:spcPts val="0"/>
                        </a:spcAft>
                      </a:pPr>
                      <a:r>
                        <a:rPr lang="es-MX" sz="1400" dirty="0">
                          <a:solidFill>
                            <a:schemeClr val="bg2">
                              <a:lumMod val="50000"/>
                            </a:schemeClr>
                          </a:solidFill>
                          <a:effectLst/>
                          <a:latin typeface="Santander Text Light" panose="020B0304020201020104" pitchFamily="34" charset="0"/>
                        </a:rPr>
                        <a:t>púb</a:t>
                      </a:r>
                      <a:r>
                        <a:rPr lang="es-MX" sz="1400" spc="-10" dirty="0">
                          <a:solidFill>
                            <a:schemeClr val="bg2">
                              <a:lumMod val="50000"/>
                            </a:schemeClr>
                          </a:solidFill>
                          <a:effectLst/>
                          <a:latin typeface="Santander Text Light" panose="020B0304020201020104" pitchFamily="34" charset="0"/>
                        </a:rPr>
                        <a:t>l</a:t>
                      </a:r>
                      <a:r>
                        <a:rPr lang="es-MX" sz="1400" dirty="0">
                          <a:solidFill>
                            <a:schemeClr val="bg2">
                              <a:lumMod val="50000"/>
                            </a:schemeClr>
                          </a:solidFill>
                          <a:effectLst/>
                          <a:latin typeface="Santander Text Light" panose="020B0304020201020104" pitchFamily="34" charset="0"/>
                        </a:rPr>
                        <a:t>i</a:t>
                      </a:r>
                      <a:r>
                        <a:rPr lang="es-MX" sz="1400" spc="-15" dirty="0">
                          <a:solidFill>
                            <a:schemeClr val="bg2">
                              <a:lumMod val="50000"/>
                            </a:schemeClr>
                          </a:solidFill>
                          <a:effectLst/>
                          <a:latin typeface="Santander Text Light" panose="020B0304020201020104" pitchFamily="34" charset="0"/>
                        </a:rPr>
                        <a:t>c</a:t>
                      </a:r>
                      <a:r>
                        <a:rPr lang="es-MX" sz="1400" dirty="0">
                          <a:solidFill>
                            <a:schemeClr val="bg2">
                              <a:lumMod val="50000"/>
                            </a:schemeClr>
                          </a:solidFill>
                          <a:effectLst/>
                          <a:latin typeface="Santander Text Light" panose="020B0304020201020104" pitchFamily="34" charset="0"/>
                        </a:rPr>
                        <a:t>os</a:t>
                      </a:r>
                      <a:r>
                        <a:rPr lang="es-MX" sz="1400" spc="-60"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en</a:t>
                      </a:r>
                      <a:r>
                        <a:rPr lang="es-MX" sz="1400" spc="-10" dirty="0">
                          <a:solidFill>
                            <a:schemeClr val="bg2">
                              <a:lumMod val="50000"/>
                            </a:schemeClr>
                          </a:solidFill>
                          <a:effectLst/>
                          <a:latin typeface="Santander Text Light" panose="020B0304020201020104" pitchFamily="34" charset="0"/>
                        </a:rPr>
                        <a:t>c</a:t>
                      </a:r>
                      <a:r>
                        <a:rPr lang="es-MX" sz="1400" dirty="0">
                          <a:solidFill>
                            <a:schemeClr val="bg2">
                              <a:lumMod val="50000"/>
                            </a:schemeClr>
                          </a:solidFill>
                          <a:effectLst/>
                          <a:latin typeface="Santander Text Light" panose="020B0304020201020104" pitchFamily="34" charset="0"/>
                        </a:rPr>
                        <a:t>a</a:t>
                      </a:r>
                      <a:r>
                        <a:rPr lang="es-MX" sz="1400" spc="-30" dirty="0">
                          <a:solidFill>
                            <a:schemeClr val="bg2">
                              <a:lumMod val="50000"/>
                            </a:schemeClr>
                          </a:solidFill>
                          <a:effectLst/>
                          <a:latin typeface="Santander Text Light" panose="020B0304020201020104" pitchFamily="34" charset="0"/>
                        </a:rPr>
                        <a:t>r</a:t>
                      </a:r>
                      <a:r>
                        <a:rPr lang="es-MX" sz="1400" spc="-50" dirty="0">
                          <a:solidFill>
                            <a:schemeClr val="bg2">
                              <a:lumMod val="50000"/>
                            </a:schemeClr>
                          </a:solidFill>
                          <a:effectLst/>
                          <a:latin typeface="Santander Text Light" panose="020B0304020201020104" pitchFamily="34" charset="0"/>
                        </a:rPr>
                        <a:t>g</a:t>
                      </a:r>
                      <a:r>
                        <a:rPr lang="es-MX" sz="1400" dirty="0">
                          <a:solidFill>
                            <a:schemeClr val="bg2">
                              <a:lumMod val="50000"/>
                            </a:schemeClr>
                          </a:solidFill>
                          <a:effectLst/>
                          <a:latin typeface="Santander Text Light" panose="020B0304020201020104" pitchFamily="34" charset="0"/>
                        </a:rPr>
                        <a:t>ados</a:t>
                      </a:r>
                      <a:r>
                        <a:rPr lang="es-MX" sz="1400" spc="-4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de</a:t>
                      </a:r>
                      <a:r>
                        <a:rPr lang="es-MX" sz="1400" spc="-5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p</a:t>
                      </a:r>
                      <a:r>
                        <a:rPr lang="es-MX" sz="1400" spc="-30" dirty="0">
                          <a:solidFill>
                            <a:schemeClr val="bg2">
                              <a:lumMod val="50000"/>
                            </a:schemeClr>
                          </a:solidFill>
                          <a:effectLst/>
                          <a:latin typeface="Santander Text Light" panose="020B0304020201020104" pitchFamily="34" charset="0"/>
                        </a:rPr>
                        <a:t>r</a:t>
                      </a:r>
                      <a:r>
                        <a:rPr lang="es-MX" sz="1400" spc="-10" dirty="0">
                          <a:solidFill>
                            <a:schemeClr val="bg2">
                              <a:lumMod val="50000"/>
                            </a:schemeClr>
                          </a:solidFill>
                          <a:effectLst/>
                          <a:latin typeface="Santander Text Light" panose="020B0304020201020104" pitchFamily="34" charset="0"/>
                        </a:rPr>
                        <a:t>e</a:t>
                      </a:r>
                      <a:r>
                        <a:rPr lang="es-MX" sz="1400" spc="-35" dirty="0">
                          <a:solidFill>
                            <a:schemeClr val="bg2">
                              <a:lumMod val="50000"/>
                            </a:schemeClr>
                          </a:solidFill>
                          <a:effectLst/>
                          <a:latin typeface="Santander Text Light" panose="020B0304020201020104" pitchFamily="34" charset="0"/>
                        </a:rPr>
                        <a:t>v</a:t>
                      </a:r>
                      <a:r>
                        <a:rPr lang="es-MX" sz="1400" dirty="0">
                          <a:solidFill>
                            <a:schemeClr val="bg2">
                              <a:lumMod val="50000"/>
                            </a:schemeClr>
                          </a:solidFill>
                          <a:effectLst/>
                          <a:latin typeface="Santander Text Light" panose="020B0304020201020104" pitchFamily="34" charset="0"/>
                        </a:rPr>
                        <a:t>enir</a:t>
                      </a:r>
                      <a:r>
                        <a:rPr lang="es-MX" sz="1400" spc="-25" dirty="0">
                          <a:solidFill>
                            <a:schemeClr val="bg2">
                              <a:lumMod val="50000"/>
                            </a:schemeClr>
                          </a:solidFill>
                          <a:effectLst/>
                          <a:latin typeface="Santander Text Light" panose="020B0304020201020104" pitchFamily="34" charset="0"/>
                        </a:rPr>
                        <a:t> </a:t>
                      </a:r>
                      <a:r>
                        <a:rPr lang="es-MX" sz="1400" dirty="0">
                          <a:solidFill>
                            <a:schemeClr val="bg2">
                              <a:lumMod val="50000"/>
                            </a:schemeClr>
                          </a:solidFill>
                          <a:effectLst/>
                          <a:latin typeface="Santander Text Light" panose="020B0304020201020104" pitchFamily="34" charset="0"/>
                        </a:rPr>
                        <a:t>L</a:t>
                      </a:r>
                      <a:r>
                        <a:rPr lang="es-MX" sz="1400" spc="-15" dirty="0">
                          <a:solidFill>
                            <a:schemeClr val="bg2">
                              <a:lumMod val="50000"/>
                            </a:schemeClr>
                          </a:solidFill>
                          <a:effectLst/>
                          <a:latin typeface="Santander Text Light" panose="020B0304020201020104" pitchFamily="34" charset="0"/>
                        </a:rPr>
                        <a:t>D</a:t>
                      </a:r>
                      <a:r>
                        <a:rPr lang="es-MX" sz="1400" dirty="0">
                          <a:solidFill>
                            <a:schemeClr val="bg2">
                              <a:lumMod val="50000"/>
                            </a:schemeClr>
                          </a:solidFill>
                          <a:effectLst/>
                          <a:latin typeface="Santander Text Light" panose="020B0304020201020104" pitchFamily="34" charset="0"/>
                        </a:rPr>
                        <a:t>)</a:t>
                      </a:r>
                      <a:endParaRPr lang="es-MX" sz="1400" dirty="0">
                        <a:solidFill>
                          <a:schemeClr val="bg2">
                            <a:lumMod val="50000"/>
                          </a:schemeClr>
                        </a:solidFill>
                        <a:effectLst/>
                        <a:latin typeface="Santander Text Light" panose="020B03040202010201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40000"/>
                        <a:lumOff val="60000"/>
                      </a:schemeClr>
                    </a:solidFill>
                  </a:tcPr>
                </a:tc>
                <a:tc grid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242570" marR="250190" algn="ctr">
                        <a:lnSpc>
                          <a:spcPts val="2295"/>
                        </a:lnSpc>
                        <a:spcAft>
                          <a:spcPts val="0"/>
                        </a:spcAft>
                      </a:pPr>
                      <a:r>
                        <a:rPr lang="es-MX" sz="1900" dirty="0">
                          <a:effectLst/>
                        </a:rPr>
                        <a:t>Las</a:t>
                      </a:r>
                      <a:r>
                        <a:rPr lang="es-MX" sz="1900" spc="-55" dirty="0">
                          <a:effectLst/>
                        </a:rPr>
                        <a:t> </a:t>
                      </a:r>
                      <a:r>
                        <a:rPr lang="es-MX" sz="1900" dirty="0">
                          <a:effectLst/>
                        </a:rPr>
                        <a:t>penas</a:t>
                      </a:r>
                      <a:r>
                        <a:rPr lang="es-MX" sz="1900" spc="-40" dirty="0">
                          <a:effectLst/>
                        </a:rPr>
                        <a:t> </a:t>
                      </a:r>
                      <a:r>
                        <a:rPr lang="es-MX" sz="1900" dirty="0">
                          <a:effectLst/>
                        </a:rPr>
                        <a:t>se</a:t>
                      </a:r>
                      <a:r>
                        <a:rPr lang="es-MX" sz="1900" spc="-55" dirty="0">
                          <a:effectLst/>
                        </a:rPr>
                        <a:t> </a:t>
                      </a:r>
                      <a:r>
                        <a:rPr lang="es-MX" sz="1900" dirty="0">
                          <a:effectLst/>
                        </a:rPr>
                        <a:t>d</a:t>
                      </a:r>
                      <a:r>
                        <a:rPr lang="es-MX" sz="1900" spc="5" dirty="0">
                          <a:effectLst/>
                        </a:rPr>
                        <a:t>u</a:t>
                      </a:r>
                      <a:r>
                        <a:rPr lang="es-MX" sz="1900" dirty="0">
                          <a:effectLst/>
                        </a:rPr>
                        <a:t>pli</a:t>
                      </a:r>
                      <a:r>
                        <a:rPr lang="es-MX" sz="1900" spc="-10" dirty="0">
                          <a:effectLst/>
                        </a:rPr>
                        <a:t>c</a:t>
                      </a:r>
                      <a:r>
                        <a:rPr lang="es-MX" sz="1900" dirty="0">
                          <a:effectLst/>
                        </a:rPr>
                        <a:t>a</a:t>
                      </a:r>
                      <a:r>
                        <a:rPr lang="es-MX" sz="1900" spc="10" dirty="0">
                          <a:effectLst/>
                        </a:rPr>
                        <a:t>n</a:t>
                      </a:r>
                      <a:r>
                        <a:rPr lang="es-MX" sz="1900" dirty="0">
                          <a:effectLst/>
                        </a:rPr>
                        <a:t>,</a:t>
                      </a:r>
                      <a:endParaRPr lang="es-MX" sz="1100" dirty="0">
                        <a:effectLst/>
                      </a:endParaRPr>
                    </a:p>
                    <a:p>
                      <a:pPr marL="242570" marR="253365" algn="ctr">
                        <a:lnSpc>
                          <a:spcPts val="2280"/>
                        </a:lnSpc>
                        <a:spcAft>
                          <a:spcPts val="0"/>
                        </a:spcAft>
                      </a:pPr>
                      <a:r>
                        <a:rPr lang="es-MX" sz="1900" dirty="0">
                          <a:effectLst/>
                        </a:rPr>
                        <a:t>Y</a:t>
                      </a:r>
                      <a:r>
                        <a:rPr lang="es-MX" sz="1900" spc="-60" dirty="0">
                          <a:effectLst/>
                        </a:rPr>
                        <a:t> </a:t>
                      </a:r>
                      <a:r>
                        <a:rPr lang="es-MX" sz="1900" dirty="0">
                          <a:effectLst/>
                        </a:rPr>
                        <a:t>una</a:t>
                      </a:r>
                      <a:r>
                        <a:rPr lang="es-MX" sz="1900" spc="-30" dirty="0">
                          <a:effectLst/>
                        </a:rPr>
                        <a:t> </a:t>
                      </a:r>
                      <a:r>
                        <a:rPr lang="es-MX" sz="1900" dirty="0">
                          <a:effectLst/>
                        </a:rPr>
                        <a:t>inhabi</a:t>
                      </a:r>
                      <a:r>
                        <a:rPr lang="es-MX" sz="1900" spc="-5" dirty="0">
                          <a:effectLst/>
                        </a:rPr>
                        <a:t>l</a:t>
                      </a:r>
                      <a:r>
                        <a:rPr lang="es-MX" sz="1900" dirty="0">
                          <a:effectLst/>
                        </a:rPr>
                        <a:t>i</a:t>
                      </a:r>
                      <a:r>
                        <a:rPr lang="es-MX" sz="1900" spc="-35" dirty="0">
                          <a:effectLst/>
                        </a:rPr>
                        <a:t>t</a:t>
                      </a:r>
                      <a:r>
                        <a:rPr lang="es-MX" sz="1900" dirty="0">
                          <a:effectLst/>
                        </a:rPr>
                        <a:t>aci</a:t>
                      </a:r>
                      <a:r>
                        <a:rPr lang="es-MX" sz="1900" spc="-10" dirty="0">
                          <a:effectLst/>
                        </a:rPr>
                        <a:t>ó</a:t>
                      </a:r>
                      <a:r>
                        <a:rPr lang="es-MX" sz="1900" dirty="0">
                          <a:effectLst/>
                        </a:rPr>
                        <a:t>n</a:t>
                      </a:r>
                      <a:r>
                        <a:rPr lang="es-MX" sz="1900" spc="-20" dirty="0">
                          <a:effectLst/>
                        </a:rPr>
                        <a:t> </a:t>
                      </a:r>
                      <a:r>
                        <a:rPr lang="es-MX" sz="1900" dirty="0">
                          <a:effectLst/>
                        </a:rPr>
                        <a:t>por</a:t>
                      </a:r>
                      <a:r>
                        <a:rPr lang="es-MX" sz="1900" spc="-50" dirty="0">
                          <a:effectLst/>
                        </a:rPr>
                        <a:t> </a:t>
                      </a:r>
                      <a:r>
                        <a:rPr lang="es-MX" sz="1900" dirty="0">
                          <a:effectLst/>
                        </a:rPr>
                        <a:t>un</a:t>
                      </a:r>
                      <a:r>
                        <a:rPr lang="es-MX" sz="1900" spc="-50" dirty="0">
                          <a:effectLst/>
                        </a:rPr>
                        <a:t> </a:t>
                      </a:r>
                      <a:r>
                        <a:rPr lang="es-MX" sz="1900" dirty="0">
                          <a:effectLst/>
                        </a:rPr>
                        <a:t>tiempo</a:t>
                      </a:r>
                      <a:endParaRPr lang="es-MX" sz="1100" dirty="0">
                        <a:effectLst/>
                      </a:endParaRPr>
                    </a:p>
                    <a:p>
                      <a:pPr marR="9525" algn="ctr">
                        <a:lnSpc>
                          <a:spcPts val="2280"/>
                        </a:lnSpc>
                        <a:spcAft>
                          <a:spcPts val="0"/>
                        </a:spcAft>
                      </a:pPr>
                      <a:r>
                        <a:rPr lang="es-MX" sz="1900" dirty="0">
                          <a:effectLst/>
                        </a:rPr>
                        <a:t>i</a:t>
                      </a:r>
                      <a:r>
                        <a:rPr lang="es-MX" sz="1900" spc="-10" dirty="0">
                          <a:effectLst/>
                        </a:rPr>
                        <a:t>g</a:t>
                      </a:r>
                      <a:r>
                        <a:rPr lang="es-MX" sz="1900" dirty="0">
                          <a:effectLst/>
                        </a:rPr>
                        <a:t>ual</a:t>
                      </a:r>
                      <a:r>
                        <a:rPr lang="es-MX" sz="1900" spc="-15" dirty="0">
                          <a:effectLst/>
                        </a:rPr>
                        <a:t> </a:t>
                      </a:r>
                      <a:r>
                        <a:rPr lang="es-MX" sz="1900" dirty="0">
                          <a:effectLst/>
                        </a:rPr>
                        <a:t>al</a:t>
                      </a:r>
                      <a:r>
                        <a:rPr lang="es-MX" sz="1900" spc="-35" dirty="0">
                          <a:effectLst/>
                        </a:rPr>
                        <a:t> </a:t>
                      </a:r>
                      <a:r>
                        <a:rPr lang="es-MX" sz="1900" dirty="0">
                          <a:effectLst/>
                        </a:rPr>
                        <a:t>de</a:t>
                      </a:r>
                      <a:r>
                        <a:rPr lang="es-MX" sz="1900" spc="-30" dirty="0">
                          <a:effectLst/>
                        </a:rPr>
                        <a:t> </a:t>
                      </a:r>
                      <a:r>
                        <a:rPr lang="es-MX" sz="1900" dirty="0">
                          <a:effectLst/>
                        </a:rPr>
                        <a:t>la</a:t>
                      </a:r>
                      <a:r>
                        <a:rPr lang="es-MX" sz="1900" spc="-45" dirty="0">
                          <a:effectLst/>
                        </a:rPr>
                        <a:t> </a:t>
                      </a:r>
                      <a:r>
                        <a:rPr lang="es-MX" sz="1900" dirty="0">
                          <a:effectLst/>
                        </a:rPr>
                        <a:t>pena</a:t>
                      </a:r>
                      <a:r>
                        <a:rPr lang="es-MX" sz="1900" spc="-20" dirty="0">
                          <a:effectLst/>
                        </a:rPr>
                        <a:t> </a:t>
                      </a:r>
                      <a:r>
                        <a:rPr lang="es-MX" sz="1900" dirty="0">
                          <a:effectLst/>
                        </a:rPr>
                        <a:t>en</a:t>
                      </a:r>
                      <a:r>
                        <a:rPr lang="es-MX" sz="1900" spc="-35" dirty="0">
                          <a:effectLst/>
                        </a:rPr>
                        <a:t> </a:t>
                      </a:r>
                      <a:r>
                        <a:rPr lang="es-MX" sz="1900" dirty="0">
                          <a:effectLst/>
                        </a:rPr>
                        <a:t>pris</a:t>
                      </a:r>
                      <a:r>
                        <a:rPr lang="es-MX" sz="1900" spc="-5" dirty="0">
                          <a:effectLst/>
                        </a:rPr>
                        <a:t>i</a:t>
                      </a:r>
                      <a:r>
                        <a:rPr lang="es-MX" sz="1900" dirty="0">
                          <a:effectLst/>
                        </a:rPr>
                        <a:t>ón</a:t>
                      </a:r>
                      <a:endParaRPr lang="es-MX" sz="1100" dirty="0">
                        <a:effectLst/>
                      </a:endParaRPr>
                    </a:p>
                    <a:p>
                      <a:pPr marR="10795" algn="ctr">
                        <a:lnSpc>
                          <a:spcPts val="2265"/>
                        </a:lnSpc>
                        <a:spcAft>
                          <a:spcPts val="0"/>
                        </a:spcAft>
                      </a:pPr>
                      <a:r>
                        <a:rPr lang="en-US" sz="1900" dirty="0" err="1">
                          <a:effectLst/>
                        </a:rPr>
                        <a:t>i</a:t>
                      </a:r>
                      <a:r>
                        <a:rPr lang="en-US" sz="1900" spc="-10" dirty="0" err="1">
                          <a:effectLst/>
                        </a:rPr>
                        <a:t>m</a:t>
                      </a:r>
                      <a:r>
                        <a:rPr lang="en-US" sz="1900" dirty="0" err="1">
                          <a:effectLst/>
                        </a:rPr>
                        <a:t>pue</a:t>
                      </a:r>
                      <a:r>
                        <a:rPr lang="en-US" sz="1900" spc="-25" dirty="0" err="1">
                          <a:effectLst/>
                        </a:rPr>
                        <a:t>s</a:t>
                      </a:r>
                      <a:r>
                        <a:rPr lang="en-US" sz="1900" spc="-30" dirty="0" err="1">
                          <a:effectLst/>
                        </a:rPr>
                        <a:t>t</a:t>
                      </a:r>
                      <a:r>
                        <a:rPr lang="en-US" sz="1900" dirty="0" err="1">
                          <a:effectLst/>
                        </a:rPr>
                        <a:t>a</a:t>
                      </a:r>
                      <a:r>
                        <a:rPr lang="en-US" sz="1900" dirty="0">
                          <a:effectLst/>
                        </a:rPr>
                        <a:t>.</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lumMod val="75000"/>
                        <a:alpha val="60000"/>
                      </a:schemeClr>
                    </a:solidFill>
                  </a:tcPr>
                </a:tc>
                <a:tc hMerge="1">
                  <a:txBody>
                    <a:bodyPr/>
                    <a:lstStyle/>
                    <a:p>
                      <a:endParaRPr lang="es-MX"/>
                    </a:p>
                  </a:txBody>
                  <a:tcPr/>
                </a:tc>
                <a:extLst>
                  <a:ext uri="{0D108BD9-81ED-4DB2-BD59-A6C34878D82A}">
                    <a16:rowId xmlns:a16="http://schemas.microsoft.com/office/drawing/2014/main" val="2902543634"/>
                  </a:ext>
                </a:extLst>
              </a:tr>
              <a:tr h="103772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48260" algn="ctr" defTabSz="914400" rtl="0" eaLnBrk="1" latinLnBrk="0" hangingPunct="1">
                        <a:lnSpc>
                          <a:spcPts val="1000"/>
                        </a:lnSpc>
                        <a:spcAft>
                          <a:spcPts val="0"/>
                        </a:spcAft>
                      </a:pPr>
                      <a:r>
                        <a:rPr lang="en-US" sz="2300" b="1" kern="1200" dirty="0">
                          <a:solidFill>
                            <a:schemeClr val="lt1"/>
                          </a:solidFill>
                          <a:effectLst/>
                          <a:latin typeface="Calibri"/>
                          <a:ea typeface="+mn-ea"/>
                          <a:cs typeface="+mn-cs"/>
                        </a:rPr>
                        <a:t> </a:t>
                      </a:r>
                      <a:endParaRPr lang="es-MX" sz="2300" b="1" kern="1200" dirty="0">
                        <a:solidFill>
                          <a:schemeClr val="lt1"/>
                        </a:solidFill>
                        <a:effectLst/>
                        <a:latin typeface="Calibri"/>
                        <a:ea typeface="+mn-ea"/>
                        <a:cs typeface="+mn-cs"/>
                      </a:endParaRPr>
                    </a:p>
                    <a:p>
                      <a:pPr marL="0" marR="48260" algn="ctr" defTabSz="914400" rtl="0" eaLnBrk="1" latinLnBrk="0" hangingPunct="1">
                        <a:lnSpc>
                          <a:spcPts val="1100"/>
                        </a:lnSpc>
                        <a:spcBef>
                          <a:spcPts val="100"/>
                        </a:spcBef>
                        <a:spcAft>
                          <a:spcPts val="0"/>
                        </a:spcAft>
                      </a:pPr>
                      <a:r>
                        <a:rPr lang="en-US" sz="2300" b="1" kern="1200" dirty="0">
                          <a:solidFill>
                            <a:schemeClr val="lt1"/>
                          </a:solidFill>
                          <a:effectLst/>
                          <a:latin typeface="Calibri"/>
                          <a:ea typeface="+mn-ea"/>
                          <a:cs typeface="+mn-cs"/>
                        </a:rPr>
                        <a:t> </a:t>
                      </a:r>
                      <a:endParaRPr lang="es-MX" sz="2300" b="1" kern="1200" dirty="0">
                        <a:solidFill>
                          <a:schemeClr val="lt1"/>
                        </a:solidFill>
                        <a:effectLst/>
                        <a:latin typeface="Calibri"/>
                        <a:ea typeface="+mn-ea"/>
                        <a:cs typeface="+mn-cs"/>
                      </a:endParaRPr>
                    </a:p>
                    <a:p>
                      <a:pPr marL="0" marR="48260" algn="ctr" defTabSz="914400" rtl="0" eaLnBrk="1" latinLnBrk="0" hangingPunct="1">
                        <a:spcAft>
                          <a:spcPts val="0"/>
                        </a:spcAft>
                      </a:pPr>
                      <a:r>
                        <a:rPr lang="en-US" sz="2300" b="1" kern="1200" dirty="0">
                          <a:solidFill>
                            <a:schemeClr val="lt1"/>
                          </a:solidFill>
                          <a:effectLst/>
                          <a:latin typeface="Calibri"/>
                          <a:ea typeface="+mn-ea"/>
                          <a:cs typeface="+mn-cs"/>
                        </a:rPr>
                        <a:t>400 Bis 1</a:t>
                      </a:r>
                      <a:endParaRPr lang="es-MX" sz="2300" b="1" kern="1200" dirty="0">
                        <a:solidFill>
                          <a:schemeClr val="lt1"/>
                        </a:solidFill>
                        <a:effectLst/>
                        <a:latin typeface="Calibri"/>
                        <a:ea typeface="+mn-ea"/>
                        <a:cs typeface="+mn-cs"/>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C9DA6">
                        <a:alpha val="5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240030" marR="252730" algn="ctr">
                        <a:lnSpc>
                          <a:spcPct val="97000"/>
                        </a:lnSpc>
                        <a:spcBef>
                          <a:spcPts val="5"/>
                        </a:spcBef>
                        <a:spcAft>
                          <a:spcPts val="0"/>
                        </a:spcAft>
                      </a:pPr>
                      <a:r>
                        <a:rPr lang="es-MX" sz="1400" b="0" dirty="0">
                          <a:solidFill>
                            <a:schemeClr val="bg2">
                              <a:lumMod val="50000"/>
                            </a:schemeClr>
                          </a:solidFill>
                          <a:effectLst/>
                          <a:latin typeface="Santander Text Light" panose="020B0304020201020104" pitchFamily="34" charset="0"/>
                        </a:rPr>
                        <a:t>L</a:t>
                      </a:r>
                      <a:r>
                        <a:rPr lang="es-MX" sz="1400" b="0" spc="-45" dirty="0">
                          <a:solidFill>
                            <a:schemeClr val="bg2">
                              <a:lumMod val="50000"/>
                            </a:schemeClr>
                          </a:solidFill>
                          <a:effectLst/>
                          <a:latin typeface="Santander Text Light" panose="020B0304020201020104" pitchFamily="34" charset="0"/>
                        </a:rPr>
                        <a:t>a</a:t>
                      </a:r>
                      <a:r>
                        <a:rPr lang="es-MX" sz="1400" b="0" spc="-35" dirty="0">
                          <a:solidFill>
                            <a:schemeClr val="bg2">
                              <a:lumMod val="50000"/>
                            </a:schemeClr>
                          </a:solidFill>
                          <a:effectLst/>
                          <a:latin typeface="Santander Text Light" panose="020B0304020201020104" pitchFamily="34" charset="0"/>
                        </a:rPr>
                        <a:t>v</a:t>
                      </a:r>
                      <a:r>
                        <a:rPr lang="es-MX" sz="1400" b="0" dirty="0">
                          <a:solidFill>
                            <a:schemeClr val="bg2">
                              <a:lumMod val="50000"/>
                            </a:schemeClr>
                          </a:solidFill>
                          <a:effectLst/>
                          <a:latin typeface="Santander Text Light" panose="020B0304020201020104" pitchFamily="34" charset="0"/>
                        </a:rPr>
                        <a:t>ado</a:t>
                      </a:r>
                      <a:r>
                        <a:rPr lang="es-MX" sz="1400" b="0" spc="-3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de</a:t>
                      </a:r>
                      <a:r>
                        <a:rPr lang="es-MX" sz="1400" b="0" spc="-45"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D</a:t>
                      </a:r>
                      <a:r>
                        <a:rPr lang="es-MX" sz="1400" b="0" spc="-10" dirty="0">
                          <a:solidFill>
                            <a:schemeClr val="bg2">
                              <a:lumMod val="50000"/>
                            </a:schemeClr>
                          </a:solidFill>
                          <a:effectLst/>
                          <a:latin typeface="Santander Text Light" panose="020B0304020201020104" pitchFamily="34" charset="0"/>
                        </a:rPr>
                        <a:t>i</a:t>
                      </a:r>
                      <a:r>
                        <a:rPr lang="es-MX" sz="1400" b="0" dirty="0">
                          <a:solidFill>
                            <a:schemeClr val="bg2">
                              <a:lumMod val="50000"/>
                            </a:schemeClr>
                          </a:solidFill>
                          <a:effectLst/>
                          <a:latin typeface="Santander Text Light" panose="020B0304020201020104" pitchFamily="34" charset="0"/>
                        </a:rPr>
                        <a:t>ne</a:t>
                      </a:r>
                      <a:r>
                        <a:rPr lang="es-MX" sz="1400" b="0" spc="-40"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o</a:t>
                      </a:r>
                      <a:r>
                        <a:rPr lang="es-MX" sz="1400" b="0" spc="-25"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(quien</a:t>
                      </a:r>
                      <a:r>
                        <a:rPr lang="es-MX" sz="1400" b="0" spc="-30" dirty="0">
                          <a:solidFill>
                            <a:schemeClr val="bg2">
                              <a:lumMod val="50000"/>
                            </a:schemeClr>
                          </a:solidFill>
                          <a:effectLst/>
                          <a:latin typeface="Santander Text Light" panose="020B0304020201020104" pitchFamily="34" charset="0"/>
                        </a:rPr>
                        <a:t> </a:t>
                      </a:r>
                      <a:r>
                        <a:rPr lang="es-MX" sz="1400" b="0" spc="-35"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e</a:t>
                      </a:r>
                      <a:r>
                        <a:rPr lang="es-MX" sz="1400" b="0" spc="5" dirty="0">
                          <a:solidFill>
                            <a:schemeClr val="bg2">
                              <a:lumMod val="50000"/>
                            </a:schemeClr>
                          </a:solidFill>
                          <a:effectLst/>
                          <a:latin typeface="Santander Text Light" panose="020B0304020201020104" pitchFamily="34" charset="0"/>
                        </a:rPr>
                        <a:t>a</a:t>
                      </a:r>
                      <a:r>
                        <a:rPr lang="es-MX" sz="1400" b="0" dirty="0">
                          <a:solidFill>
                            <a:schemeClr val="bg2">
                              <a:lumMod val="50000"/>
                            </a:schemeClr>
                          </a:solidFill>
                          <a:effectLst/>
                          <a:latin typeface="Santander Text Light" panose="020B0304020201020104" pitchFamily="34" charset="0"/>
                        </a:rPr>
                        <a:t>l</a:t>
                      </a:r>
                      <a:r>
                        <a:rPr lang="es-MX" sz="1400" b="0" spc="-10" dirty="0">
                          <a:solidFill>
                            <a:schemeClr val="bg2">
                              <a:lumMod val="50000"/>
                            </a:schemeClr>
                          </a:solidFill>
                          <a:effectLst/>
                          <a:latin typeface="Santander Text Light" panose="020B0304020201020104" pitchFamily="34" charset="0"/>
                        </a:rPr>
                        <a:t>i</a:t>
                      </a:r>
                      <a:r>
                        <a:rPr lang="es-MX" sz="1400" b="0" spc="-50" dirty="0">
                          <a:solidFill>
                            <a:schemeClr val="bg2">
                              <a:lumMod val="50000"/>
                            </a:schemeClr>
                          </a:solidFill>
                          <a:effectLst/>
                          <a:latin typeface="Santander Text Light" panose="020B0304020201020104" pitchFamily="34" charset="0"/>
                        </a:rPr>
                        <a:t>z</a:t>
                      </a:r>
                      <a:r>
                        <a:rPr lang="es-MX" sz="1400" b="0" dirty="0">
                          <a:solidFill>
                            <a:schemeClr val="bg2">
                              <a:lumMod val="50000"/>
                            </a:schemeClr>
                          </a:solidFill>
                          <a:effectLst/>
                          <a:latin typeface="Santander Text Light" panose="020B0304020201020104" pitchFamily="34" charset="0"/>
                        </a:rPr>
                        <a:t>a</a:t>
                      </a:r>
                      <a:r>
                        <a:rPr lang="es-MX" sz="1400" b="0" spc="-2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la</a:t>
                      </a:r>
                      <a:r>
                        <a:rPr lang="es-MX" sz="1400" b="0" spc="-55" dirty="0">
                          <a:solidFill>
                            <a:schemeClr val="bg2">
                              <a:lumMod val="50000"/>
                            </a:schemeClr>
                          </a:solidFill>
                          <a:effectLst/>
                          <a:latin typeface="Santander Text Light" panose="020B0304020201020104" pitchFamily="34" charset="0"/>
                        </a:rPr>
                        <a:t> </a:t>
                      </a:r>
                      <a:r>
                        <a:rPr lang="es-MX" sz="1400" b="0" spc="-10" dirty="0">
                          <a:solidFill>
                            <a:schemeClr val="bg2">
                              <a:lumMod val="50000"/>
                            </a:schemeClr>
                          </a:solidFill>
                          <a:effectLst/>
                          <a:latin typeface="Santander Text Light" panose="020B0304020201020104" pitchFamily="34" charset="0"/>
                        </a:rPr>
                        <a:t>c</a:t>
                      </a:r>
                      <a:r>
                        <a:rPr lang="es-MX" sz="1400" b="0" dirty="0">
                          <a:solidFill>
                            <a:schemeClr val="bg2">
                              <a:lumMod val="50000"/>
                            </a:schemeClr>
                          </a:solidFill>
                          <a:effectLst/>
                          <a:latin typeface="Santander Text Light" panose="020B0304020201020104" pitchFamily="34" charset="0"/>
                        </a:rPr>
                        <a:t>onduc</a:t>
                      </a:r>
                      <a:r>
                        <a:rPr lang="es-MX" sz="1400" b="0" spc="-35" dirty="0">
                          <a:solidFill>
                            <a:schemeClr val="bg2">
                              <a:lumMod val="50000"/>
                            </a:schemeClr>
                          </a:solidFill>
                          <a:effectLst/>
                          <a:latin typeface="Santander Text Light" panose="020B0304020201020104" pitchFamily="34" charset="0"/>
                        </a:rPr>
                        <a:t>t</a:t>
                      </a:r>
                      <a:r>
                        <a:rPr lang="es-MX" sz="1400" b="0" dirty="0">
                          <a:solidFill>
                            <a:schemeClr val="bg2">
                              <a:lumMod val="50000"/>
                            </a:schemeClr>
                          </a:solidFill>
                          <a:effectLst/>
                          <a:latin typeface="Santander Text Light" panose="020B0304020201020104" pitchFamily="34" charset="0"/>
                        </a:rPr>
                        <a:t>a uti</a:t>
                      </a:r>
                      <a:r>
                        <a:rPr lang="es-MX" sz="1400" b="0" spc="-10" dirty="0">
                          <a:solidFill>
                            <a:schemeClr val="bg2">
                              <a:lumMod val="50000"/>
                            </a:schemeClr>
                          </a:solidFill>
                          <a:effectLst/>
                          <a:latin typeface="Santander Text Light" panose="020B0304020201020104" pitchFamily="34" charset="0"/>
                        </a:rPr>
                        <a:t>l</a:t>
                      </a:r>
                      <a:r>
                        <a:rPr lang="es-MX" sz="1400" b="0" dirty="0">
                          <a:solidFill>
                            <a:schemeClr val="bg2">
                              <a:lumMod val="50000"/>
                            </a:schemeClr>
                          </a:solidFill>
                          <a:effectLst/>
                          <a:latin typeface="Santander Text Light" panose="020B0304020201020104" pitchFamily="34" charset="0"/>
                        </a:rPr>
                        <a:t>i</a:t>
                      </a:r>
                      <a:r>
                        <a:rPr lang="es-MX" sz="1400" b="0" spc="-50" dirty="0">
                          <a:solidFill>
                            <a:schemeClr val="bg2">
                              <a:lumMod val="50000"/>
                            </a:schemeClr>
                          </a:solidFill>
                          <a:effectLst/>
                          <a:latin typeface="Santander Text Light" panose="020B0304020201020104" pitchFamily="34" charset="0"/>
                        </a:rPr>
                        <a:t>z</a:t>
                      </a:r>
                      <a:r>
                        <a:rPr lang="es-MX" sz="1400" b="0" dirty="0">
                          <a:solidFill>
                            <a:schemeClr val="bg2">
                              <a:lumMod val="50000"/>
                            </a:schemeClr>
                          </a:solidFill>
                          <a:effectLst/>
                          <a:latin typeface="Santander Text Light" panose="020B0304020201020104" pitchFamily="34" charset="0"/>
                        </a:rPr>
                        <a:t>a</a:t>
                      </a:r>
                      <a:r>
                        <a:rPr lang="es-MX" sz="1400" b="0" spc="-25"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meno</a:t>
                      </a:r>
                      <a:r>
                        <a:rPr lang="es-MX" sz="1400" b="0" spc="-35"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es</a:t>
                      </a:r>
                      <a:r>
                        <a:rPr lang="es-MX" sz="1400" b="0" spc="-4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de</a:t>
                      </a:r>
                      <a:r>
                        <a:rPr lang="es-MX" sz="1400" b="0" spc="-45" dirty="0">
                          <a:solidFill>
                            <a:schemeClr val="bg2">
                              <a:lumMod val="50000"/>
                            </a:schemeClr>
                          </a:solidFill>
                          <a:effectLst/>
                          <a:latin typeface="Santander Text Light" panose="020B0304020201020104" pitchFamily="34" charset="0"/>
                        </a:rPr>
                        <a:t> </a:t>
                      </a:r>
                      <a:r>
                        <a:rPr lang="es-MX" sz="1400" b="0" spc="5" dirty="0">
                          <a:solidFill>
                            <a:schemeClr val="bg2">
                              <a:lumMod val="50000"/>
                            </a:schemeClr>
                          </a:solidFill>
                          <a:effectLst/>
                          <a:latin typeface="Santander Text Light" panose="020B0304020201020104" pitchFamily="34" charset="0"/>
                        </a:rPr>
                        <a:t>e</a:t>
                      </a:r>
                      <a:r>
                        <a:rPr lang="es-MX" sz="1400" b="0" dirty="0">
                          <a:solidFill>
                            <a:schemeClr val="bg2">
                              <a:lumMod val="50000"/>
                            </a:schemeClr>
                          </a:solidFill>
                          <a:effectLst/>
                          <a:latin typeface="Santander Text Light" panose="020B0304020201020104" pitchFamily="34" charset="0"/>
                        </a:rPr>
                        <a:t>dad</a:t>
                      </a:r>
                      <a:r>
                        <a:rPr lang="es-MX" sz="1400" b="0" spc="-4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o</a:t>
                      </a:r>
                      <a:r>
                        <a:rPr lang="es-MX" sz="1400" b="0" spc="-5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pe</a:t>
                      </a:r>
                      <a:r>
                        <a:rPr lang="es-MX" sz="1400" b="0" spc="-40"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sonas</a:t>
                      </a:r>
                      <a:r>
                        <a:rPr lang="es-MX" sz="1400" b="0" spc="-4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sin </a:t>
                      </a:r>
                      <a:r>
                        <a:rPr lang="es-MX" sz="1400" b="0" spc="-15" dirty="0">
                          <a:solidFill>
                            <a:schemeClr val="bg2">
                              <a:lumMod val="50000"/>
                            </a:schemeClr>
                          </a:solidFill>
                          <a:effectLst/>
                          <a:latin typeface="Santander Text Light" panose="020B0304020201020104" pitchFamily="34" charset="0"/>
                        </a:rPr>
                        <a:t>c</a:t>
                      </a:r>
                      <a:r>
                        <a:rPr lang="es-MX" sz="1400" b="0" dirty="0">
                          <a:solidFill>
                            <a:schemeClr val="bg2">
                              <a:lumMod val="50000"/>
                            </a:schemeClr>
                          </a:solidFill>
                          <a:effectLst/>
                          <a:latin typeface="Santander Text Light" panose="020B0304020201020104" pitchFamily="34" charset="0"/>
                        </a:rPr>
                        <a:t>apacidad</a:t>
                      </a:r>
                      <a:r>
                        <a:rPr lang="es-MX" sz="1400" b="0" spc="-75"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p</a:t>
                      </a:r>
                      <a:r>
                        <a:rPr lang="es-MX" sz="1400" b="0" spc="5" dirty="0">
                          <a:solidFill>
                            <a:schemeClr val="bg2">
                              <a:lumMod val="50000"/>
                            </a:schemeClr>
                          </a:solidFill>
                          <a:effectLst/>
                          <a:latin typeface="Santander Text Light" panose="020B0304020201020104" pitchFamily="34" charset="0"/>
                        </a:rPr>
                        <a:t>a</a:t>
                      </a:r>
                      <a:r>
                        <a:rPr lang="es-MX" sz="1400" b="0" spc="-45"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a</a:t>
                      </a:r>
                      <a:r>
                        <a:rPr lang="es-MX" sz="1400" b="0" spc="-7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c</a:t>
                      </a:r>
                      <a:r>
                        <a:rPr lang="es-MX" sz="1400" b="0" spc="-10" dirty="0">
                          <a:solidFill>
                            <a:schemeClr val="bg2">
                              <a:lumMod val="50000"/>
                            </a:schemeClr>
                          </a:solidFill>
                          <a:effectLst/>
                          <a:latin typeface="Santander Text Light" panose="020B0304020201020104" pitchFamily="34" charset="0"/>
                        </a:rPr>
                        <a:t>o</a:t>
                      </a:r>
                      <a:r>
                        <a:rPr lang="es-MX" sz="1400" b="0" dirty="0">
                          <a:solidFill>
                            <a:schemeClr val="bg2">
                              <a:lumMod val="50000"/>
                            </a:schemeClr>
                          </a:solidFill>
                          <a:effectLst/>
                          <a:latin typeface="Santander Text Light" panose="020B0304020201020104" pitchFamily="34" charset="0"/>
                        </a:rPr>
                        <a:t>mp</a:t>
                      </a:r>
                      <a:r>
                        <a:rPr lang="es-MX" sz="1400" b="0" spc="-40" dirty="0">
                          <a:solidFill>
                            <a:schemeClr val="bg2">
                              <a:lumMod val="50000"/>
                            </a:schemeClr>
                          </a:solidFill>
                          <a:effectLst/>
                          <a:latin typeface="Santander Text Light" panose="020B0304020201020104" pitchFamily="34" charset="0"/>
                        </a:rPr>
                        <a:t>r</a:t>
                      </a:r>
                      <a:r>
                        <a:rPr lang="es-MX" sz="1400" b="0" dirty="0">
                          <a:solidFill>
                            <a:schemeClr val="bg2">
                              <a:lumMod val="50000"/>
                            </a:schemeClr>
                          </a:solidFill>
                          <a:effectLst/>
                          <a:latin typeface="Santander Text Light" panose="020B0304020201020104" pitchFamily="34" charset="0"/>
                        </a:rPr>
                        <a:t>ender</a:t>
                      </a:r>
                      <a:r>
                        <a:rPr lang="es-MX" sz="1400" b="0" spc="-50"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el</a:t>
                      </a:r>
                      <a:r>
                        <a:rPr lang="es-MX" sz="1400" b="0" spc="-65" dirty="0">
                          <a:solidFill>
                            <a:schemeClr val="bg2">
                              <a:lumMod val="50000"/>
                            </a:schemeClr>
                          </a:solidFill>
                          <a:effectLst/>
                          <a:latin typeface="Santander Text Light" panose="020B0304020201020104" pitchFamily="34" charset="0"/>
                        </a:rPr>
                        <a:t> </a:t>
                      </a:r>
                      <a:r>
                        <a:rPr lang="es-MX" sz="1400" b="0" dirty="0">
                          <a:solidFill>
                            <a:schemeClr val="bg2">
                              <a:lumMod val="50000"/>
                            </a:schemeClr>
                          </a:solidFill>
                          <a:effectLst/>
                          <a:latin typeface="Santander Text Light" panose="020B0304020201020104" pitchFamily="34" charset="0"/>
                        </a:rPr>
                        <a:t>hecho)</a:t>
                      </a:r>
                      <a:endParaRPr lang="es-MX" sz="1400" b="0" dirty="0">
                        <a:solidFill>
                          <a:schemeClr val="bg2">
                            <a:lumMod val="50000"/>
                          </a:schemeClr>
                        </a:solidFill>
                        <a:effectLst/>
                        <a:latin typeface="Santander Text Light" panose="020B03040202010201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40000"/>
                        <a:lumOff val="60000"/>
                      </a:schemeClr>
                    </a:solidFill>
                  </a:tcPr>
                </a:tc>
                <a:tc gridSpan="2">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nSpc>
                          <a:spcPts val="1000"/>
                        </a:lnSpc>
                        <a:spcAft>
                          <a:spcPts val="0"/>
                        </a:spcAft>
                      </a:pPr>
                      <a:r>
                        <a:rPr lang="es-MX" sz="1000" dirty="0">
                          <a:effectLst/>
                        </a:rPr>
                        <a:t> </a:t>
                      </a:r>
                      <a:endParaRPr lang="es-MX" sz="1100" dirty="0">
                        <a:effectLst/>
                      </a:endParaRPr>
                    </a:p>
                    <a:p>
                      <a:pPr>
                        <a:lnSpc>
                          <a:spcPts val="1200"/>
                        </a:lnSpc>
                        <a:spcBef>
                          <a:spcPts val="60"/>
                        </a:spcBef>
                        <a:spcAft>
                          <a:spcPts val="0"/>
                        </a:spcAft>
                      </a:pPr>
                      <a:r>
                        <a:rPr lang="es-MX" sz="1200" dirty="0">
                          <a:effectLst/>
                        </a:rPr>
                        <a:t> </a:t>
                      </a:r>
                      <a:endParaRPr lang="es-MX" sz="1100" dirty="0">
                        <a:effectLst/>
                      </a:endParaRPr>
                    </a:p>
                    <a:p>
                      <a:pPr marL="748030">
                        <a:spcAft>
                          <a:spcPts val="0"/>
                        </a:spcAft>
                      </a:pPr>
                      <a:r>
                        <a:rPr lang="en-US" sz="1900" dirty="0" err="1">
                          <a:effectLst/>
                        </a:rPr>
                        <a:t>Au</a:t>
                      </a:r>
                      <a:r>
                        <a:rPr lang="en-US" sz="1900" spc="5" dirty="0" err="1">
                          <a:effectLst/>
                        </a:rPr>
                        <a:t>m</a:t>
                      </a:r>
                      <a:r>
                        <a:rPr lang="en-US" sz="1900" dirty="0" err="1">
                          <a:effectLst/>
                        </a:rPr>
                        <a:t>e</a:t>
                      </a:r>
                      <a:r>
                        <a:rPr lang="en-US" sz="1900" spc="-10" dirty="0" err="1">
                          <a:effectLst/>
                        </a:rPr>
                        <a:t>n</a:t>
                      </a:r>
                      <a:r>
                        <a:rPr lang="en-US" sz="1900" spc="-30" dirty="0" err="1">
                          <a:effectLst/>
                        </a:rPr>
                        <a:t>t</a:t>
                      </a:r>
                      <a:r>
                        <a:rPr lang="en-US" sz="1900" dirty="0" err="1">
                          <a:effectLst/>
                        </a:rPr>
                        <a:t>an</a:t>
                      </a:r>
                      <a:r>
                        <a:rPr lang="en-US" sz="1900" spc="-40" dirty="0">
                          <a:effectLst/>
                        </a:rPr>
                        <a:t> </a:t>
                      </a:r>
                      <a:r>
                        <a:rPr lang="en-US" sz="1900" dirty="0">
                          <a:effectLst/>
                        </a:rPr>
                        <a:t>ha</a:t>
                      </a:r>
                      <a:r>
                        <a:rPr lang="en-US" sz="1900" spc="-30" dirty="0">
                          <a:effectLst/>
                        </a:rPr>
                        <a:t>st</a:t>
                      </a:r>
                      <a:r>
                        <a:rPr lang="en-US" sz="1900" dirty="0">
                          <a:effectLst/>
                        </a:rPr>
                        <a:t>a</a:t>
                      </a:r>
                      <a:r>
                        <a:rPr lang="en-US" sz="1900" spc="-35" dirty="0">
                          <a:effectLst/>
                        </a:rPr>
                        <a:t> </a:t>
                      </a:r>
                      <a:r>
                        <a:rPr lang="en-US" sz="1900" dirty="0" err="1">
                          <a:effectLst/>
                        </a:rPr>
                        <a:t>en</a:t>
                      </a:r>
                      <a:r>
                        <a:rPr lang="en-US" sz="1900" spc="-55" dirty="0">
                          <a:effectLst/>
                        </a:rPr>
                        <a:t> </a:t>
                      </a:r>
                      <a:r>
                        <a:rPr lang="en-US" sz="1900" dirty="0">
                          <a:effectLst/>
                        </a:rPr>
                        <a:t>1/2</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2">
                        <a:lumMod val="75000"/>
                        <a:alpha val="60000"/>
                      </a:schemeClr>
                    </a:solidFill>
                  </a:tcPr>
                </a:tc>
                <a:tc hMerge="1">
                  <a:txBody>
                    <a:bodyPr/>
                    <a:lstStyle/>
                    <a:p>
                      <a:endParaRPr lang="es-MX"/>
                    </a:p>
                  </a:txBody>
                  <a:tcPr/>
                </a:tc>
                <a:extLst>
                  <a:ext uri="{0D108BD9-81ED-4DB2-BD59-A6C34878D82A}">
                    <a16:rowId xmlns:a16="http://schemas.microsoft.com/office/drawing/2014/main" val="3491281642"/>
                  </a:ext>
                </a:extLst>
              </a:tr>
            </a:tbl>
          </a:graphicData>
        </a:graphic>
      </p:graphicFrame>
    </p:spTree>
    <p:extLst>
      <p:ext uri="{BB962C8B-B14F-4D97-AF65-F5344CB8AC3E}">
        <p14:creationId xmlns:p14="http://schemas.microsoft.com/office/powerpoint/2010/main" val="3447726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B146-5DC7-2905-078F-BFDEAEA25EF7}"/>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8084B3D-8613-8300-AEB8-8B1D1A627F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8" name="think-cell data - do not delete" hidden="1">
                        <a:extLst>
                          <a:ext uri="{FF2B5EF4-FFF2-40B4-BE49-F238E27FC236}">
                            <a16:creationId xmlns:a16="http://schemas.microsoft.com/office/drawing/2014/main" id="{58084B3D-8613-8300-AEB8-8B1D1A627F4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AE19B177-1FCD-5BDF-197D-FBE834A3A13A}"/>
              </a:ext>
            </a:extLst>
          </p:cNvPr>
          <p:cNvSpPr>
            <a:spLocks noGrp="1"/>
          </p:cNvSpPr>
          <p:nvPr>
            <p:ph type="sldNum" sz="quarter" idx="4"/>
          </p:nvPr>
        </p:nvSpPr>
        <p:spPr/>
        <p:txBody>
          <a:bodyPr/>
          <a:lstStyle/>
          <a:p>
            <a:pPr marL="107314">
              <a:spcBef>
                <a:spcPts val="204"/>
              </a:spcBef>
            </a:pPr>
            <a:fld id="{81D60167-4931-47E6-BA6A-407CBD079E47}" type="slidenum">
              <a:rPr lang="en-US" smtClean="0"/>
              <a:pPr marL="107314">
                <a:spcBef>
                  <a:spcPts val="204"/>
                </a:spcBef>
              </a:pPr>
              <a:t>26</a:t>
            </a:fld>
            <a:endParaRPr lang="en-US"/>
          </a:p>
        </p:txBody>
      </p:sp>
      <p:cxnSp>
        <p:nvCxnSpPr>
          <p:cNvPr id="7" name="Conector recto 6">
            <a:extLst>
              <a:ext uri="{FF2B5EF4-FFF2-40B4-BE49-F238E27FC236}">
                <a16:creationId xmlns:a16="http://schemas.microsoft.com/office/drawing/2014/main" id="{91924105-BAF1-330B-8CAF-90485458A666}"/>
              </a:ext>
            </a:extLst>
          </p:cNvPr>
          <p:cNvCxnSpPr>
            <a:cxnSpLocks/>
          </p:cNvCxnSpPr>
          <p:nvPr/>
        </p:nvCxnSpPr>
        <p:spPr>
          <a:xfrm>
            <a:off x="439737" y="4167506"/>
            <a:ext cx="9525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object 27">
            <a:extLst>
              <a:ext uri="{FF2B5EF4-FFF2-40B4-BE49-F238E27FC236}">
                <a16:creationId xmlns:a16="http://schemas.microsoft.com/office/drawing/2014/main" id="{CE715D99-971E-6449-6520-1E0361975BC3}"/>
              </a:ext>
            </a:extLst>
          </p:cNvPr>
          <p:cNvSpPr txBox="1"/>
          <p:nvPr/>
        </p:nvSpPr>
        <p:spPr>
          <a:xfrm>
            <a:off x="442913" y="3464314"/>
            <a:ext cx="10372232" cy="1296252"/>
          </a:xfrm>
          <a:prstGeom prst="rect">
            <a:avLst/>
          </a:prstGeom>
        </p:spPr>
        <p:txBody>
          <a:bodyPr vert="horz" wrap="square" lIns="0" tIns="12700" rIns="0" bIns="0" rtlCol="0">
            <a:spAutoFit/>
          </a:bodyPr>
          <a:lstStyle/>
          <a:p>
            <a:pPr marL="12700" marR="0" lvl="0" indent="0" algn="l" defTabSz="914400" eaLnBrk="1" fontAlgn="auto" latinLnBrk="0" hangingPunct="1">
              <a:lnSpc>
                <a:spcPct val="80000"/>
              </a:lnSpc>
              <a:spcBef>
                <a:spcPts val="100"/>
              </a:spcBef>
              <a:spcAft>
                <a:spcPts val="0"/>
              </a:spcAft>
              <a:buClrTx/>
              <a:buSzTx/>
              <a:buFontTx/>
              <a:buNone/>
              <a:tabLst>
                <a:tab pos="1819910" algn="l"/>
              </a:tabLst>
              <a:defRPr/>
            </a:pP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a:t>
            </a:r>
            <a:r>
              <a:rPr kumimoji="0" lang="en-US" sz="4800" b="0" i="0" u="none" strike="noStrike" kern="1200" cap="none" spc="-10" normalizeH="0" baseline="0" noProof="0" dirty="0" err="1">
                <a:ln>
                  <a:noFill/>
                </a:ln>
                <a:solidFill>
                  <a:schemeClr val="bg1"/>
                </a:solidFill>
                <a:effectLst/>
                <a:uLnTx/>
                <a:uFillTx/>
                <a:latin typeface="Santander Headline" panose="020B0504020201020104" pitchFamily="34" charset="0"/>
                <a:ea typeface="+mn-ea"/>
                <a:cs typeface="Santander Micro Text Light"/>
              </a:rPr>
              <a:t>Módulo</a:t>
            </a:r>
            <a:r>
              <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 </a:t>
            </a:r>
            <a:r>
              <a:rPr lang="en-US" sz="4800" spc="-10" dirty="0">
                <a:solidFill>
                  <a:schemeClr val="bg1"/>
                </a:solidFill>
                <a:latin typeface="Santander Headline" panose="020B0504020201020104" pitchFamily="34" charset="0"/>
                <a:cs typeface="Santander Micro Text Light"/>
              </a:rPr>
              <a:t>6</a:t>
            </a:r>
            <a:endParaRPr kumimoji="0" lang="en-US" sz="48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endParaRPr>
          </a:p>
          <a:p>
            <a:pPr marL="12700" marR="0" lvl="0" indent="0" algn="l" defTabSz="914400" eaLnBrk="1" fontAlgn="auto" latinLnBrk="0" hangingPunct="1">
              <a:lnSpc>
                <a:spcPct val="100000"/>
              </a:lnSpc>
              <a:spcBef>
                <a:spcPts val="600"/>
              </a:spcBef>
              <a:spcAft>
                <a:spcPts val="0"/>
              </a:spcAft>
              <a:buClrTx/>
              <a:buSzTx/>
              <a:buFontTx/>
              <a:buNone/>
              <a:tabLst>
                <a:tab pos="1819910" algn="l"/>
              </a:tabLst>
              <a:defRPr/>
            </a:pPr>
            <a:r>
              <a:rPr kumimoji="0" lang="es-ES" sz="4000" b="0" i="0" u="none" strike="noStrike" kern="1200" cap="none" spc="-10" normalizeH="0" baseline="0" noProof="0" dirty="0">
                <a:ln>
                  <a:noFill/>
                </a:ln>
                <a:solidFill>
                  <a:schemeClr val="bg1"/>
                </a:solidFill>
                <a:effectLst/>
                <a:uLnTx/>
                <a:uFillTx/>
                <a:latin typeface="Santander Headline" panose="020B0504020201020104" pitchFamily="34" charset="0"/>
                <a:ea typeface="+mn-ea"/>
                <a:cs typeface="Santander Micro Text Light"/>
              </a:rPr>
              <a:t>Régimen de Prevención</a:t>
            </a:r>
          </a:p>
        </p:txBody>
      </p:sp>
      <p:sp>
        <p:nvSpPr>
          <p:cNvPr id="4" name="object 9">
            <a:extLst>
              <a:ext uri="{FF2B5EF4-FFF2-40B4-BE49-F238E27FC236}">
                <a16:creationId xmlns:a16="http://schemas.microsoft.com/office/drawing/2014/main" id="{1D9EA71C-3B15-FD73-3304-7BAC39B96C9B}"/>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26</a:t>
            </a:fld>
            <a:endParaRPr lang="en-US"/>
          </a:p>
        </p:txBody>
      </p:sp>
    </p:spTree>
    <p:extLst>
      <p:ext uri="{BB962C8B-B14F-4D97-AF65-F5344CB8AC3E}">
        <p14:creationId xmlns:p14="http://schemas.microsoft.com/office/powerpoint/2010/main" val="1169678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2730-11E8-2210-64B9-EF556FEFC7B6}"/>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9F25F287-FAC5-0FE3-5519-CF09F7772C90}"/>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5A3488BE-5604-72FE-01AB-8A614E24BD4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27</a:t>
            </a:fld>
            <a:endParaRPr lang="en-US"/>
          </a:p>
        </p:txBody>
      </p:sp>
      <p:sp>
        <p:nvSpPr>
          <p:cNvPr id="10" name="Marcador de texto 9">
            <a:extLst>
              <a:ext uri="{FF2B5EF4-FFF2-40B4-BE49-F238E27FC236}">
                <a16:creationId xmlns:a16="http://schemas.microsoft.com/office/drawing/2014/main" id="{12282F77-6DBB-77A0-6469-9F46D68F36C7}"/>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650E29ED-83AC-C821-F7D7-B9FE8264966A}"/>
              </a:ext>
            </a:extLst>
          </p:cNvPr>
          <p:cNvSpPr>
            <a:spLocks noGrp="1"/>
          </p:cNvSpPr>
          <p:nvPr>
            <p:ph type="body" sz="quarter" idx="50"/>
          </p:nvPr>
        </p:nvSpPr>
        <p:spPr>
          <a:xfrm>
            <a:off x="371721" y="1491513"/>
            <a:ext cx="10951654" cy="3896328"/>
          </a:xfrm>
        </p:spPr>
        <p:txBody>
          <a:bodyPr/>
          <a:lstStyle/>
          <a:p>
            <a:r>
              <a:rPr lang="es-ES" sz="2800" dirty="0">
                <a:latin typeface="Santander Headline" panose="020B0504020201020104"/>
              </a:rPr>
              <a:t>¿Qué es un Régimen de Prevención?</a:t>
            </a:r>
          </a:p>
          <a:p>
            <a:endParaRPr lang="es-ES" sz="2000" dirty="0"/>
          </a:p>
          <a:p>
            <a:r>
              <a:rPr kumimoji="0" lang="es-MX" sz="2000" b="0" i="0" u="none" strike="noStrike" kern="1200" cap="none" spc="0" normalizeH="0" baseline="0" noProof="0" dirty="0">
                <a:ln>
                  <a:noFill/>
                </a:ln>
                <a:solidFill>
                  <a:schemeClr val="tx2">
                    <a:lumMod val="50000"/>
                  </a:schemeClr>
                </a:solidFill>
                <a:effectLst/>
                <a:uLnTx/>
                <a:uFillTx/>
                <a:latin typeface="Santander Text Light" panose="020B0304020201020104" pitchFamily="34" charset="0"/>
              </a:rPr>
              <a:t>Conjunto de </a:t>
            </a:r>
            <a:r>
              <a:rPr lang="es-MX" sz="2000" dirty="0">
                <a:solidFill>
                  <a:schemeClr val="tx2">
                    <a:lumMod val="50000"/>
                  </a:schemeClr>
                </a:solidFill>
                <a:latin typeface="Santander Text Light" panose="020B0304020201020104" pitchFamily="34" charset="0"/>
              </a:rPr>
              <a:t>políticas locales y globales, que incorporan mejores prácticas internaciones, así como sus procedimientos</a:t>
            </a:r>
            <a:r>
              <a:rPr kumimoji="0" lang="es-MX" sz="2000" b="0" i="0" u="none" strike="noStrike" kern="1200" cap="none" spc="0" normalizeH="0" baseline="0" noProof="0" dirty="0">
                <a:ln>
                  <a:noFill/>
                </a:ln>
                <a:solidFill>
                  <a:schemeClr val="tx2">
                    <a:lumMod val="50000"/>
                  </a:schemeClr>
                </a:solidFill>
                <a:effectLst/>
                <a:uLnTx/>
                <a:uFillTx/>
                <a:latin typeface="Santander Text Light" panose="020B0304020201020104" pitchFamily="34" charset="0"/>
              </a:rPr>
              <a:t> implementados </a:t>
            </a:r>
            <a:r>
              <a:rPr lang="es-MX" sz="2000" dirty="0">
                <a:solidFill>
                  <a:schemeClr val="tx2">
                    <a:lumMod val="50000"/>
                  </a:schemeClr>
                </a:solidFill>
                <a:latin typeface="Santander Text Light" panose="020B0304020201020104" pitchFamily="34" charset="0"/>
              </a:rPr>
              <a:t>en</a:t>
            </a:r>
            <a:r>
              <a:rPr kumimoji="0" lang="es-MX" sz="2000" b="0" i="0" u="none" strike="noStrike" kern="1200" cap="none" spc="0" normalizeH="0" baseline="0" noProof="0" dirty="0">
                <a:ln>
                  <a:noFill/>
                </a:ln>
                <a:solidFill>
                  <a:schemeClr val="tx2">
                    <a:lumMod val="50000"/>
                  </a:schemeClr>
                </a:solidFill>
                <a:effectLst/>
                <a:uLnTx/>
                <a:uFillTx/>
                <a:latin typeface="Santander Text Light" panose="020B0304020201020104" pitchFamily="34" charset="0"/>
              </a:rPr>
              <a:t> SAM para prevenir sea utilizada por sus Clientes para realizar actos u operaciones a través de las cuales se pudiesen actualizar los supuestos previstos en los artículos 139 </a:t>
            </a:r>
            <a:r>
              <a:rPr kumimoji="0" lang="es-MX" sz="2000" b="0" i="0" u="none" strike="noStrike" kern="1200" cap="none" spc="0" normalizeH="0" baseline="0" noProof="0" dirty="0" err="1">
                <a:ln>
                  <a:noFill/>
                </a:ln>
                <a:solidFill>
                  <a:schemeClr val="tx2">
                    <a:lumMod val="50000"/>
                  </a:schemeClr>
                </a:solidFill>
                <a:effectLst/>
                <a:uLnTx/>
                <a:uFillTx/>
                <a:latin typeface="Santander Text Light" panose="020B0304020201020104" pitchFamily="34" charset="0"/>
              </a:rPr>
              <a:t>Quáter</a:t>
            </a:r>
            <a:r>
              <a:rPr kumimoji="0" lang="es-MX" sz="2000" b="0" i="0" u="none" strike="noStrike" kern="1200" cap="none" spc="0" normalizeH="0" baseline="0" noProof="0" dirty="0">
                <a:ln>
                  <a:noFill/>
                </a:ln>
                <a:solidFill>
                  <a:schemeClr val="tx2">
                    <a:lumMod val="50000"/>
                  </a:schemeClr>
                </a:solidFill>
                <a:effectLst/>
                <a:uLnTx/>
                <a:uFillTx/>
                <a:latin typeface="Santander Text Light" panose="020B0304020201020104" pitchFamily="34" charset="0"/>
              </a:rPr>
              <a:t> (Financiamiento al terrorismo) o 400 Bis (Operaciones con recursos de procedencia ilícita) del Código Penal Federal.</a:t>
            </a:r>
          </a:p>
          <a:p>
            <a:endParaRPr lang="es-ES" dirty="0"/>
          </a:p>
        </p:txBody>
      </p:sp>
    </p:spTree>
    <p:extLst>
      <p:ext uri="{BB962C8B-B14F-4D97-AF65-F5344CB8AC3E}">
        <p14:creationId xmlns:p14="http://schemas.microsoft.com/office/powerpoint/2010/main" val="988806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2044E-9DC3-E4C9-9A2E-9205CB231A87}"/>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E5E285A6-5C42-B4A3-5E78-18C38AF464B1}"/>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17F501CA-080C-4ADE-8431-6EAD943B358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28</a:t>
            </a:fld>
            <a:endParaRPr lang="en-US"/>
          </a:p>
        </p:txBody>
      </p:sp>
      <p:sp>
        <p:nvSpPr>
          <p:cNvPr id="10" name="Marcador de texto 9">
            <a:extLst>
              <a:ext uri="{FF2B5EF4-FFF2-40B4-BE49-F238E27FC236}">
                <a16:creationId xmlns:a16="http://schemas.microsoft.com/office/drawing/2014/main" id="{C84DFC1A-D77E-C9AE-3AAA-492E91F5C52F}"/>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B309805F-1DF3-6FE4-8DD5-10B1C834DC03}"/>
              </a:ext>
            </a:extLst>
          </p:cNvPr>
          <p:cNvSpPr txBox="1">
            <a:spLocks/>
          </p:cNvSpPr>
          <p:nvPr/>
        </p:nvSpPr>
        <p:spPr>
          <a:xfrm>
            <a:off x="473669" y="1040740"/>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SAM: Régimen de Prevención</a:t>
            </a:r>
            <a:endParaRPr lang="es-ES" dirty="0"/>
          </a:p>
        </p:txBody>
      </p:sp>
      <p:grpSp>
        <p:nvGrpSpPr>
          <p:cNvPr id="3" name="Grupo 2">
            <a:extLst>
              <a:ext uri="{FF2B5EF4-FFF2-40B4-BE49-F238E27FC236}">
                <a16:creationId xmlns:a16="http://schemas.microsoft.com/office/drawing/2014/main" id="{3EE0499C-C507-D076-C634-C1F3D930949F}"/>
              </a:ext>
            </a:extLst>
          </p:cNvPr>
          <p:cNvGrpSpPr/>
          <p:nvPr/>
        </p:nvGrpSpPr>
        <p:grpSpPr>
          <a:xfrm>
            <a:off x="3196249" y="1948585"/>
            <a:ext cx="6638630" cy="4756466"/>
            <a:chOff x="1556391" y="2185786"/>
            <a:chExt cx="5364040" cy="3759056"/>
          </a:xfrm>
        </p:grpSpPr>
        <p:grpSp>
          <p:nvGrpSpPr>
            <p:cNvPr id="4" name="Grupo 3">
              <a:extLst>
                <a:ext uri="{FF2B5EF4-FFF2-40B4-BE49-F238E27FC236}">
                  <a16:creationId xmlns:a16="http://schemas.microsoft.com/office/drawing/2014/main" id="{8D37525C-ED9C-4098-9B5E-EBABE6C3D850}"/>
                </a:ext>
              </a:extLst>
            </p:cNvPr>
            <p:cNvGrpSpPr/>
            <p:nvPr/>
          </p:nvGrpSpPr>
          <p:grpSpPr>
            <a:xfrm>
              <a:off x="2646205" y="2185786"/>
              <a:ext cx="4274226" cy="3262891"/>
              <a:chOff x="7140417" y="738531"/>
              <a:chExt cx="4274226" cy="3262891"/>
            </a:xfrm>
          </p:grpSpPr>
          <p:grpSp>
            <p:nvGrpSpPr>
              <p:cNvPr id="11" name="Group 7">
                <a:extLst>
                  <a:ext uri="{FF2B5EF4-FFF2-40B4-BE49-F238E27FC236}">
                    <a16:creationId xmlns:a16="http://schemas.microsoft.com/office/drawing/2014/main" id="{A3356B5D-F7D6-E5E4-6D1D-2628C6C0FDA4}"/>
                  </a:ext>
                </a:extLst>
              </p:cNvPr>
              <p:cNvGrpSpPr>
                <a:grpSpLocks noChangeAspect="1"/>
              </p:cNvGrpSpPr>
              <p:nvPr/>
            </p:nvGrpSpPr>
            <p:grpSpPr bwMode="auto">
              <a:xfrm>
                <a:off x="7140417" y="1120109"/>
                <a:ext cx="2509837" cy="2881313"/>
                <a:chOff x="2127" y="1678"/>
                <a:chExt cx="1581" cy="1815"/>
              </a:xfrm>
            </p:grpSpPr>
            <p:sp>
              <p:nvSpPr>
                <p:cNvPr id="15" name="AutoShape 6">
                  <a:extLst>
                    <a:ext uri="{FF2B5EF4-FFF2-40B4-BE49-F238E27FC236}">
                      <a16:creationId xmlns:a16="http://schemas.microsoft.com/office/drawing/2014/main" id="{24387E57-5519-9890-58AD-929C1198717D}"/>
                    </a:ext>
                  </a:extLst>
                </p:cNvPr>
                <p:cNvSpPr>
                  <a:spLocks noChangeAspect="1" noChangeArrowheads="1" noTextEdit="1"/>
                </p:cNvSpPr>
                <p:nvPr/>
              </p:nvSpPr>
              <p:spPr bwMode="auto">
                <a:xfrm>
                  <a:off x="2127" y="1678"/>
                  <a:ext cx="1581" cy="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Oval 8">
                  <a:extLst>
                    <a:ext uri="{FF2B5EF4-FFF2-40B4-BE49-F238E27FC236}">
                      <a16:creationId xmlns:a16="http://schemas.microsoft.com/office/drawing/2014/main" id="{6F34FA86-4ECB-157D-898A-F29B568AF923}"/>
                    </a:ext>
                  </a:extLst>
                </p:cNvPr>
                <p:cNvSpPr>
                  <a:spLocks noChangeArrowheads="1"/>
                </p:cNvSpPr>
                <p:nvPr/>
              </p:nvSpPr>
              <p:spPr bwMode="auto">
                <a:xfrm>
                  <a:off x="2544" y="2198"/>
                  <a:ext cx="752" cy="752"/>
                </a:xfrm>
                <a:prstGeom prst="ellipse">
                  <a:avLst/>
                </a:prstGeom>
                <a:solidFill>
                  <a:srgbClr val="FFFFFF"/>
                </a:solidFill>
                <a:ln w="9525"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s-ES"/>
                </a:p>
              </p:txBody>
            </p:sp>
            <p:sp>
              <p:nvSpPr>
                <p:cNvPr id="17" name="Freeform 9">
                  <a:extLst>
                    <a:ext uri="{FF2B5EF4-FFF2-40B4-BE49-F238E27FC236}">
                      <a16:creationId xmlns:a16="http://schemas.microsoft.com/office/drawing/2014/main" id="{B514E6C7-142C-32B6-1B5A-B2DD18330EA7}"/>
                    </a:ext>
                  </a:extLst>
                </p:cNvPr>
                <p:cNvSpPr>
                  <a:spLocks/>
                </p:cNvSpPr>
                <p:nvPr/>
              </p:nvSpPr>
              <p:spPr bwMode="auto">
                <a:xfrm>
                  <a:off x="2527" y="2143"/>
                  <a:ext cx="281" cy="221"/>
                </a:xfrm>
                <a:custGeom>
                  <a:avLst/>
                  <a:gdLst>
                    <a:gd name="T0" fmla="*/ 0 w 199"/>
                    <a:gd name="T1" fmla="*/ 156 h 156"/>
                    <a:gd name="T2" fmla="*/ 199 w 199"/>
                    <a:gd name="T3" fmla="*/ 0 h 156"/>
                  </a:gdLst>
                  <a:ahLst/>
                  <a:cxnLst>
                    <a:cxn ang="0">
                      <a:pos x="T0" y="T1"/>
                    </a:cxn>
                    <a:cxn ang="0">
                      <a:pos x="T2" y="T3"/>
                    </a:cxn>
                  </a:cxnLst>
                  <a:rect l="0" t="0" r="r" b="b"/>
                  <a:pathLst>
                    <a:path w="199" h="156">
                      <a:moveTo>
                        <a:pt x="0" y="156"/>
                      </a:moveTo>
                      <a:cubicBezTo>
                        <a:pt x="41" y="80"/>
                        <a:pt x="113" y="22"/>
                        <a:pt x="199" y="0"/>
                      </a:cubicBezTo>
                    </a:path>
                  </a:pathLst>
                </a:custGeom>
                <a:noFill/>
                <a:ln w="95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8" name="Freeform 10">
                  <a:extLst>
                    <a:ext uri="{FF2B5EF4-FFF2-40B4-BE49-F238E27FC236}">
                      <a16:creationId xmlns:a16="http://schemas.microsoft.com/office/drawing/2014/main" id="{F78A28F6-9063-9382-0575-B5E270F7CC11}"/>
                    </a:ext>
                  </a:extLst>
                </p:cNvPr>
                <p:cNvSpPr>
                  <a:spLocks/>
                </p:cNvSpPr>
                <p:nvPr/>
              </p:nvSpPr>
              <p:spPr bwMode="auto">
                <a:xfrm>
                  <a:off x="2474" y="2439"/>
                  <a:ext cx="65" cy="367"/>
                </a:xfrm>
                <a:custGeom>
                  <a:avLst/>
                  <a:gdLst>
                    <a:gd name="T0" fmla="*/ 46 w 46"/>
                    <a:gd name="T1" fmla="*/ 259 h 259"/>
                    <a:gd name="T2" fmla="*/ 0 w 46"/>
                    <a:gd name="T3" fmla="*/ 96 h 259"/>
                    <a:gd name="T4" fmla="*/ 15 w 46"/>
                    <a:gd name="T5" fmla="*/ 0 h 259"/>
                  </a:gdLst>
                  <a:ahLst/>
                  <a:cxnLst>
                    <a:cxn ang="0">
                      <a:pos x="T0" y="T1"/>
                    </a:cxn>
                    <a:cxn ang="0">
                      <a:pos x="T2" y="T3"/>
                    </a:cxn>
                    <a:cxn ang="0">
                      <a:pos x="T4" y="T5"/>
                    </a:cxn>
                  </a:cxnLst>
                  <a:rect l="0" t="0" r="r" b="b"/>
                  <a:pathLst>
                    <a:path w="46" h="259">
                      <a:moveTo>
                        <a:pt x="46" y="259"/>
                      </a:moveTo>
                      <a:cubicBezTo>
                        <a:pt x="17" y="211"/>
                        <a:pt x="0" y="155"/>
                        <a:pt x="0" y="96"/>
                      </a:cubicBezTo>
                      <a:cubicBezTo>
                        <a:pt x="0" y="62"/>
                        <a:pt x="5" y="30"/>
                        <a:pt x="15" y="0"/>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9" name="Freeform 11">
                  <a:extLst>
                    <a:ext uri="{FF2B5EF4-FFF2-40B4-BE49-F238E27FC236}">
                      <a16:creationId xmlns:a16="http://schemas.microsoft.com/office/drawing/2014/main" id="{D38A0E16-545D-B8A2-CC96-9E1F1AAF77F6}"/>
                    </a:ext>
                  </a:extLst>
                </p:cNvPr>
                <p:cNvSpPr>
                  <a:spLocks/>
                </p:cNvSpPr>
                <p:nvPr/>
              </p:nvSpPr>
              <p:spPr bwMode="auto">
                <a:xfrm>
                  <a:off x="2596" y="2879"/>
                  <a:ext cx="324" cy="141"/>
                </a:xfrm>
                <a:custGeom>
                  <a:avLst/>
                  <a:gdLst>
                    <a:gd name="T0" fmla="*/ 229 w 229"/>
                    <a:gd name="T1" fmla="*/ 99 h 99"/>
                    <a:gd name="T2" fmla="*/ 0 w 229"/>
                    <a:gd name="T3" fmla="*/ 0 h 99"/>
                  </a:gdLst>
                  <a:ahLst/>
                  <a:cxnLst>
                    <a:cxn ang="0">
                      <a:pos x="T0" y="T1"/>
                    </a:cxn>
                    <a:cxn ang="0">
                      <a:pos x="T2" y="T3"/>
                    </a:cxn>
                  </a:cxnLst>
                  <a:rect l="0" t="0" r="r" b="b"/>
                  <a:pathLst>
                    <a:path w="229" h="99">
                      <a:moveTo>
                        <a:pt x="229" y="99"/>
                      </a:moveTo>
                      <a:cubicBezTo>
                        <a:pt x="138" y="99"/>
                        <a:pt x="57" y="61"/>
                        <a:pt x="0" y="0"/>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0" name="Freeform 12">
                  <a:extLst>
                    <a:ext uri="{FF2B5EF4-FFF2-40B4-BE49-F238E27FC236}">
                      <a16:creationId xmlns:a16="http://schemas.microsoft.com/office/drawing/2014/main" id="{49AB8C17-1F88-54D5-EC97-7B568EB2AFFC}"/>
                    </a:ext>
                  </a:extLst>
                </p:cNvPr>
                <p:cNvSpPr>
                  <a:spLocks/>
                </p:cNvSpPr>
                <p:nvPr/>
              </p:nvSpPr>
              <p:spPr bwMode="auto">
                <a:xfrm>
                  <a:off x="3025" y="2796"/>
                  <a:ext cx="281" cy="211"/>
                </a:xfrm>
                <a:custGeom>
                  <a:avLst/>
                  <a:gdLst>
                    <a:gd name="T0" fmla="*/ 198 w 198"/>
                    <a:gd name="T1" fmla="*/ 0 h 149"/>
                    <a:gd name="T2" fmla="*/ 0 w 198"/>
                    <a:gd name="T3" fmla="*/ 149 h 149"/>
                  </a:gdLst>
                  <a:ahLst/>
                  <a:cxnLst>
                    <a:cxn ang="0">
                      <a:pos x="T0" y="T1"/>
                    </a:cxn>
                    <a:cxn ang="0">
                      <a:pos x="T2" y="T3"/>
                    </a:cxn>
                  </a:cxnLst>
                  <a:rect l="0" t="0" r="r" b="b"/>
                  <a:pathLst>
                    <a:path w="198" h="149">
                      <a:moveTo>
                        <a:pt x="198" y="0"/>
                      </a:moveTo>
                      <a:cubicBezTo>
                        <a:pt x="156" y="74"/>
                        <a:pt x="85" y="129"/>
                        <a:pt x="0" y="149"/>
                      </a:cubicBezTo>
                    </a:path>
                  </a:pathLst>
                </a:custGeom>
                <a:noFill/>
                <a:ln w="95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1" name="Freeform 13">
                  <a:extLst>
                    <a:ext uri="{FF2B5EF4-FFF2-40B4-BE49-F238E27FC236}">
                      <a16:creationId xmlns:a16="http://schemas.microsoft.com/office/drawing/2014/main" id="{FE261F32-B329-FDE1-EC24-717381C98237}"/>
                    </a:ext>
                  </a:extLst>
                </p:cNvPr>
                <p:cNvSpPr>
                  <a:spLocks/>
                </p:cNvSpPr>
                <p:nvPr/>
              </p:nvSpPr>
              <p:spPr bwMode="auto">
                <a:xfrm>
                  <a:off x="3306" y="2352"/>
                  <a:ext cx="59" cy="352"/>
                </a:xfrm>
                <a:custGeom>
                  <a:avLst/>
                  <a:gdLst>
                    <a:gd name="T0" fmla="*/ 0 w 42"/>
                    <a:gd name="T1" fmla="*/ 0 h 248"/>
                    <a:gd name="T2" fmla="*/ 42 w 42"/>
                    <a:gd name="T3" fmla="*/ 157 h 248"/>
                    <a:gd name="T4" fmla="*/ 28 w 42"/>
                    <a:gd name="T5" fmla="*/ 248 h 248"/>
                  </a:gdLst>
                  <a:ahLst/>
                  <a:cxnLst>
                    <a:cxn ang="0">
                      <a:pos x="T0" y="T1"/>
                    </a:cxn>
                    <a:cxn ang="0">
                      <a:pos x="T2" y="T3"/>
                    </a:cxn>
                    <a:cxn ang="0">
                      <a:pos x="T4" y="T5"/>
                    </a:cxn>
                  </a:cxnLst>
                  <a:rect l="0" t="0" r="r" b="b"/>
                  <a:pathLst>
                    <a:path w="42" h="248">
                      <a:moveTo>
                        <a:pt x="0" y="0"/>
                      </a:moveTo>
                      <a:cubicBezTo>
                        <a:pt x="27" y="46"/>
                        <a:pt x="42" y="100"/>
                        <a:pt x="42" y="157"/>
                      </a:cubicBezTo>
                      <a:cubicBezTo>
                        <a:pt x="42" y="188"/>
                        <a:pt x="37" y="219"/>
                        <a:pt x="28" y="248"/>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2" name="Freeform 14">
                  <a:extLst>
                    <a:ext uri="{FF2B5EF4-FFF2-40B4-BE49-F238E27FC236}">
                      <a16:creationId xmlns:a16="http://schemas.microsoft.com/office/drawing/2014/main" id="{DD0781F8-B5A6-D239-B8B7-227331CAC555}"/>
                    </a:ext>
                  </a:extLst>
                </p:cNvPr>
                <p:cNvSpPr>
                  <a:spLocks/>
                </p:cNvSpPr>
                <p:nvPr/>
              </p:nvSpPr>
              <p:spPr bwMode="auto">
                <a:xfrm>
                  <a:off x="2920" y="2129"/>
                  <a:ext cx="322" cy="137"/>
                </a:xfrm>
                <a:custGeom>
                  <a:avLst/>
                  <a:gdLst>
                    <a:gd name="T0" fmla="*/ 0 w 227"/>
                    <a:gd name="T1" fmla="*/ 0 h 97"/>
                    <a:gd name="T2" fmla="*/ 227 w 227"/>
                    <a:gd name="T3" fmla="*/ 97 h 97"/>
                  </a:gdLst>
                  <a:ahLst/>
                  <a:cxnLst>
                    <a:cxn ang="0">
                      <a:pos x="T0" y="T1"/>
                    </a:cxn>
                    <a:cxn ang="0">
                      <a:pos x="T2" y="T3"/>
                    </a:cxn>
                  </a:cxnLst>
                  <a:rect l="0" t="0" r="r" b="b"/>
                  <a:pathLst>
                    <a:path w="227" h="97">
                      <a:moveTo>
                        <a:pt x="0" y="0"/>
                      </a:moveTo>
                      <a:cubicBezTo>
                        <a:pt x="89" y="0"/>
                        <a:pt x="170" y="37"/>
                        <a:pt x="227" y="97"/>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3" name="Line 15">
                  <a:extLst>
                    <a:ext uri="{FF2B5EF4-FFF2-40B4-BE49-F238E27FC236}">
                      <a16:creationId xmlns:a16="http://schemas.microsoft.com/office/drawing/2014/main" id="{63715EC4-68D4-4E01-D02C-E53D745C690E}"/>
                    </a:ext>
                  </a:extLst>
                </p:cNvPr>
                <p:cNvSpPr>
                  <a:spLocks noChangeShapeType="1"/>
                </p:cNvSpPr>
                <p:nvPr/>
              </p:nvSpPr>
              <p:spPr bwMode="auto">
                <a:xfrm flipH="1" flipV="1">
                  <a:off x="2150" y="2143"/>
                  <a:ext cx="377" cy="221"/>
                </a:xfrm>
                <a:prstGeom prst="line">
                  <a:avLst/>
                </a:prstGeom>
                <a:noFill/>
                <a:ln w="9525"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4" name="Line 16">
                  <a:extLst>
                    <a:ext uri="{FF2B5EF4-FFF2-40B4-BE49-F238E27FC236}">
                      <a16:creationId xmlns:a16="http://schemas.microsoft.com/office/drawing/2014/main" id="{E15D5E8C-4B90-65CD-B307-15D2E3EF5A1A}"/>
                    </a:ext>
                  </a:extLst>
                </p:cNvPr>
                <p:cNvSpPr>
                  <a:spLocks noChangeShapeType="1"/>
                </p:cNvSpPr>
                <p:nvPr/>
              </p:nvSpPr>
              <p:spPr bwMode="auto">
                <a:xfrm flipH="1" flipV="1">
                  <a:off x="2918" y="1689"/>
                  <a:ext cx="2" cy="440"/>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5" name="Line 17">
                  <a:extLst>
                    <a:ext uri="{FF2B5EF4-FFF2-40B4-BE49-F238E27FC236}">
                      <a16:creationId xmlns:a16="http://schemas.microsoft.com/office/drawing/2014/main" id="{FAA962F7-FFFB-551A-8FD8-DFC1AAD14D6B}"/>
                    </a:ext>
                  </a:extLst>
                </p:cNvPr>
                <p:cNvSpPr>
                  <a:spLocks noChangeShapeType="1"/>
                </p:cNvSpPr>
                <p:nvPr/>
              </p:nvSpPr>
              <p:spPr bwMode="auto">
                <a:xfrm>
                  <a:off x="2920" y="3020"/>
                  <a:ext cx="0" cy="456"/>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6" name="Line 18">
                  <a:extLst>
                    <a:ext uri="{FF2B5EF4-FFF2-40B4-BE49-F238E27FC236}">
                      <a16:creationId xmlns:a16="http://schemas.microsoft.com/office/drawing/2014/main" id="{A2AA31DA-66D2-C855-6DAC-D557A33A329B}"/>
                    </a:ext>
                  </a:extLst>
                </p:cNvPr>
                <p:cNvSpPr>
                  <a:spLocks noChangeShapeType="1"/>
                </p:cNvSpPr>
                <p:nvPr/>
              </p:nvSpPr>
              <p:spPr bwMode="auto">
                <a:xfrm flipH="1">
                  <a:off x="2155" y="2806"/>
                  <a:ext cx="384" cy="219"/>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7" name="Line 19">
                  <a:extLst>
                    <a:ext uri="{FF2B5EF4-FFF2-40B4-BE49-F238E27FC236}">
                      <a16:creationId xmlns:a16="http://schemas.microsoft.com/office/drawing/2014/main" id="{C182079E-FFAB-C810-EA46-B46A5C01E5CA}"/>
                    </a:ext>
                  </a:extLst>
                </p:cNvPr>
                <p:cNvSpPr>
                  <a:spLocks noChangeShapeType="1"/>
                </p:cNvSpPr>
                <p:nvPr/>
              </p:nvSpPr>
              <p:spPr bwMode="auto">
                <a:xfrm>
                  <a:off x="3306" y="2796"/>
                  <a:ext cx="372" cy="211"/>
                </a:xfrm>
                <a:prstGeom prst="line">
                  <a:avLst/>
                </a:prstGeom>
                <a:noFill/>
                <a:ln w="9525"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8" name="Line 20">
                  <a:extLst>
                    <a:ext uri="{FF2B5EF4-FFF2-40B4-BE49-F238E27FC236}">
                      <a16:creationId xmlns:a16="http://schemas.microsoft.com/office/drawing/2014/main" id="{9083B6DB-5942-78CD-3AAB-4663EC0D726E}"/>
                    </a:ext>
                  </a:extLst>
                </p:cNvPr>
                <p:cNvSpPr>
                  <a:spLocks noChangeShapeType="1"/>
                </p:cNvSpPr>
                <p:nvPr/>
              </p:nvSpPr>
              <p:spPr bwMode="auto">
                <a:xfrm flipV="1">
                  <a:off x="3306" y="2129"/>
                  <a:ext cx="386" cy="223"/>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9" name="Oval 21">
                  <a:extLst>
                    <a:ext uri="{FF2B5EF4-FFF2-40B4-BE49-F238E27FC236}">
                      <a16:creationId xmlns:a16="http://schemas.microsoft.com/office/drawing/2014/main" id="{6EEA0800-DC70-1D56-C90E-4824B991BD9E}"/>
                    </a:ext>
                  </a:extLst>
                </p:cNvPr>
                <p:cNvSpPr>
                  <a:spLocks noChangeArrowheads="1"/>
                </p:cNvSpPr>
                <p:nvPr/>
              </p:nvSpPr>
              <p:spPr bwMode="auto">
                <a:xfrm>
                  <a:off x="2126" y="2121"/>
                  <a:ext cx="31" cy="3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0" name="Oval 22">
                  <a:extLst>
                    <a:ext uri="{FF2B5EF4-FFF2-40B4-BE49-F238E27FC236}">
                      <a16:creationId xmlns:a16="http://schemas.microsoft.com/office/drawing/2014/main" id="{27089CE9-33BF-77D6-E2BB-58F7EC4EFDA8}"/>
                    </a:ext>
                  </a:extLst>
                </p:cNvPr>
                <p:cNvSpPr>
                  <a:spLocks noChangeArrowheads="1"/>
                </p:cNvSpPr>
                <p:nvPr/>
              </p:nvSpPr>
              <p:spPr bwMode="auto">
                <a:xfrm>
                  <a:off x="3677" y="2113"/>
                  <a:ext cx="31" cy="3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1" name="Oval 23">
                  <a:extLst>
                    <a:ext uri="{FF2B5EF4-FFF2-40B4-BE49-F238E27FC236}">
                      <a16:creationId xmlns:a16="http://schemas.microsoft.com/office/drawing/2014/main" id="{307DD99C-6875-64E1-3211-A30CAF815F7F}"/>
                    </a:ext>
                  </a:extLst>
                </p:cNvPr>
                <p:cNvSpPr>
                  <a:spLocks noChangeArrowheads="1"/>
                </p:cNvSpPr>
                <p:nvPr/>
              </p:nvSpPr>
              <p:spPr bwMode="auto">
                <a:xfrm>
                  <a:off x="3663" y="2991"/>
                  <a:ext cx="31" cy="3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2" name="Oval 24">
                  <a:extLst>
                    <a:ext uri="{FF2B5EF4-FFF2-40B4-BE49-F238E27FC236}">
                      <a16:creationId xmlns:a16="http://schemas.microsoft.com/office/drawing/2014/main" id="{CE0E38D3-244F-0BB3-B715-15514EE579DB}"/>
                    </a:ext>
                  </a:extLst>
                </p:cNvPr>
                <p:cNvSpPr>
                  <a:spLocks noChangeArrowheads="1"/>
                </p:cNvSpPr>
                <p:nvPr/>
              </p:nvSpPr>
              <p:spPr bwMode="auto">
                <a:xfrm>
                  <a:off x="2903" y="3460"/>
                  <a:ext cx="33"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3" name="Oval 25">
                  <a:extLst>
                    <a:ext uri="{FF2B5EF4-FFF2-40B4-BE49-F238E27FC236}">
                      <a16:creationId xmlns:a16="http://schemas.microsoft.com/office/drawing/2014/main" id="{EEDB8F56-656A-3B62-0A4F-7FAC1B89AFD9}"/>
                    </a:ext>
                  </a:extLst>
                </p:cNvPr>
                <p:cNvSpPr>
                  <a:spLocks noChangeArrowheads="1"/>
                </p:cNvSpPr>
                <p:nvPr/>
              </p:nvSpPr>
              <p:spPr bwMode="auto">
                <a:xfrm>
                  <a:off x="2143" y="3007"/>
                  <a:ext cx="32" cy="3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4" name="Oval 26">
                  <a:extLst>
                    <a:ext uri="{FF2B5EF4-FFF2-40B4-BE49-F238E27FC236}">
                      <a16:creationId xmlns:a16="http://schemas.microsoft.com/office/drawing/2014/main" id="{CE0CCB4B-54BD-9214-1E5E-A34049CFA1E8}"/>
                    </a:ext>
                  </a:extLst>
                </p:cNvPr>
                <p:cNvSpPr>
                  <a:spLocks noChangeArrowheads="1"/>
                </p:cNvSpPr>
                <p:nvPr/>
              </p:nvSpPr>
              <p:spPr bwMode="auto">
                <a:xfrm>
                  <a:off x="2902" y="1676"/>
                  <a:ext cx="31"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2" name="7 CuadroTexto">
                <a:extLst>
                  <a:ext uri="{FF2B5EF4-FFF2-40B4-BE49-F238E27FC236}">
                    <a16:creationId xmlns:a16="http://schemas.microsoft.com/office/drawing/2014/main" id="{A19B9A94-3EF6-DEA6-4BCD-A2D3E2D731FF}"/>
                  </a:ext>
                </a:extLst>
              </p:cNvPr>
              <p:cNvSpPr txBox="1"/>
              <p:nvPr/>
            </p:nvSpPr>
            <p:spPr>
              <a:xfrm>
                <a:off x="7794466" y="2381365"/>
                <a:ext cx="1238993" cy="340532"/>
              </a:xfrm>
              <a:prstGeom prst="rect">
                <a:avLst/>
              </a:prstGeom>
              <a:noFill/>
              <a:ln>
                <a:noFill/>
              </a:ln>
            </p:spPr>
            <p:txBody>
              <a:bodyPr wrap="square" lIns="0" tIns="0" rIns="0" bIns="0" rtlCol="0">
                <a:spAutoFit/>
              </a:bodyPr>
              <a:lstStyle/>
              <a:p>
                <a:pPr algn="ctr"/>
                <a:r>
                  <a:rPr lang="es-ES" sz="1400" dirty="0">
                    <a:solidFill>
                      <a:schemeClr val="accent1"/>
                    </a:solidFill>
                    <a:latin typeface="Santander Text" panose="020B0504020201020104" pitchFamily="34" charset="0"/>
                  </a:rPr>
                  <a:t>Medidas preventivas</a:t>
                </a:r>
              </a:p>
            </p:txBody>
          </p:sp>
          <p:sp>
            <p:nvSpPr>
              <p:cNvPr id="13" name="7 CuadroTexto">
                <a:extLst>
                  <a:ext uri="{FF2B5EF4-FFF2-40B4-BE49-F238E27FC236}">
                    <a16:creationId xmlns:a16="http://schemas.microsoft.com/office/drawing/2014/main" id="{FDA15124-1C39-4F75-30FD-C91EA4244804}"/>
                  </a:ext>
                </a:extLst>
              </p:cNvPr>
              <p:cNvSpPr txBox="1"/>
              <p:nvPr/>
            </p:nvSpPr>
            <p:spPr>
              <a:xfrm>
                <a:off x="7802404" y="738531"/>
                <a:ext cx="1268909" cy="291885"/>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La Metodología para la Evaluación de Riesgos;</a:t>
                </a:r>
              </a:p>
            </p:txBody>
          </p:sp>
          <p:sp>
            <p:nvSpPr>
              <p:cNvPr id="14" name="7 CuadroTexto">
                <a:extLst>
                  <a:ext uri="{FF2B5EF4-FFF2-40B4-BE49-F238E27FC236}">
                    <a16:creationId xmlns:a16="http://schemas.microsoft.com/office/drawing/2014/main" id="{8E452307-E289-289A-7284-54F061F87090}"/>
                  </a:ext>
                </a:extLst>
              </p:cNvPr>
              <p:cNvSpPr txBox="1"/>
              <p:nvPr/>
            </p:nvSpPr>
            <p:spPr>
              <a:xfrm>
                <a:off x="9789720" y="1625366"/>
                <a:ext cx="1624923" cy="291885"/>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El Manual de PLD/FT soportado por políticas Globales;</a:t>
                </a:r>
              </a:p>
            </p:txBody>
          </p:sp>
        </p:grpSp>
        <p:sp>
          <p:nvSpPr>
            <p:cNvPr id="6" name="7 CuadroTexto">
              <a:extLst>
                <a:ext uri="{FF2B5EF4-FFF2-40B4-BE49-F238E27FC236}">
                  <a16:creationId xmlns:a16="http://schemas.microsoft.com/office/drawing/2014/main" id="{539EC8F1-8081-F622-90B7-442E77BDC8F8}"/>
                </a:ext>
              </a:extLst>
            </p:cNvPr>
            <p:cNvSpPr txBox="1"/>
            <p:nvPr/>
          </p:nvSpPr>
          <p:spPr>
            <a:xfrm>
              <a:off x="1556391" y="4782104"/>
              <a:ext cx="1554915" cy="145942"/>
            </a:xfrm>
            <a:prstGeom prst="rect">
              <a:avLst/>
            </a:prstGeom>
            <a:noFill/>
            <a:ln>
              <a:noFill/>
            </a:ln>
          </p:spPr>
          <p:txBody>
            <a:bodyPr wrap="square" lIns="0" tIns="0" rIns="0" bIns="0" rtlCol="0">
              <a:spAutoFit/>
            </a:bodyPr>
            <a:lstStyle/>
            <a:p>
              <a:r>
                <a:rPr lang="es-ES" sz="1200" dirty="0">
                  <a:latin typeface="Santander Text Light" panose="020B0304020201020104" pitchFamily="34" charset="0"/>
                </a:rPr>
                <a:t>Programa de Capacitación</a:t>
              </a:r>
            </a:p>
          </p:txBody>
        </p:sp>
        <p:sp>
          <p:nvSpPr>
            <p:cNvPr id="7" name="7 CuadroTexto">
              <a:extLst>
                <a:ext uri="{FF2B5EF4-FFF2-40B4-BE49-F238E27FC236}">
                  <a16:creationId xmlns:a16="http://schemas.microsoft.com/office/drawing/2014/main" id="{0ECD8155-0DD3-15FD-19D0-B0EFACF02B55}"/>
                </a:ext>
              </a:extLst>
            </p:cNvPr>
            <p:cNvSpPr txBox="1"/>
            <p:nvPr/>
          </p:nvSpPr>
          <p:spPr>
            <a:xfrm>
              <a:off x="3174891" y="5507015"/>
              <a:ext cx="1793777" cy="437827"/>
            </a:xfrm>
            <a:prstGeom prst="rect">
              <a:avLst/>
            </a:prstGeom>
            <a:noFill/>
            <a:ln>
              <a:noFill/>
            </a:ln>
          </p:spPr>
          <p:txBody>
            <a:bodyPr wrap="square" lIns="0" tIns="0" rIns="0" bIns="0" rtlCol="0">
              <a:spAutoFit/>
            </a:bodyPr>
            <a:lstStyle/>
            <a:p>
              <a:r>
                <a:rPr lang="es-MX" sz="1200" dirty="0">
                  <a:latin typeface="Santander Text Light" panose="020B0304020201020104" pitchFamily="34" charset="0"/>
                </a:rPr>
                <a:t>Oficial de Cumplimiento interino, en su caso;</a:t>
              </a:r>
            </a:p>
            <a:p>
              <a:endParaRPr lang="es-ES" sz="1200" dirty="0">
                <a:latin typeface="Santander Text Light" panose="020B0304020201020104" pitchFamily="34" charset="0"/>
              </a:endParaRPr>
            </a:p>
          </p:txBody>
        </p:sp>
      </p:grpSp>
      <p:sp>
        <p:nvSpPr>
          <p:cNvPr id="35" name="CuadroTexto 34">
            <a:extLst>
              <a:ext uri="{FF2B5EF4-FFF2-40B4-BE49-F238E27FC236}">
                <a16:creationId xmlns:a16="http://schemas.microsoft.com/office/drawing/2014/main" id="{10D2E485-BD06-B73C-EBD6-CE8C790D3AE4}"/>
              </a:ext>
            </a:extLst>
          </p:cNvPr>
          <p:cNvSpPr txBox="1"/>
          <p:nvPr/>
        </p:nvSpPr>
        <p:spPr>
          <a:xfrm>
            <a:off x="408502" y="1473249"/>
            <a:ext cx="4409534" cy="523220"/>
          </a:xfrm>
          <a:prstGeom prst="rect">
            <a:avLst/>
          </a:prstGeom>
          <a:solidFill>
            <a:srgbClr val="81979B">
              <a:alpha val="19000"/>
            </a:srgbClr>
          </a:solidFill>
        </p:spPr>
        <p:txBody>
          <a:bodyPr wrap="square">
            <a:spAutoFit/>
          </a:bodyPr>
          <a:lstStyle/>
          <a:p>
            <a:r>
              <a:rPr lang="es-MX" sz="1400" dirty="0">
                <a:latin typeface="Santander Text Light" panose="020B0304020201020104" pitchFamily="34" charset="0"/>
              </a:rPr>
              <a:t>Sistema de controles internos para garantizar el cumplimiento de las obligaciones en materia de PLD/FT</a:t>
            </a:r>
          </a:p>
        </p:txBody>
      </p:sp>
    </p:spTree>
    <p:extLst>
      <p:ext uri="{BB962C8B-B14F-4D97-AF65-F5344CB8AC3E}">
        <p14:creationId xmlns:p14="http://schemas.microsoft.com/office/powerpoint/2010/main" val="1364754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18B53-2CDB-0DF5-4706-67C9E2AB2653}"/>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6039F76D-A6EB-ADDC-7CAD-79C5F93F062B}"/>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A8FAA70F-133F-C7A5-376C-1301D1DBE8B9}"/>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29</a:t>
            </a:fld>
            <a:endParaRPr lang="en-US"/>
          </a:p>
        </p:txBody>
      </p:sp>
      <p:sp>
        <p:nvSpPr>
          <p:cNvPr id="10" name="Marcador de texto 9">
            <a:extLst>
              <a:ext uri="{FF2B5EF4-FFF2-40B4-BE49-F238E27FC236}">
                <a16:creationId xmlns:a16="http://schemas.microsoft.com/office/drawing/2014/main" id="{DFB925B5-2B95-7552-5BC8-1F748E89BA48}"/>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B6B7AE86-8158-9F59-53F5-E8D31F5C780B}"/>
              </a:ext>
            </a:extLst>
          </p:cNvPr>
          <p:cNvSpPr txBox="1">
            <a:spLocks/>
          </p:cNvSpPr>
          <p:nvPr/>
        </p:nvSpPr>
        <p:spPr>
          <a:xfrm>
            <a:off x="439259" y="1030613"/>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Política de Conocimiento de Cliente (KYC)</a:t>
            </a:r>
            <a:endParaRPr lang="es-ES" dirty="0"/>
          </a:p>
        </p:txBody>
      </p:sp>
      <p:grpSp>
        <p:nvGrpSpPr>
          <p:cNvPr id="3" name="Grupo 2">
            <a:extLst>
              <a:ext uri="{FF2B5EF4-FFF2-40B4-BE49-F238E27FC236}">
                <a16:creationId xmlns:a16="http://schemas.microsoft.com/office/drawing/2014/main" id="{E1EC8FAD-D8DC-8A7F-5DBA-4D5AE5DE0B80}"/>
              </a:ext>
            </a:extLst>
          </p:cNvPr>
          <p:cNvGrpSpPr/>
          <p:nvPr/>
        </p:nvGrpSpPr>
        <p:grpSpPr>
          <a:xfrm>
            <a:off x="1539138" y="1705523"/>
            <a:ext cx="8686696" cy="4714248"/>
            <a:chOff x="3267437" y="1132885"/>
            <a:chExt cx="8686696" cy="4714248"/>
          </a:xfrm>
        </p:grpSpPr>
        <p:grpSp>
          <p:nvGrpSpPr>
            <p:cNvPr id="4" name="Grupo 3">
              <a:extLst>
                <a:ext uri="{FF2B5EF4-FFF2-40B4-BE49-F238E27FC236}">
                  <a16:creationId xmlns:a16="http://schemas.microsoft.com/office/drawing/2014/main" id="{1D9AC2D6-F706-9998-3164-8F6C9718E389}"/>
                </a:ext>
              </a:extLst>
            </p:cNvPr>
            <p:cNvGrpSpPr/>
            <p:nvPr/>
          </p:nvGrpSpPr>
          <p:grpSpPr>
            <a:xfrm>
              <a:off x="3267437" y="1132885"/>
              <a:ext cx="7959364" cy="4714248"/>
              <a:chOff x="-1367931" y="1385780"/>
              <a:chExt cx="8937827" cy="5293781"/>
            </a:xfrm>
          </p:grpSpPr>
          <p:sp>
            <p:nvSpPr>
              <p:cNvPr id="22" name="Forma libre: forma 21">
                <a:extLst>
                  <a:ext uri="{FF2B5EF4-FFF2-40B4-BE49-F238E27FC236}">
                    <a16:creationId xmlns:a16="http://schemas.microsoft.com/office/drawing/2014/main" id="{EA3732F9-AADF-3DB1-510C-539A4622DA6F}"/>
                  </a:ext>
                </a:extLst>
              </p:cNvPr>
              <p:cNvSpPr/>
              <p:nvPr/>
            </p:nvSpPr>
            <p:spPr>
              <a:xfrm>
                <a:off x="3255093" y="1663924"/>
                <a:ext cx="657853" cy="257377"/>
              </a:xfrm>
              <a:custGeom>
                <a:avLst/>
                <a:gdLst>
                  <a:gd name="connsiteX0" fmla="*/ 76579 w 155335"/>
                  <a:gd name="connsiteY0" fmla="*/ 155287 h 155335"/>
                  <a:gd name="connsiteX1" fmla="*/ 154248 w 155335"/>
                  <a:gd name="connsiteY1" fmla="*/ 77619 h 155335"/>
                  <a:gd name="connsiteX2" fmla="*/ 76579 w 155335"/>
                  <a:gd name="connsiteY2" fmla="*/ -48 h 155335"/>
                  <a:gd name="connsiteX3" fmla="*/ -1088 w 155335"/>
                  <a:gd name="connsiteY3" fmla="*/ 77619 h 155335"/>
                  <a:gd name="connsiteX4" fmla="*/ -1088 w 155335"/>
                  <a:gd name="connsiteY4" fmla="*/ 77752 h 155335"/>
                  <a:gd name="connsiteX5" fmla="*/ 76447 w 155335"/>
                  <a:gd name="connsiteY5" fmla="*/ 155287 h 155335"/>
                  <a:gd name="connsiteX6" fmla="*/ 76579 w 155335"/>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5" h="155335">
                    <a:moveTo>
                      <a:pt x="76579" y="155287"/>
                    </a:moveTo>
                    <a:cubicBezTo>
                      <a:pt x="119537" y="155287"/>
                      <a:pt x="154248" y="120513"/>
                      <a:pt x="154248" y="77619"/>
                    </a:cubicBezTo>
                    <a:cubicBezTo>
                      <a:pt x="154248" y="34725"/>
                      <a:pt x="119537" y="-48"/>
                      <a:pt x="76579" y="-48"/>
                    </a:cubicBezTo>
                    <a:cubicBezTo>
                      <a:pt x="33623" y="-48"/>
                      <a:pt x="-1088" y="34725"/>
                      <a:pt x="-1088" y="77619"/>
                    </a:cubicBezTo>
                    <a:cubicBezTo>
                      <a:pt x="-1088" y="77663"/>
                      <a:pt x="-1088" y="77708"/>
                      <a:pt x="-1088" y="77752"/>
                    </a:cubicBezTo>
                    <a:cubicBezTo>
                      <a:pt x="-1088" y="120573"/>
                      <a:pt x="33623" y="155287"/>
                      <a:pt x="76447" y="155287"/>
                    </a:cubicBezTo>
                    <a:cubicBezTo>
                      <a:pt x="76447" y="155287"/>
                      <a:pt x="76579" y="155287"/>
                      <a:pt x="76579" y="155287"/>
                    </a:cubicBezTo>
                    <a:close/>
                  </a:path>
                </a:pathLst>
              </a:custGeom>
              <a:noFill/>
              <a:ln w="6649" cap="flat">
                <a:solidFill>
                  <a:srgbClr val="FFFFFF"/>
                </a:solid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B3B0FAC2-4BA5-2112-E487-627B8146835D}"/>
                  </a:ext>
                </a:extLst>
              </p:cNvPr>
              <p:cNvSpPr/>
              <p:nvPr/>
            </p:nvSpPr>
            <p:spPr>
              <a:xfrm>
                <a:off x="3819453" y="166768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6"/>
                      <a:pt x="25510" y="13251"/>
                    </a:cubicBezTo>
                    <a:cubicBezTo>
                      <a:pt x="25510" y="5906"/>
                      <a:pt x="19526" y="-48"/>
                      <a:pt x="12211" y="-48"/>
                    </a:cubicBezTo>
                    <a:cubicBezTo>
                      <a:pt x="4896" y="-48"/>
                      <a:pt x="-1088" y="5906"/>
                      <a:pt x="-1088" y="13251"/>
                    </a:cubicBezTo>
                    <a:cubicBezTo>
                      <a:pt x="-1088" y="20596"/>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DFC57A65-B49C-753F-83B9-EFD1BDF0ACF3}"/>
                  </a:ext>
                </a:extLst>
              </p:cNvPr>
              <p:cNvSpPr/>
              <p:nvPr/>
            </p:nvSpPr>
            <p:spPr>
              <a:xfrm>
                <a:off x="1959821"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658F689C-70A3-AAD0-134A-2245C2D07D18}"/>
                  </a:ext>
                </a:extLst>
              </p:cNvPr>
              <p:cNvSpPr/>
              <p:nvPr/>
            </p:nvSpPr>
            <p:spPr>
              <a:xfrm>
                <a:off x="1501809" y="4506673"/>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14F07DB9-A8AD-C77F-7AC6-76F054C36E1D}"/>
                  </a:ext>
                </a:extLst>
              </p:cNvPr>
              <p:cNvSpPr/>
              <p:nvPr/>
            </p:nvSpPr>
            <p:spPr>
              <a:xfrm>
                <a:off x="2802985" y="6081742"/>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A987D30C-70E9-3B8C-E0F2-7D01A2805486}"/>
                  </a:ext>
                </a:extLst>
              </p:cNvPr>
              <p:cNvSpPr/>
              <p:nvPr/>
            </p:nvSpPr>
            <p:spPr>
              <a:xfrm>
                <a:off x="4853469" y="6085426"/>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B9F0D550-E6E4-94FE-BC69-84C10767CA9F}"/>
                  </a:ext>
                </a:extLst>
              </p:cNvPr>
              <p:cNvSpPr/>
              <p:nvPr/>
            </p:nvSpPr>
            <p:spPr>
              <a:xfrm>
                <a:off x="6136712" y="4509865"/>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73C289EB-8D86-366A-9453-539117B9F89B}"/>
                  </a:ext>
                </a:extLst>
              </p:cNvPr>
              <p:cNvSpPr/>
              <p:nvPr/>
            </p:nvSpPr>
            <p:spPr>
              <a:xfrm>
                <a:off x="5678554"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DF59AFE5-4BFB-5368-8E5B-1E8485121D11}"/>
                  </a:ext>
                </a:extLst>
              </p:cNvPr>
              <p:cNvSpPr/>
              <p:nvPr/>
            </p:nvSpPr>
            <p:spPr>
              <a:xfrm>
                <a:off x="3692494" y="2314027"/>
                <a:ext cx="314657" cy="306289"/>
              </a:xfrm>
              <a:custGeom>
                <a:avLst/>
                <a:gdLst>
                  <a:gd name="connsiteX0" fmla="*/ 29185 w 314657"/>
                  <a:gd name="connsiteY0" fmla="*/ 56075 h 306289"/>
                  <a:gd name="connsiteX1" fmla="*/ 63365 w 314657"/>
                  <a:gd name="connsiteY1" fmla="*/ 275924 h 306289"/>
                  <a:gd name="connsiteX2" fmla="*/ 283200 w 314657"/>
                  <a:gd name="connsiteY2" fmla="*/ 241732 h 306289"/>
                  <a:gd name="connsiteX3" fmla="*/ 249022 w 314657"/>
                  <a:gd name="connsiteY3" fmla="*/ 21880 h 306289"/>
                  <a:gd name="connsiteX4" fmla="*/ 206863 w 314657"/>
                  <a:gd name="connsiteY4" fmla="*/ -48 h 3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57" h="306289">
                    <a:moveTo>
                      <a:pt x="29185" y="56075"/>
                    </a:moveTo>
                    <a:cubicBezTo>
                      <a:pt x="-22017" y="126228"/>
                      <a:pt x="-6722" y="224656"/>
                      <a:pt x="63365" y="275924"/>
                    </a:cubicBezTo>
                    <a:cubicBezTo>
                      <a:pt x="133584" y="327193"/>
                      <a:pt x="231998" y="311885"/>
                      <a:pt x="283200" y="241732"/>
                    </a:cubicBezTo>
                    <a:cubicBezTo>
                      <a:pt x="334535" y="171578"/>
                      <a:pt x="319242" y="73151"/>
                      <a:pt x="249022" y="21880"/>
                    </a:cubicBezTo>
                    <a:cubicBezTo>
                      <a:pt x="236122" y="12477"/>
                      <a:pt x="221891" y="5083"/>
                      <a:pt x="206863" y="-48"/>
                    </a:cubicBezTo>
                  </a:path>
                </a:pathLst>
              </a:custGeom>
              <a:noFill/>
              <a:ln w="10638" cap="flat">
                <a:solidFill>
                  <a:srgbClr val="FFFFFF"/>
                </a:solid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B21EBCBF-3BBF-12CC-BD33-E1FC792D90E9}"/>
                  </a:ext>
                </a:extLst>
              </p:cNvPr>
              <p:cNvSpPr/>
              <p:nvPr/>
            </p:nvSpPr>
            <p:spPr>
              <a:xfrm>
                <a:off x="3832885" y="2797322"/>
                <a:ext cx="1819868" cy="1610803"/>
              </a:xfrm>
              <a:custGeom>
                <a:avLst/>
                <a:gdLst>
                  <a:gd name="connsiteX0" fmla="*/ 1819868 w 1819868"/>
                  <a:gd name="connsiteY0" fmla="*/ 1610804 h 1610803"/>
                  <a:gd name="connsiteX1" fmla="*/ 0 w 1819868"/>
                  <a:gd name="connsiteY1" fmla="*/ 1205443 h 1610803"/>
                  <a:gd name="connsiteX2" fmla="*/ 1548696 w 1819868"/>
                  <a:gd name="connsiteY2" fmla="*/ 0 h 1610803"/>
                </a:gdLst>
                <a:ahLst/>
                <a:cxnLst>
                  <a:cxn ang="0">
                    <a:pos x="connsiteX0" y="connsiteY0"/>
                  </a:cxn>
                  <a:cxn ang="0">
                    <a:pos x="connsiteX1" y="connsiteY1"/>
                  </a:cxn>
                  <a:cxn ang="0">
                    <a:pos x="connsiteX2" y="connsiteY2"/>
                  </a:cxn>
                </a:cxnLst>
                <a:rect l="l" t="t" r="r" b="b"/>
                <a:pathLst>
                  <a:path w="1819868" h="1610803">
                    <a:moveTo>
                      <a:pt x="1819868" y="1610804"/>
                    </a:moveTo>
                    <a:lnTo>
                      <a:pt x="0" y="1205443"/>
                    </a:lnTo>
                    <a:lnTo>
                      <a:pt x="1548696" y="0"/>
                    </a:lnTo>
                  </a:path>
                </a:pathLst>
              </a:custGeom>
              <a:noFill/>
              <a:ln w="6649" cap="flat">
                <a:solidFill>
                  <a:schemeClr val="accent3"/>
                </a:solidFill>
                <a:prstDash val="solid"/>
                <a:miter/>
              </a:ln>
            </p:spPr>
            <p:txBody>
              <a:bodyPr rtlCol="0" anchor="ctr"/>
              <a:lstStyle/>
              <a:p>
                <a:endParaRPr lang="es-ES" dirty="0"/>
              </a:p>
            </p:txBody>
          </p:sp>
          <p:sp>
            <p:nvSpPr>
              <p:cNvPr id="32" name="Forma libre: forma 31">
                <a:extLst>
                  <a:ext uri="{FF2B5EF4-FFF2-40B4-BE49-F238E27FC236}">
                    <a16:creationId xmlns:a16="http://schemas.microsoft.com/office/drawing/2014/main" id="{4B5E73F3-A5BD-6E8A-D96E-4382D3AAA123}"/>
                  </a:ext>
                </a:extLst>
              </p:cNvPr>
              <p:cNvSpPr/>
              <p:nvPr/>
            </p:nvSpPr>
            <p:spPr>
              <a:xfrm>
                <a:off x="3832885" y="4002765"/>
                <a:ext cx="791437" cy="1604021"/>
              </a:xfrm>
              <a:custGeom>
                <a:avLst/>
                <a:gdLst>
                  <a:gd name="connsiteX0" fmla="*/ 791438 w 791437"/>
                  <a:gd name="connsiteY0" fmla="*/ 1604021 h 1604021"/>
                  <a:gd name="connsiteX1" fmla="*/ 0 w 791437"/>
                  <a:gd name="connsiteY1" fmla="*/ 0 h 1604021"/>
                </a:gdLst>
                <a:ahLst/>
                <a:cxnLst>
                  <a:cxn ang="0">
                    <a:pos x="connsiteX0" y="connsiteY0"/>
                  </a:cxn>
                  <a:cxn ang="0">
                    <a:pos x="connsiteX1" y="connsiteY1"/>
                  </a:cxn>
                </a:cxnLst>
                <a:rect l="l" t="t" r="r" b="b"/>
                <a:pathLst>
                  <a:path w="791437" h="1604021">
                    <a:moveTo>
                      <a:pt x="791438" y="1604021"/>
                    </a:moveTo>
                    <a:lnTo>
                      <a:pt x="0" y="0"/>
                    </a:lnTo>
                  </a:path>
                </a:pathLst>
              </a:custGeom>
              <a:ln w="6649" cap="flat">
                <a:solidFill>
                  <a:schemeClr val="accent3"/>
                </a:solid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A204594E-5147-0E0F-284A-A79FA4E0FAEF}"/>
                  </a:ext>
                </a:extLst>
              </p:cNvPr>
              <p:cNvSpPr/>
              <p:nvPr/>
            </p:nvSpPr>
            <p:spPr>
              <a:xfrm>
                <a:off x="5381581" y="2557005"/>
                <a:ext cx="308941" cy="240317"/>
              </a:xfrm>
              <a:custGeom>
                <a:avLst/>
                <a:gdLst>
                  <a:gd name="connsiteX0" fmla="*/ 0 w 308941"/>
                  <a:gd name="connsiteY0" fmla="*/ 240317 h 240317"/>
                  <a:gd name="connsiteX1" fmla="*/ 308941 w 308941"/>
                  <a:gd name="connsiteY1" fmla="*/ 0 h 240317"/>
                </a:gdLst>
                <a:ahLst/>
                <a:cxnLst>
                  <a:cxn ang="0">
                    <a:pos x="connsiteX0" y="connsiteY0"/>
                  </a:cxn>
                  <a:cxn ang="0">
                    <a:pos x="connsiteX1" y="connsiteY1"/>
                  </a:cxn>
                </a:cxnLst>
                <a:rect l="l" t="t" r="r" b="b"/>
                <a:pathLst>
                  <a:path w="308941" h="240317">
                    <a:moveTo>
                      <a:pt x="0" y="240317"/>
                    </a:moveTo>
                    <a:lnTo>
                      <a:pt x="308941" y="0"/>
                    </a:lnTo>
                  </a:path>
                </a:pathLst>
              </a:custGeom>
              <a:ln w="6649" cap="flat">
                <a:solidFill>
                  <a:srgbClr val="E30613"/>
                </a:solid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7D62167C-3FB6-E6DB-D46A-8A5BE528D7DA}"/>
                  </a:ext>
                </a:extLst>
              </p:cNvPr>
              <p:cNvSpPr/>
              <p:nvPr/>
            </p:nvSpPr>
            <p:spPr>
              <a:xfrm rot="20563001">
                <a:off x="3415963" y="1624977"/>
                <a:ext cx="51339" cy="2274948"/>
              </a:xfrm>
              <a:custGeom>
                <a:avLst/>
                <a:gdLst>
                  <a:gd name="connsiteX0" fmla="*/ 0 w 13299"/>
                  <a:gd name="connsiteY0" fmla="*/ 0 h 1805105"/>
                  <a:gd name="connsiteX1" fmla="*/ 0 w 13299"/>
                  <a:gd name="connsiteY1" fmla="*/ 1805106 h 1805105"/>
                </a:gdLst>
                <a:ahLst/>
                <a:cxnLst>
                  <a:cxn ang="0">
                    <a:pos x="connsiteX0" y="connsiteY0"/>
                  </a:cxn>
                  <a:cxn ang="0">
                    <a:pos x="connsiteX1" y="connsiteY1"/>
                  </a:cxn>
                </a:cxnLst>
                <a:rect l="l" t="t" r="r" b="b"/>
                <a:pathLst>
                  <a:path w="13299" h="1805105">
                    <a:moveTo>
                      <a:pt x="0" y="0"/>
                    </a:moveTo>
                    <a:lnTo>
                      <a:pt x="0" y="1805106"/>
                    </a:lnTo>
                  </a:path>
                </a:pathLst>
              </a:custGeom>
              <a:ln w="6649" cap="flat">
                <a:solidFill>
                  <a:schemeClr val="accent3"/>
                </a:solid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1E8DE3EF-74D8-6558-9016-8B7BBD145F0C}"/>
                  </a:ext>
                </a:extLst>
              </p:cNvPr>
              <p:cNvSpPr/>
              <p:nvPr/>
            </p:nvSpPr>
            <p:spPr>
              <a:xfrm>
                <a:off x="4624190" y="5606520"/>
                <a:ext cx="239519" cy="485555"/>
              </a:xfrm>
              <a:custGeom>
                <a:avLst/>
                <a:gdLst>
                  <a:gd name="connsiteX0" fmla="*/ 0 w 239519"/>
                  <a:gd name="connsiteY0" fmla="*/ 0 h 485555"/>
                  <a:gd name="connsiteX1" fmla="*/ 239519 w 239519"/>
                  <a:gd name="connsiteY1" fmla="*/ 485555 h 485555"/>
                </a:gdLst>
                <a:ahLst/>
                <a:cxnLst>
                  <a:cxn ang="0">
                    <a:pos x="connsiteX0" y="connsiteY0"/>
                  </a:cxn>
                  <a:cxn ang="0">
                    <a:pos x="connsiteX1" y="connsiteY1"/>
                  </a:cxn>
                </a:cxnLst>
                <a:rect l="l" t="t" r="r" b="b"/>
                <a:pathLst>
                  <a:path w="239519" h="485555">
                    <a:moveTo>
                      <a:pt x="0" y="0"/>
                    </a:moveTo>
                    <a:lnTo>
                      <a:pt x="239519" y="485555"/>
                    </a:lnTo>
                  </a:path>
                </a:pathLst>
              </a:custGeom>
              <a:ln w="6649" cap="flat">
                <a:solidFill>
                  <a:srgbClr val="E30613"/>
                </a:solid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B6001DD6-13C3-20CA-4E57-AB3E96328FCE}"/>
                  </a:ext>
                </a:extLst>
              </p:cNvPr>
              <p:cNvSpPr/>
              <p:nvPr/>
            </p:nvSpPr>
            <p:spPr>
              <a:xfrm>
                <a:off x="5658738" y="4409456"/>
                <a:ext cx="490608" cy="109319"/>
              </a:xfrm>
              <a:custGeom>
                <a:avLst/>
                <a:gdLst>
                  <a:gd name="connsiteX0" fmla="*/ 0 w 490608"/>
                  <a:gd name="connsiteY0" fmla="*/ 0 h 109319"/>
                  <a:gd name="connsiteX1" fmla="*/ 490609 w 490608"/>
                  <a:gd name="connsiteY1" fmla="*/ 109320 h 109319"/>
                </a:gdLst>
                <a:ahLst/>
                <a:cxnLst>
                  <a:cxn ang="0">
                    <a:pos x="connsiteX0" y="connsiteY0"/>
                  </a:cxn>
                  <a:cxn ang="0">
                    <a:pos x="connsiteX1" y="connsiteY1"/>
                  </a:cxn>
                </a:cxnLst>
                <a:rect l="l" t="t" r="r" b="b"/>
                <a:pathLst>
                  <a:path w="490608" h="109319">
                    <a:moveTo>
                      <a:pt x="0" y="0"/>
                    </a:moveTo>
                    <a:lnTo>
                      <a:pt x="490609" y="109320"/>
                    </a:lnTo>
                  </a:path>
                </a:pathLst>
              </a:custGeom>
              <a:ln w="6649" cap="flat">
                <a:solidFill>
                  <a:srgbClr val="E30613"/>
                </a:solid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2CF65EEC-34FA-7571-32A4-88BDF44C0484}"/>
                  </a:ext>
                </a:extLst>
              </p:cNvPr>
              <p:cNvSpPr/>
              <p:nvPr/>
            </p:nvSpPr>
            <p:spPr>
              <a:xfrm>
                <a:off x="3026419" y="3082191"/>
                <a:ext cx="1612932" cy="1612931"/>
              </a:xfrm>
              <a:custGeom>
                <a:avLst/>
                <a:gdLst>
                  <a:gd name="connsiteX0" fmla="*/ 805245 w 1612932"/>
                  <a:gd name="connsiteY0" fmla="*/ 1612884 h 1612931"/>
                  <a:gd name="connsiteX1" fmla="*/ 1611844 w 1612932"/>
                  <a:gd name="connsiteY1" fmla="*/ 806551 h 1612931"/>
                  <a:gd name="connsiteX2" fmla="*/ 805511 w 1612932"/>
                  <a:gd name="connsiteY2" fmla="*/ -48 h 1612931"/>
                  <a:gd name="connsiteX3" fmla="*/ -1088 w 1612932"/>
                  <a:gd name="connsiteY3" fmla="*/ 806285 h 1612931"/>
                  <a:gd name="connsiteX4" fmla="*/ -1088 w 1612932"/>
                  <a:gd name="connsiteY4" fmla="*/ 806418 h 1612931"/>
                  <a:gd name="connsiteX5" fmla="*/ 805378 w 1612932"/>
                  <a:gd name="connsiteY5" fmla="*/ 1612884 h 161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932" h="1612931">
                    <a:moveTo>
                      <a:pt x="805245" y="1612884"/>
                    </a:moveTo>
                    <a:cubicBezTo>
                      <a:pt x="1250636" y="1612964"/>
                      <a:pt x="1611711" y="1251956"/>
                      <a:pt x="1611844" y="806551"/>
                    </a:cubicBezTo>
                    <a:cubicBezTo>
                      <a:pt x="1611977" y="361146"/>
                      <a:pt x="1250903" y="32"/>
                      <a:pt x="805511" y="-48"/>
                    </a:cubicBezTo>
                    <a:cubicBezTo>
                      <a:pt x="360120" y="-128"/>
                      <a:pt x="-955" y="360880"/>
                      <a:pt x="-1088" y="806285"/>
                    </a:cubicBezTo>
                    <a:cubicBezTo>
                      <a:pt x="-1088" y="806325"/>
                      <a:pt x="-1088" y="806378"/>
                      <a:pt x="-1088" y="806418"/>
                    </a:cubicBezTo>
                    <a:cubicBezTo>
                      <a:pt x="-1088" y="1251823"/>
                      <a:pt x="359987" y="1612884"/>
                      <a:pt x="805378" y="1612884"/>
                    </a:cubicBezTo>
                  </a:path>
                </a:pathLst>
              </a:custGeom>
              <a:solidFill>
                <a:srgbClr val="FFFFFF"/>
              </a:solidFill>
              <a:ln w="6350" cap="flat">
                <a:solidFill>
                  <a:schemeClr val="accent4"/>
                </a:solid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F9E42CDA-EAFA-FEC5-498C-B8ED2DB520B0}"/>
                  </a:ext>
                </a:extLst>
              </p:cNvPr>
              <p:cNvSpPr/>
              <p:nvPr/>
            </p:nvSpPr>
            <p:spPr>
              <a:xfrm rot="21261000">
                <a:off x="3134735" y="2193666"/>
                <a:ext cx="496061" cy="496061"/>
              </a:xfrm>
              <a:custGeom>
                <a:avLst/>
                <a:gdLst>
                  <a:gd name="connsiteX0" fmla="*/ 494973 w 496061"/>
                  <a:gd name="connsiteY0" fmla="*/ 247983 h 496061"/>
                  <a:gd name="connsiteX1" fmla="*/ 246942 w 496061"/>
                  <a:gd name="connsiteY1" fmla="*/ 496014 h 496061"/>
                  <a:gd name="connsiteX2" fmla="*/ -1089 w 496061"/>
                  <a:gd name="connsiteY2" fmla="*/ 247983 h 496061"/>
                  <a:gd name="connsiteX3" fmla="*/ 246942 w 496061"/>
                  <a:gd name="connsiteY3" fmla="*/ -48 h 496061"/>
                  <a:gd name="connsiteX4" fmla="*/ 494973 w 496061"/>
                  <a:gd name="connsiteY4" fmla="*/ 247983 h 49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1" h="496061">
                    <a:moveTo>
                      <a:pt x="494973" y="247983"/>
                    </a:moveTo>
                    <a:cubicBezTo>
                      <a:pt x="494973" y="384966"/>
                      <a:pt x="383927" y="496014"/>
                      <a:pt x="246942" y="496014"/>
                    </a:cubicBezTo>
                    <a:cubicBezTo>
                      <a:pt x="109958" y="496014"/>
                      <a:pt x="-1089" y="384966"/>
                      <a:pt x="-1089" y="247983"/>
                    </a:cubicBezTo>
                    <a:cubicBezTo>
                      <a:pt x="-1089" y="110999"/>
                      <a:pt x="109958" y="-48"/>
                      <a:pt x="246942" y="-48"/>
                    </a:cubicBezTo>
                    <a:cubicBezTo>
                      <a:pt x="383927" y="-48"/>
                      <a:pt x="494973" y="110999"/>
                      <a:pt x="494973" y="247983"/>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D1A87D4C-8590-6071-8C52-5FA70A50C58B}"/>
                  </a:ext>
                </a:extLst>
              </p:cNvPr>
              <p:cNvSpPr/>
              <p:nvPr/>
            </p:nvSpPr>
            <p:spPr>
              <a:xfrm rot="20946002">
                <a:off x="5114049" y="4059007"/>
                <a:ext cx="606445" cy="606445"/>
              </a:xfrm>
              <a:custGeom>
                <a:avLst/>
                <a:gdLst>
                  <a:gd name="connsiteX0" fmla="*/ 605357 w 606445"/>
                  <a:gd name="connsiteY0" fmla="*/ 303175 h 606445"/>
                  <a:gd name="connsiteX1" fmla="*/ 302133 w 606445"/>
                  <a:gd name="connsiteY1" fmla="*/ 606397 h 606445"/>
                  <a:gd name="connsiteX2" fmla="*/ -1090 w 606445"/>
                  <a:gd name="connsiteY2" fmla="*/ 303174 h 606445"/>
                  <a:gd name="connsiteX3" fmla="*/ 302133 w 606445"/>
                  <a:gd name="connsiteY3" fmla="*/ -48 h 606445"/>
                  <a:gd name="connsiteX4" fmla="*/ 605357 w 606445"/>
                  <a:gd name="connsiteY4" fmla="*/ 303175 h 60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445" h="606445">
                    <a:moveTo>
                      <a:pt x="605357" y="303175"/>
                    </a:moveTo>
                    <a:cubicBezTo>
                      <a:pt x="605357" y="470640"/>
                      <a:pt x="469599" y="606397"/>
                      <a:pt x="302133" y="606397"/>
                    </a:cubicBezTo>
                    <a:cubicBezTo>
                      <a:pt x="134669" y="606397"/>
                      <a:pt x="-1090" y="470640"/>
                      <a:pt x="-1090" y="303174"/>
                    </a:cubicBezTo>
                    <a:cubicBezTo>
                      <a:pt x="-1090" y="135709"/>
                      <a:pt x="134667" y="-48"/>
                      <a:pt x="302133" y="-48"/>
                    </a:cubicBezTo>
                    <a:cubicBezTo>
                      <a:pt x="469598" y="-48"/>
                      <a:pt x="605357" y="135709"/>
                      <a:pt x="605357" y="303175"/>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555A4714-908D-7343-082E-D838BEDAA306}"/>
                  </a:ext>
                </a:extLst>
              </p:cNvPr>
              <p:cNvSpPr/>
              <p:nvPr/>
            </p:nvSpPr>
            <p:spPr>
              <a:xfrm>
                <a:off x="4185182" y="5039174"/>
                <a:ext cx="661770" cy="661770"/>
              </a:xfrm>
              <a:custGeom>
                <a:avLst/>
                <a:gdLst>
                  <a:gd name="connsiteX0" fmla="*/ 329664 w 661770"/>
                  <a:gd name="connsiteY0" fmla="*/ 661722 h 661770"/>
                  <a:gd name="connsiteX1" fmla="*/ 660682 w 661770"/>
                  <a:gd name="connsiteY1" fmla="*/ 330970 h 661770"/>
                  <a:gd name="connsiteX2" fmla="*/ 329930 w 661770"/>
                  <a:gd name="connsiteY2" fmla="*/ -48 h 661770"/>
                  <a:gd name="connsiteX3" fmla="*/ -1088 w 661770"/>
                  <a:gd name="connsiteY3" fmla="*/ 330704 h 661770"/>
                  <a:gd name="connsiteX4" fmla="*/ -1088 w 661770"/>
                  <a:gd name="connsiteY4" fmla="*/ 330837 h 661770"/>
                  <a:gd name="connsiteX5" fmla="*/ 329531 w 661770"/>
                  <a:gd name="connsiteY5" fmla="*/ 661722 h 661770"/>
                  <a:gd name="connsiteX6" fmla="*/ 329664 w 661770"/>
                  <a:gd name="connsiteY6" fmla="*/ 661722 h 6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770" h="661770">
                    <a:moveTo>
                      <a:pt x="329664" y="661722"/>
                    </a:moveTo>
                    <a:cubicBezTo>
                      <a:pt x="512395" y="661802"/>
                      <a:pt x="660549" y="513715"/>
                      <a:pt x="660682" y="330970"/>
                    </a:cubicBezTo>
                    <a:cubicBezTo>
                      <a:pt x="660815" y="148225"/>
                      <a:pt x="512662" y="32"/>
                      <a:pt x="329930" y="-48"/>
                    </a:cubicBezTo>
                    <a:cubicBezTo>
                      <a:pt x="147199" y="-128"/>
                      <a:pt x="-955" y="147959"/>
                      <a:pt x="-1088" y="330704"/>
                    </a:cubicBezTo>
                    <a:cubicBezTo>
                      <a:pt x="-1088" y="330744"/>
                      <a:pt x="-1088" y="330797"/>
                      <a:pt x="-1088" y="330837"/>
                    </a:cubicBezTo>
                    <a:cubicBezTo>
                      <a:pt x="-1221" y="513502"/>
                      <a:pt x="146799" y="661656"/>
                      <a:pt x="329531" y="661722"/>
                    </a:cubicBezTo>
                    <a:cubicBezTo>
                      <a:pt x="329531" y="661722"/>
                      <a:pt x="329664" y="661722"/>
                      <a:pt x="329664" y="661722"/>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B814FB5A-34A5-233F-CE6B-9225D111520E}"/>
                  </a:ext>
                </a:extLst>
              </p:cNvPr>
              <p:cNvSpPr/>
              <p:nvPr/>
            </p:nvSpPr>
            <p:spPr>
              <a:xfrm>
                <a:off x="2791156" y="4984116"/>
                <a:ext cx="716827" cy="716828"/>
              </a:xfrm>
              <a:custGeom>
                <a:avLst/>
                <a:gdLst>
                  <a:gd name="connsiteX0" fmla="*/ 357193 w 716827"/>
                  <a:gd name="connsiteY0" fmla="*/ 716781 h 716828"/>
                  <a:gd name="connsiteX1" fmla="*/ 715740 w 716827"/>
                  <a:gd name="connsiteY1" fmla="*/ 358499 h 716828"/>
                  <a:gd name="connsiteX2" fmla="*/ 357459 w 716827"/>
                  <a:gd name="connsiteY2" fmla="*/ -48 h 716828"/>
                  <a:gd name="connsiteX3" fmla="*/ -1088 w 716827"/>
                  <a:gd name="connsiteY3" fmla="*/ 358233 h 716828"/>
                  <a:gd name="connsiteX4" fmla="*/ -1088 w 716827"/>
                  <a:gd name="connsiteY4" fmla="*/ 358366 h 716828"/>
                  <a:gd name="connsiteX5" fmla="*/ 357193 w 716827"/>
                  <a:gd name="connsiteY5" fmla="*/ 716781 h 7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27" h="716828">
                    <a:moveTo>
                      <a:pt x="357193" y="716781"/>
                    </a:moveTo>
                    <a:cubicBezTo>
                      <a:pt x="555085" y="716861"/>
                      <a:pt x="715606" y="556445"/>
                      <a:pt x="715740" y="358499"/>
                    </a:cubicBezTo>
                    <a:cubicBezTo>
                      <a:pt x="715873" y="160553"/>
                      <a:pt x="555352" y="31"/>
                      <a:pt x="357459" y="-48"/>
                    </a:cubicBezTo>
                    <a:cubicBezTo>
                      <a:pt x="159566" y="-128"/>
                      <a:pt x="-957" y="160287"/>
                      <a:pt x="-1088" y="358233"/>
                    </a:cubicBezTo>
                    <a:cubicBezTo>
                      <a:pt x="-1088" y="358273"/>
                      <a:pt x="-1088" y="358326"/>
                      <a:pt x="-1088" y="358366"/>
                    </a:cubicBezTo>
                    <a:cubicBezTo>
                      <a:pt x="-1088" y="556259"/>
                      <a:pt x="159300" y="716714"/>
                      <a:pt x="357193" y="716781"/>
                    </a:cubicBezTo>
                  </a:path>
                </a:pathLst>
              </a:custGeom>
              <a:solidFill>
                <a:srgbClr val="FFFFFF"/>
              </a:solidFill>
              <a:ln w="6350" cap="flat">
                <a:solidFill>
                  <a:schemeClr val="accent2"/>
                </a:solid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71CA6B06-D955-C7D9-7CAF-9B33EEB96D97}"/>
                  </a:ext>
                </a:extLst>
              </p:cNvPr>
              <p:cNvSpPr/>
              <p:nvPr/>
            </p:nvSpPr>
            <p:spPr>
              <a:xfrm>
                <a:off x="1915998" y="3374907"/>
                <a:ext cx="771355" cy="771354"/>
              </a:xfrm>
              <a:custGeom>
                <a:avLst/>
                <a:gdLst>
                  <a:gd name="connsiteX0" fmla="*/ 384590 w 771355"/>
                  <a:gd name="connsiteY0" fmla="*/ 771308 h 771355"/>
                  <a:gd name="connsiteX1" fmla="*/ 770268 w 771355"/>
                  <a:gd name="connsiteY1" fmla="*/ 385630 h 771355"/>
                  <a:gd name="connsiteX2" fmla="*/ 384590 w 771355"/>
                  <a:gd name="connsiteY2" fmla="*/ -48 h 771355"/>
                  <a:gd name="connsiteX3" fmla="*/ -1088 w 771355"/>
                  <a:gd name="connsiteY3" fmla="*/ 385630 h 771355"/>
                  <a:gd name="connsiteX4" fmla="*/ 384590 w 771355"/>
                  <a:gd name="connsiteY4" fmla="*/ 771308 h 771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355" h="771355">
                    <a:moveTo>
                      <a:pt x="384590" y="771308"/>
                    </a:moveTo>
                    <a:cubicBezTo>
                      <a:pt x="597644" y="771308"/>
                      <a:pt x="770268" y="598631"/>
                      <a:pt x="770268" y="385630"/>
                    </a:cubicBezTo>
                    <a:cubicBezTo>
                      <a:pt x="770268" y="172629"/>
                      <a:pt x="597644" y="-48"/>
                      <a:pt x="384590" y="-48"/>
                    </a:cubicBezTo>
                    <a:cubicBezTo>
                      <a:pt x="171536" y="-48"/>
                      <a:pt x="-1088" y="172629"/>
                      <a:pt x="-1088" y="385630"/>
                    </a:cubicBezTo>
                    <a:cubicBezTo>
                      <a:pt x="-1088" y="598631"/>
                      <a:pt x="171536" y="771308"/>
                      <a:pt x="384590" y="771308"/>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3" name="CuadroTexto 42">
                <a:extLst>
                  <a:ext uri="{FF2B5EF4-FFF2-40B4-BE49-F238E27FC236}">
                    <a16:creationId xmlns:a16="http://schemas.microsoft.com/office/drawing/2014/main" id="{E3D39A05-C637-0E67-F92B-427565B0D52E}"/>
                  </a:ext>
                </a:extLst>
              </p:cNvPr>
              <p:cNvSpPr txBox="1"/>
              <p:nvPr/>
            </p:nvSpPr>
            <p:spPr>
              <a:xfrm>
                <a:off x="3125211" y="3662405"/>
                <a:ext cx="1418540" cy="483857"/>
              </a:xfrm>
              <a:prstGeom prst="rect">
                <a:avLst/>
              </a:prstGeom>
              <a:noFill/>
            </p:spPr>
            <p:txBody>
              <a:bodyPr wrap="square">
                <a:spAutoFit/>
              </a:bodyPr>
              <a:lstStyle/>
              <a:p>
                <a:pPr algn="ctr"/>
                <a:r>
                  <a:rPr lang="en-US" sz="1100" dirty="0">
                    <a:latin typeface="Santander Text SemiBold" panose="020B0704020201010104" pitchFamily="34" charset="0"/>
                    <a:cs typeface="Santander Text SemiBold" panose="020B0704020201010104" pitchFamily="34" charset="0"/>
                  </a:rPr>
                  <a:t>Política </a:t>
                </a:r>
              </a:p>
              <a:p>
                <a:pPr algn="ctr"/>
                <a:r>
                  <a:rPr lang="en-US" sz="1100" dirty="0">
                    <a:latin typeface="Santander Text SemiBold" panose="020B0704020201010104" pitchFamily="34" charset="0"/>
                    <a:cs typeface="Santander Text SemiBold" panose="020B0704020201010104" pitchFamily="34" charset="0"/>
                  </a:rPr>
                  <a:t>KYC</a:t>
                </a:r>
              </a:p>
            </p:txBody>
          </p:sp>
          <p:sp>
            <p:nvSpPr>
              <p:cNvPr id="44" name="Forma libre: forma 43">
                <a:extLst>
                  <a:ext uri="{FF2B5EF4-FFF2-40B4-BE49-F238E27FC236}">
                    <a16:creationId xmlns:a16="http://schemas.microsoft.com/office/drawing/2014/main" id="{823063B3-E2EB-21B0-EF92-E2C0E797CAC0}"/>
                  </a:ext>
                </a:extLst>
              </p:cNvPr>
              <p:cNvSpPr/>
              <p:nvPr/>
            </p:nvSpPr>
            <p:spPr>
              <a:xfrm>
                <a:off x="1415499" y="3640819"/>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6</a:t>
                </a:r>
              </a:p>
            </p:txBody>
          </p:sp>
          <p:sp>
            <p:nvSpPr>
              <p:cNvPr id="45" name="object 9">
                <a:extLst>
                  <a:ext uri="{FF2B5EF4-FFF2-40B4-BE49-F238E27FC236}">
                    <a16:creationId xmlns:a16="http://schemas.microsoft.com/office/drawing/2014/main" id="{D42FE320-D328-61C2-3DA0-8F36E121A30C}"/>
                  </a:ext>
                </a:extLst>
              </p:cNvPr>
              <p:cNvSpPr txBox="1"/>
              <p:nvPr/>
            </p:nvSpPr>
            <p:spPr>
              <a:xfrm>
                <a:off x="-1367931" y="2881680"/>
                <a:ext cx="2701325" cy="480977"/>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V. Consideraciones para, en su caso, modificar el grado de riesgo previamente determinado para un cliente.</a:t>
                </a:r>
              </a:p>
            </p:txBody>
          </p:sp>
          <p:sp>
            <p:nvSpPr>
              <p:cNvPr id="46" name="object 9">
                <a:extLst>
                  <a:ext uri="{FF2B5EF4-FFF2-40B4-BE49-F238E27FC236}">
                    <a16:creationId xmlns:a16="http://schemas.microsoft.com/office/drawing/2014/main" id="{353425F4-AB02-AB9A-77FC-B4E975094478}"/>
                  </a:ext>
                </a:extLst>
              </p:cNvPr>
              <p:cNvSpPr txBox="1"/>
              <p:nvPr/>
            </p:nvSpPr>
            <p:spPr>
              <a:xfrm>
                <a:off x="3442869" y="1385780"/>
                <a:ext cx="3223736" cy="636503"/>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 Políticas, procedimientos y controles para mitigar los Riesgos, que deben ser acordes con los resultados de la implementación de la metodología con un enfoque basado en riesgo;</a:t>
                </a:r>
              </a:p>
            </p:txBody>
          </p:sp>
          <p:sp>
            <p:nvSpPr>
              <p:cNvPr id="47" name="object 9">
                <a:extLst>
                  <a:ext uri="{FF2B5EF4-FFF2-40B4-BE49-F238E27FC236}">
                    <a16:creationId xmlns:a16="http://schemas.microsoft.com/office/drawing/2014/main" id="{B51BDD20-2E30-C078-AC42-AF28EB94DDAD}"/>
                  </a:ext>
                </a:extLst>
              </p:cNvPr>
              <p:cNvSpPr txBox="1"/>
              <p:nvPr/>
            </p:nvSpPr>
            <p:spPr>
              <a:xfrm>
                <a:off x="478080" y="5954308"/>
                <a:ext cx="2047458" cy="32545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IV. Medidas para la identificación de posibles operaciones inusuales</a:t>
                </a:r>
              </a:p>
            </p:txBody>
          </p:sp>
          <p:sp>
            <p:nvSpPr>
              <p:cNvPr id="48" name="object 9">
                <a:extLst>
                  <a:ext uri="{FF2B5EF4-FFF2-40B4-BE49-F238E27FC236}">
                    <a16:creationId xmlns:a16="http://schemas.microsoft.com/office/drawing/2014/main" id="{24A1C749-0856-B5EA-3C3D-6E51EE3C4726}"/>
                  </a:ext>
                </a:extLst>
              </p:cNvPr>
              <p:cNvSpPr txBox="1"/>
              <p:nvPr/>
            </p:nvSpPr>
            <p:spPr>
              <a:xfrm>
                <a:off x="4848934" y="6198584"/>
                <a:ext cx="2720962" cy="480977"/>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III. Los supuestos en que las operaciones se aparten del perfil transaccional de cada uno de sus clientes;</a:t>
                </a:r>
              </a:p>
            </p:txBody>
          </p:sp>
          <p:sp>
            <p:nvSpPr>
              <p:cNvPr id="49" name="Forma libre: forma 48">
                <a:extLst>
                  <a:ext uri="{FF2B5EF4-FFF2-40B4-BE49-F238E27FC236}">
                    <a16:creationId xmlns:a16="http://schemas.microsoft.com/office/drawing/2014/main" id="{BB4B0EEA-B3E2-CECE-F4AA-25B0ACE8F31D}"/>
                  </a:ext>
                </a:extLst>
              </p:cNvPr>
              <p:cNvSpPr/>
              <p:nvPr/>
            </p:nvSpPr>
            <p:spPr>
              <a:xfrm>
                <a:off x="4871822" y="2689864"/>
                <a:ext cx="551386" cy="551386"/>
              </a:xfrm>
              <a:custGeom>
                <a:avLst/>
                <a:gdLst>
                  <a:gd name="connsiteX0" fmla="*/ 274472 w 551386"/>
                  <a:gd name="connsiteY0" fmla="*/ 551338 h 551386"/>
                  <a:gd name="connsiteX1" fmla="*/ 550298 w 551386"/>
                  <a:gd name="connsiteY1" fmla="*/ 275778 h 551386"/>
                  <a:gd name="connsiteX2" fmla="*/ 274738 w 551386"/>
                  <a:gd name="connsiteY2" fmla="*/ -48 h 551386"/>
                  <a:gd name="connsiteX3" fmla="*/ -1088 w 551386"/>
                  <a:gd name="connsiteY3" fmla="*/ 275512 h 551386"/>
                  <a:gd name="connsiteX4" fmla="*/ -1088 w 551386"/>
                  <a:gd name="connsiteY4" fmla="*/ 275645 h 551386"/>
                  <a:gd name="connsiteX5" fmla="*/ 274472 w 551386"/>
                  <a:gd name="connsiteY5" fmla="*/ 551338 h 5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386" h="551386">
                    <a:moveTo>
                      <a:pt x="274472" y="551338"/>
                    </a:moveTo>
                    <a:cubicBezTo>
                      <a:pt x="426749" y="551418"/>
                      <a:pt x="550165" y="428041"/>
                      <a:pt x="550298" y="275778"/>
                    </a:cubicBezTo>
                    <a:cubicBezTo>
                      <a:pt x="550431" y="123515"/>
                      <a:pt x="427014" y="32"/>
                      <a:pt x="274738" y="-48"/>
                    </a:cubicBezTo>
                    <a:cubicBezTo>
                      <a:pt x="122462" y="-128"/>
                      <a:pt x="-955" y="123249"/>
                      <a:pt x="-1088" y="275512"/>
                    </a:cubicBezTo>
                    <a:cubicBezTo>
                      <a:pt x="-1088" y="275552"/>
                      <a:pt x="-1088" y="275605"/>
                      <a:pt x="-1088" y="275645"/>
                    </a:cubicBezTo>
                    <a:cubicBezTo>
                      <a:pt x="-1088" y="427855"/>
                      <a:pt x="122329" y="551259"/>
                      <a:pt x="274472" y="551338"/>
                    </a:cubicBezTo>
                    <a:close/>
                  </a:path>
                </a:pathLst>
              </a:custGeom>
              <a:solidFill>
                <a:schemeClr val="bg1"/>
              </a:solidFill>
              <a:ln w="6350" cap="flat">
                <a:solidFill>
                  <a:schemeClr val="accent2"/>
                </a:solidFill>
                <a:prstDash val="solid"/>
                <a:miter/>
              </a:ln>
            </p:spPr>
            <p:txBody>
              <a:bodyPr rtlCol="0" anchor="ctr"/>
              <a:lstStyle/>
              <a:p>
                <a:endParaRPr lang="es-ES"/>
              </a:p>
            </p:txBody>
          </p:sp>
        </p:grpSp>
        <p:sp>
          <p:nvSpPr>
            <p:cNvPr id="6" name="Forma libre: forma 5">
              <a:extLst>
                <a:ext uri="{FF2B5EF4-FFF2-40B4-BE49-F238E27FC236}">
                  <a16:creationId xmlns:a16="http://schemas.microsoft.com/office/drawing/2014/main" id="{791DEE4A-B9CF-0860-758F-DF178C20CA15}"/>
                </a:ext>
              </a:extLst>
            </p:cNvPr>
            <p:cNvSpPr/>
            <p:nvPr/>
          </p:nvSpPr>
          <p:spPr>
            <a:xfrm>
              <a:off x="6974589"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5</a:t>
              </a:r>
            </a:p>
          </p:txBody>
        </p:sp>
        <p:sp>
          <p:nvSpPr>
            <p:cNvPr id="7" name="Forma libre: forma 6">
              <a:extLst>
                <a:ext uri="{FF2B5EF4-FFF2-40B4-BE49-F238E27FC236}">
                  <a16:creationId xmlns:a16="http://schemas.microsoft.com/office/drawing/2014/main" id="{35A4D8D4-EFFA-E358-FEFB-F6610A5302DF}"/>
                </a:ext>
              </a:extLst>
            </p:cNvPr>
            <p:cNvSpPr/>
            <p:nvPr/>
          </p:nvSpPr>
          <p:spPr>
            <a:xfrm>
              <a:off x="8700996"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4</a:t>
              </a:r>
            </a:p>
          </p:txBody>
        </p:sp>
        <p:sp>
          <p:nvSpPr>
            <p:cNvPr id="11" name="Forma libre: forma 10">
              <a:extLst>
                <a:ext uri="{FF2B5EF4-FFF2-40B4-BE49-F238E27FC236}">
                  <a16:creationId xmlns:a16="http://schemas.microsoft.com/office/drawing/2014/main" id="{C9EECB5A-46AE-CF25-5EBC-474F51EC3B90}"/>
                </a:ext>
              </a:extLst>
            </p:cNvPr>
            <p:cNvSpPr/>
            <p:nvPr/>
          </p:nvSpPr>
          <p:spPr>
            <a:xfrm>
              <a:off x="9731179" y="3820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3</a:t>
              </a:r>
            </a:p>
          </p:txBody>
        </p:sp>
        <p:sp>
          <p:nvSpPr>
            <p:cNvPr id="12" name="object 9">
              <a:extLst>
                <a:ext uri="{FF2B5EF4-FFF2-40B4-BE49-F238E27FC236}">
                  <a16:creationId xmlns:a16="http://schemas.microsoft.com/office/drawing/2014/main" id="{16B424D4-9B64-7895-F627-900CC79FBF87}"/>
                </a:ext>
              </a:extLst>
            </p:cNvPr>
            <p:cNvSpPr txBox="1"/>
            <p:nvPr/>
          </p:nvSpPr>
          <p:spPr>
            <a:xfrm>
              <a:off x="10042774" y="3851657"/>
              <a:ext cx="1722506" cy="56682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II. Procedimientos para el debido conocimiento del perfil transaccional de cada uno de los clientes;</a:t>
              </a:r>
            </a:p>
          </p:txBody>
        </p:sp>
        <p:sp>
          <p:nvSpPr>
            <p:cNvPr id="13" name="Forma libre: forma 12">
              <a:extLst>
                <a:ext uri="{FF2B5EF4-FFF2-40B4-BE49-F238E27FC236}">
                  <a16:creationId xmlns:a16="http://schemas.microsoft.com/office/drawing/2014/main" id="{01C27CE3-C7A3-EA58-25E8-19A04344CA04}"/>
                </a:ext>
              </a:extLst>
            </p:cNvPr>
            <p:cNvSpPr/>
            <p:nvPr/>
          </p:nvSpPr>
          <p:spPr>
            <a:xfrm>
              <a:off x="9365948" y="220418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2</a:t>
              </a:r>
            </a:p>
          </p:txBody>
        </p:sp>
        <p:sp>
          <p:nvSpPr>
            <p:cNvPr id="14" name="Forma libre: forma 13">
              <a:extLst>
                <a:ext uri="{FF2B5EF4-FFF2-40B4-BE49-F238E27FC236}">
                  <a16:creationId xmlns:a16="http://schemas.microsoft.com/office/drawing/2014/main" id="{D624193C-205B-2038-D51C-FA799C87E450}"/>
                </a:ext>
              </a:extLst>
            </p:cNvPr>
            <p:cNvSpPr/>
            <p:nvPr/>
          </p:nvSpPr>
          <p:spPr>
            <a:xfrm>
              <a:off x="7188739" y="148331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1</a:t>
              </a:r>
            </a:p>
          </p:txBody>
        </p:sp>
        <p:sp>
          <p:nvSpPr>
            <p:cNvPr id="15" name="object 9">
              <a:extLst>
                <a:ext uri="{FF2B5EF4-FFF2-40B4-BE49-F238E27FC236}">
                  <a16:creationId xmlns:a16="http://schemas.microsoft.com/office/drawing/2014/main" id="{D892F0FE-DEB9-AAB8-E870-B79D5315819D}"/>
                </a:ext>
              </a:extLst>
            </p:cNvPr>
            <p:cNvSpPr txBox="1"/>
            <p:nvPr/>
          </p:nvSpPr>
          <p:spPr>
            <a:xfrm>
              <a:off x="9692897" y="2044206"/>
              <a:ext cx="2261236" cy="42832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 Bis. Procedimientos para que SAM dé seguimiento a las operaciones realizadas por los clientes;</a:t>
              </a:r>
            </a:p>
          </p:txBody>
        </p:sp>
        <p:pic>
          <p:nvPicPr>
            <p:cNvPr id="16" name="Gráfico 15">
              <a:extLst>
                <a:ext uri="{FF2B5EF4-FFF2-40B4-BE49-F238E27FC236}">
                  <a16:creationId xmlns:a16="http://schemas.microsoft.com/office/drawing/2014/main" id="{6305EA85-9A43-776E-979D-057E1124F6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6492" y="1903094"/>
              <a:ext cx="345600" cy="345600"/>
            </a:xfrm>
            <a:prstGeom prst="rect">
              <a:avLst/>
            </a:prstGeom>
          </p:spPr>
        </p:pic>
        <p:pic>
          <p:nvPicPr>
            <p:cNvPr id="17" name="Gráfico 16">
              <a:extLst>
                <a:ext uri="{FF2B5EF4-FFF2-40B4-BE49-F238E27FC236}">
                  <a16:creationId xmlns:a16="http://schemas.microsoft.com/office/drawing/2014/main" id="{4CC4D0A6-D046-70E3-82AA-1E39A4FD78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5505" y="2366916"/>
              <a:ext cx="345600" cy="345600"/>
            </a:xfrm>
            <a:prstGeom prst="rect">
              <a:avLst/>
            </a:prstGeom>
          </p:spPr>
        </p:pic>
        <p:pic>
          <p:nvPicPr>
            <p:cNvPr id="18" name="Gráfico 17">
              <a:extLst>
                <a:ext uri="{FF2B5EF4-FFF2-40B4-BE49-F238E27FC236}">
                  <a16:creationId xmlns:a16="http://schemas.microsoft.com/office/drawing/2014/main" id="{CF10B6EE-5AA2-A1D5-98DA-954DE05D2F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29159" y="4508187"/>
              <a:ext cx="345600" cy="345600"/>
            </a:xfrm>
            <a:prstGeom prst="rect">
              <a:avLst/>
            </a:prstGeom>
          </p:spPr>
        </p:pic>
        <p:pic>
          <p:nvPicPr>
            <p:cNvPr id="19" name="Gráfico 18">
              <a:extLst>
                <a:ext uri="{FF2B5EF4-FFF2-40B4-BE49-F238E27FC236}">
                  <a16:creationId xmlns:a16="http://schemas.microsoft.com/office/drawing/2014/main" id="{8DA0B2EC-9AFA-048E-0369-DE23710A22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4942" y="3606348"/>
              <a:ext cx="345600" cy="345600"/>
            </a:xfrm>
            <a:prstGeom prst="rect">
              <a:avLst/>
            </a:prstGeom>
          </p:spPr>
        </p:pic>
        <p:pic>
          <p:nvPicPr>
            <p:cNvPr id="20" name="Gráfico 19">
              <a:extLst>
                <a:ext uri="{FF2B5EF4-FFF2-40B4-BE49-F238E27FC236}">
                  <a16:creationId xmlns:a16="http://schemas.microsoft.com/office/drawing/2014/main" id="{DFAE6F8F-4052-FDF4-00AA-CD69D3181C6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188" y="3088139"/>
              <a:ext cx="345600" cy="345600"/>
            </a:xfrm>
            <a:prstGeom prst="rect">
              <a:avLst/>
            </a:prstGeom>
          </p:spPr>
        </p:pic>
        <p:pic>
          <p:nvPicPr>
            <p:cNvPr id="21" name="Gráfico 20">
              <a:extLst>
                <a:ext uri="{FF2B5EF4-FFF2-40B4-BE49-F238E27FC236}">
                  <a16:creationId xmlns:a16="http://schemas.microsoft.com/office/drawing/2014/main" id="{A5569AF3-1282-F827-F4C5-300394A14E8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17587" y="4490854"/>
              <a:ext cx="345600" cy="345600"/>
            </a:xfrm>
            <a:prstGeom prst="rect">
              <a:avLst/>
            </a:prstGeom>
          </p:spPr>
        </p:pic>
      </p:grpSp>
    </p:spTree>
    <p:extLst>
      <p:ext uri="{BB962C8B-B14F-4D97-AF65-F5344CB8AC3E}">
        <p14:creationId xmlns:p14="http://schemas.microsoft.com/office/powerpoint/2010/main" val="1345838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19F44-8267-FFF1-B1ED-D7461553559C}"/>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A92E01F6-A83F-234C-9594-D63AE157668E}"/>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3488D501-31CE-6EE4-2B86-0F4EEB68EC79}"/>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30</a:t>
            </a:fld>
            <a:endParaRPr lang="en-US"/>
          </a:p>
        </p:txBody>
      </p:sp>
      <p:sp>
        <p:nvSpPr>
          <p:cNvPr id="10" name="Marcador de texto 9">
            <a:extLst>
              <a:ext uri="{FF2B5EF4-FFF2-40B4-BE49-F238E27FC236}">
                <a16:creationId xmlns:a16="http://schemas.microsoft.com/office/drawing/2014/main" id="{81331D06-AC9C-E682-3952-9A4A96E3CA11}"/>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5293C8E2-C095-5DC6-3338-3C496308D09B}"/>
              </a:ext>
            </a:extLst>
          </p:cNvPr>
          <p:cNvSpPr txBox="1">
            <a:spLocks/>
          </p:cNvSpPr>
          <p:nvPr/>
        </p:nvSpPr>
        <p:spPr>
          <a:xfrm>
            <a:off x="439259" y="1058045"/>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dirty="0"/>
              <a:t>Política de Identificación de Cliente</a:t>
            </a:r>
          </a:p>
        </p:txBody>
      </p:sp>
      <p:grpSp>
        <p:nvGrpSpPr>
          <p:cNvPr id="3" name="Grupo 2">
            <a:extLst>
              <a:ext uri="{FF2B5EF4-FFF2-40B4-BE49-F238E27FC236}">
                <a16:creationId xmlns:a16="http://schemas.microsoft.com/office/drawing/2014/main" id="{A4B0D9CC-C0E9-0670-5E04-9B78A4108537}"/>
              </a:ext>
            </a:extLst>
          </p:cNvPr>
          <p:cNvGrpSpPr/>
          <p:nvPr/>
        </p:nvGrpSpPr>
        <p:grpSpPr>
          <a:xfrm>
            <a:off x="2962542" y="1953218"/>
            <a:ext cx="6880910" cy="3961148"/>
            <a:chOff x="4690841" y="1380580"/>
            <a:chExt cx="6880910" cy="3961148"/>
          </a:xfrm>
        </p:grpSpPr>
        <p:grpSp>
          <p:nvGrpSpPr>
            <p:cNvPr id="4" name="Grupo 3">
              <a:extLst>
                <a:ext uri="{FF2B5EF4-FFF2-40B4-BE49-F238E27FC236}">
                  <a16:creationId xmlns:a16="http://schemas.microsoft.com/office/drawing/2014/main" id="{2ED98795-18CB-3756-02AE-62F2C4F6768A}"/>
                </a:ext>
              </a:extLst>
            </p:cNvPr>
            <p:cNvGrpSpPr/>
            <p:nvPr/>
          </p:nvGrpSpPr>
          <p:grpSpPr>
            <a:xfrm>
              <a:off x="4690841" y="1380580"/>
              <a:ext cx="6765678" cy="3961148"/>
              <a:chOff x="230456" y="1663924"/>
              <a:chExt cx="7597398" cy="4448100"/>
            </a:xfrm>
          </p:grpSpPr>
          <p:sp>
            <p:nvSpPr>
              <p:cNvPr id="21" name="Forma libre: forma 20">
                <a:extLst>
                  <a:ext uri="{FF2B5EF4-FFF2-40B4-BE49-F238E27FC236}">
                    <a16:creationId xmlns:a16="http://schemas.microsoft.com/office/drawing/2014/main" id="{8392CB1F-7C43-222C-452B-398BEC80C044}"/>
                  </a:ext>
                </a:extLst>
              </p:cNvPr>
              <p:cNvSpPr/>
              <p:nvPr/>
            </p:nvSpPr>
            <p:spPr>
              <a:xfrm>
                <a:off x="3255093" y="1663924"/>
                <a:ext cx="657853" cy="257377"/>
              </a:xfrm>
              <a:custGeom>
                <a:avLst/>
                <a:gdLst>
                  <a:gd name="connsiteX0" fmla="*/ 76579 w 155335"/>
                  <a:gd name="connsiteY0" fmla="*/ 155287 h 155335"/>
                  <a:gd name="connsiteX1" fmla="*/ 154248 w 155335"/>
                  <a:gd name="connsiteY1" fmla="*/ 77619 h 155335"/>
                  <a:gd name="connsiteX2" fmla="*/ 76579 w 155335"/>
                  <a:gd name="connsiteY2" fmla="*/ -48 h 155335"/>
                  <a:gd name="connsiteX3" fmla="*/ -1088 w 155335"/>
                  <a:gd name="connsiteY3" fmla="*/ 77619 h 155335"/>
                  <a:gd name="connsiteX4" fmla="*/ -1088 w 155335"/>
                  <a:gd name="connsiteY4" fmla="*/ 77752 h 155335"/>
                  <a:gd name="connsiteX5" fmla="*/ 76447 w 155335"/>
                  <a:gd name="connsiteY5" fmla="*/ 155287 h 155335"/>
                  <a:gd name="connsiteX6" fmla="*/ 76579 w 155335"/>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5" h="155335">
                    <a:moveTo>
                      <a:pt x="76579" y="155287"/>
                    </a:moveTo>
                    <a:cubicBezTo>
                      <a:pt x="119537" y="155287"/>
                      <a:pt x="154248" y="120513"/>
                      <a:pt x="154248" y="77619"/>
                    </a:cubicBezTo>
                    <a:cubicBezTo>
                      <a:pt x="154248" y="34725"/>
                      <a:pt x="119537" y="-48"/>
                      <a:pt x="76579" y="-48"/>
                    </a:cubicBezTo>
                    <a:cubicBezTo>
                      <a:pt x="33623" y="-48"/>
                      <a:pt x="-1088" y="34725"/>
                      <a:pt x="-1088" y="77619"/>
                    </a:cubicBezTo>
                    <a:cubicBezTo>
                      <a:pt x="-1088" y="77663"/>
                      <a:pt x="-1088" y="77708"/>
                      <a:pt x="-1088" y="77752"/>
                    </a:cubicBezTo>
                    <a:cubicBezTo>
                      <a:pt x="-1088" y="120573"/>
                      <a:pt x="33623" y="155287"/>
                      <a:pt x="76447" y="155287"/>
                    </a:cubicBezTo>
                    <a:cubicBezTo>
                      <a:pt x="76447" y="155287"/>
                      <a:pt x="76579" y="155287"/>
                      <a:pt x="76579" y="155287"/>
                    </a:cubicBezTo>
                    <a:close/>
                  </a:path>
                </a:pathLst>
              </a:custGeom>
              <a:noFill/>
              <a:ln w="6649" cap="flat">
                <a:solidFill>
                  <a:srgbClr val="FFFFFF"/>
                </a:solid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D4A0BEA6-3B35-EA7F-1421-F5F88CF8F9B6}"/>
                  </a:ext>
                </a:extLst>
              </p:cNvPr>
              <p:cNvSpPr/>
              <p:nvPr/>
            </p:nvSpPr>
            <p:spPr>
              <a:xfrm>
                <a:off x="3819453" y="166768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6"/>
                      <a:pt x="25510" y="13251"/>
                    </a:cubicBezTo>
                    <a:cubicBezTo>
                      <a:pt x="25510" y="5906"/>
                      <a:pt x="19526" y="-48"/>
                      <a:pt x="12211" y="-48"/>
                    </a:cubicBezTo>
                    <a:cubicBezTo>
                      <a:pt x="4896" y="-48"/>
                      <a:pt x="-1088" y="5906"/>
                      <a:pt x="-1088" y="13251"/>
                    </a:cubicBezTo>
                    <a:cubicBezTo>
                      <a:pt x="-1088" y="20596"/>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D5A0F695-108D-2B7E-59EC-F62F5386DF8A}"/>
                  </a:ext>
                </a:extLst>
              </p:cNvPr>
              <p:cNvSpPr/>
              <p:nvPr/>
            </p:nvSpPr>
            <p:spPr>
              <a:xfrm>
                <a:off x="1959821"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23C6C18F-ED09-745A-8E04-C9308C0E261C}"/>
                  </a:ext>
                </a:extLst>
              </p:cNvPr>
              <p:cNvSpPr/>
              <p:nvPr/>
            </p:nvSpPr>
            <p:spPr>
              <a:xfrm>
                <a:off x="1501809" y="4506673"/>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B59B2E9D-9209-A645-F559-F90233889DE3}"/>
                  </a:ext>
                </a:extLst>
              </p:cNvPr>
              <p:cNvSpPr/>
              <p:nvPr/>
            </p:nvSpPr>
            <p:spPr>
              <a:xfrm>
                <a:off x="2802985" y="6081742"/>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9A49FD4A-F28D-76C0-D83F-24AE13F1FE3F}"/>
                  </a:ext>
                </a:extLst>
              </p:cNvPr>
              <p:cNvSpPr/>
              <p:nvPr/>
            </p:nvSpPr>
            <p:spPr>
              <a:xfrm>
                <a:off x="4853469" y="6085426"/>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F0E02EE8-F926-5622-09C1-4521201912F4}"/>
                  </a:ext>
                </a:extLst>
              </p:cNvPr>
              <p:cNvSpPr/>
              <p:nvPr/>
            </p:nvSpPr>
            <p:spPr>
              <a:xfrm>
                <a:off x="6136712" y="4509865"/>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B6485D04-9E1A-30BE-241C-767CBB2AB3A3}"/>
                  </a:ext>
                </a:extLst>
              </p:cNvPr>
              <p:cNvSpPr/>
              <p:nvPr/>
            </p:nvSpPr>
            <p:spPr>
              <a:xfrm>
                <a:off x="5678554"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DDEDF6D0-7CC4-F367-6950-12380DB04640}"/>
                  </a:ext>
                </a:extLst>
              </p:cNvPr>
              <p:cNvSpPr/>
              <p:nvPr/>
            </p:nvSpPr>
            <p:spPr>
              <a:xfrm>
                <a:off x="3692494" y="2314027"/>
                <a:ext cx="314657" cy="306289"/>
              </a:xfrm>
              <a:custGeom>
                <a:avLst/>
                <a:gdLst>
                  <a:gd name="connsiteX0" fmla="*/ 29185 w 314657"/>
                  <a:gd name="connsiteY0" fmla="*/ 56075 h 306289"/>
                  <a:gd name="connsiteX1" fmla="*/ 63365 w 314657"/>
                  <a:gd name="connsiteY1" fmla="*/ 275924 h 306289"/>
                  <a:gd name="connsiteX2" fmla="*/ 283200 w 314657"/>
                  <a:gd name="connsiteY2" fmla="*/ 241732 h 306289"/>
                  <a:gd name="connsiteX3" fmla="*/ 249022 w 314657"/>
                  <a:gd name="connsiteY3" fmla="*/ 21880 h 306289"/>
                  <a:gd name="connsiteX4" fmla="*/ 206863 w 314657"/>
                  <a:gd name="connsiteY4" fmla="*/ -48 h 3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57" h="306289">
                    <a:moveTo>
                      <a:pt x="29185" y="56075"/>
                    </a:moveTo>
                    <a:cubicBezTo>
                      <a:pt x="-22017" y="126228"/>
                      <a:pt x="-6722" y="224656"/>
                      <a:pt x="63365" y="275924"/>
                    </a:cubicBezTo>
                    <a:cubicBezTo>
                      <a:pt x="133584" y="327193"/>
                      <a:pt x="231998" y="311885"/>
                      <a:pt x="283200" y="241732"/>
                    </a:cubicBezTo>
                    <a:cubicBezTo>
                      <a:pt x="334535" y="171578"/>
                      <a:pt x="319242" y="73151"/>
                      <a:pt x="249022" y="21880"/>
                    </a:cubicBezTo>
                    <a:cubicBezTo>
                      <a:pt x="236122" y="12477"/>
                      <a:pt x="221891" y="5083"/>
                      <a:pt x="206863" y="-48"/>
                    </a:cubicBezTo>
                  </a:path>
                </a:pathLst>
              </a:custGeom>
              <a:noFill/>
              <a:ln w="10638" cap="flat">
                <a:solidFill>
                  <a:srgbClr val="FFFFFF"/>
                </a:solid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03781AAA-C090-3A68-229D-4E2EE901C0A6}"/>
                  </a:ext>
                </a:extLst>
              </p:cNvPr>
              <p:cNvSpPr/>
              <p:nvPr/>
            </p:nvSpPr>
            <p:spPr>
              <a:xfrm>
                <a:off x="3832885" y="2797322"/>
                <a:ext cx="1819868" cy="1610803"/>
              </a:xfrm>
              <a:custGeom>
                <a:avLst/>
                <a:gdLst>
                  <a:gd name="connsiteX0" fmla="*/ 1819868 w 1819868"/>
                  <a:gd name="connsiteY0" fmla="*/ 1610804 h 1610803"/>
                  <a:gd name="connsiteX1" fmla="*/ 0 w 1819868"/>
                  <a:gd name="connsiteY1" fmla="*/ 1205443 h 1610803"/>
                  <a:gd name="connsiteX2" fmla="*/ 1548696 w 1819868"/>
                  <a:gd name="connsiteY2" fmla="*/ 0 h 1610803"/>
                </a:gdLst>
                <a:ahLst/>
                <a:cxnLst>
                  <a:cxn ang="0">
                    <a:pos x="connsiteX0" y="connsiteY0"/>
                  </a:cxn>
                  <a:cxn ang="0">
                    <a:pos x="connsiteX1" y="connsiteY1"/>
                  </a:cxn>
                  <a:cxn ang="0">
                    <a:pos x="connsiteX2" y="connsiteY2"/>
                  </a:cxn>
                </a:cxnLst>
                <a:rect l="l" t="t" r="r" b="b"/>
                <a:pathLst>
                  <a:path w="1819868" h="1610803">
                    <a:moveTo>
                      <a:pt x="1819868" y="1610804"/>
                    </a:moveTo>
                    <a:lnTo>
                      <a:pt x="0" y="1205443"/>
                    </a:lnTo>
                    <a:lnTo>
                      <a:pt x="1548696" y="0"/>
                    </a:lnTo>
                  </a:path>
                </a:pathLst>
              </a:custGeom>
              <a:noFill/>
              <a:ln w="6649" cap="flat">
                <a:solidFill>
                  <a:schemeClr val="accent3"/>
                </a:solidFill>
                <a:prstDash val="solid"/>
                <a:miter/>
              </a:ln>
            </p:spPr>
            <p:txBody>
              <a:bodyPr rtlCol="0" anchor="ctr"/>
              <a:lstStyle/>
              <a:p>
                <a:endParaRPr lang="es-ES" dirty="0"/>
              </a:p>
            </p:txBody>
          </p:sp>
          <p:sp>
            <p:nvSpPr>
              <p:cNvPr id="31" name="Forma libre: forma 30">
                <a:extLst>
                  <a:ext uri="{FF2B5EF4-FFF2-40B4-BE49-F238E27FC236}">
                    <a16:creationId xmlns:a16="http://schemas.microsoft.com/office/drawing/2014/main" id="{3AF21DF6-0EFB-3322-70BA-4546FE64788F}"/>
                  </a:ext>
                </a:extLst>
              </p:cNvPr>
              <p:cNvSpPr/>
              <p:nvPr/>
            </p:nvSpPr>
            <p:spPr>
              <a:xfrm>
                <a:off x="3832885" y="4002765"/>
                <a:ext cx="791437" cy="1604021"/>
              </a:xfrm>
              <a:custGeom>
                <a:avLst/>
                <a:gdLst>
                  <a:gd name="connsiteX0" fmla="*/ 791438 w 791437"/>
                  <a:gd name="connsiteY0" fmla="*/ 1604021 h 1604021"/>
                  <a:gd name="connsiteX1" fmla="*/ 0 w 791437"/>
                  <a:gd name="connsiteY1" fmla="*/ 0 h 1604021"/>
                </a:gdLst>
                <a:ahLst/>
                <a:cxnLst>
                  <a:cxn ang="0">
                    <a:pos x="connsiteX0" y="connsiteY0"/>
                  </a:cxn>
                  <a:cxn ang="0">
                    <a:pos x="connsiteX1" y="connsiteY1"/>
                  </a:cxn>
                </a:cxnLst>
                <a:rect l="l" t="t" r="r" b="b"/>
                <a:pathLst>
                  <a:path w="791437" h="1604021">
                    <a:moveTo>
                      <a:pt x="791438" y="1604021"/>
                    </a:moveTo>
                    <a:lnTo>
                      <a:pt x="0" y="0"/>
                    </a:lnTo>
                  </a:path>
                </a:pathLst>
              </a:custGeom>
              <a:ln w="6649" cap="flat">
                <a:solidFill>
                  <a:schemeClr val="accent3"/>
                </a:solid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0CCB5A3D-D239-AE44-0AD0-FD1CCFFBB8EA}"/>
                  </a:ext>
                </a:extLst>
              </p:cNvPr>
              <p:cNvSpPr/>
              <p:nvPr/>
            </p:nvSpPr>
            <p:spPr>
              <a:xfrm>
                <a:off x="5381581" y="2557005"/>
                <a:ext cx="308941" cy="240317"/>
              </a:xfrm>
              <a:custGeom>
                <a:avLst/>
                <a:gdLst>
                  <a:gd name="connsiteX0" fmla="*/ 0 w 308941"/>
                  <a:gd name="connsiteY0" fmla="*/ 240317 h 240317"/>
                  <a:gd name="connsiteX1" fmla="*/ 308941 w 308941"/>
                  <a:gd name="connsiteY1" fmla="*/ 0 h 240317"/>
                </a:gdLst>
                <a:ahLst/>
                <a:cxnLst>
                  <a:cxn ang="0">
                    <a:pos x="connsiteX0" y="connsiteY0"/>
                  </a:cxn>
                  <a:cxn ang="0">
                    <a:pos x="connsiteX1" y="connsiteY1"/>
                  </a:cxn>
                </a:cxnLst>
                <a:rect l="l" t="t" r="r" b="b"/>
                <a:pathLst>
                  <a:path w="308941" h="240317">
                    <a:moveTo>
                      <a:pt x="0" y="240317"/>
                    </a:moveTo>
                    <a:lnTo>
                      <a:pt x="308941" y="0"/>
                    </a:lnTo>
                  </a:path>
                </a:pathLst>
              </a:custGeom>
              <a:ln w="6649" cap="flat">
                <a:solidFill>
                  <a:srgbClr val="E30613"/>
                </a:solid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A3AE5DBA-C759-5A5F-0FB6-2359C272332C}"/>
                  </a:ext>
                </a:extLst>
              </p:cNvPr>
              <p:cNvSpPr/>
              <p:nvPr/>
            </p:nvSpPr>
            <p:spPr>
              <a:xfrm rot="19890527">
                <a:off x="3303178" y="1928391"/>
                <a:ext cx="51339" cy="2274948"/>
              </a:xfrm>
              <a:custGeom>
                <a:avLst/>
                <a:gdLst>
                  <a:gd name="connsiteX0" fmla="*/ 0 w 13299"/>
                  <a:gd name="connsiteY0" fmla="*/ 0 h 1805105"/>
                  <a:gd name="connsiteX1" fmla="*/ 0 w 13299"/>
                  <a:gd name="connsiteY1" fmla="*/ 1805106 h 1805105"/>
                </a:gdLst>
                <a:ahLst/>
                <a:cxnLst>
                  <a:cxn ang="0">
                    <a:pos x="connsiteX0" y="connsiteY0"/>
                  </a:cxn>
                  <a:cxn ang="0">
                    <a:pos x="connsiteX1" y="connsiteY1"/>
                  </a:cxn>
                </a:cxnLst>
                <a:rect l="l" t="t" r="r" b="b"/>
                <a:pathLst>
                  <a:path w="13299" h="1805105">
                    <a:moveTo>
                      <a:pt x="0" y="0"/>
                    </a:moveTo>
                    <a:lnTo>
                      <a:pt x="0" y="1805106"/>
                    </a:lnTo>
                  </a:path>
                </a:pathLst>
              </a:custGeom>
              <a:ln w="6649" cap="flat">
                <a:solidFill>
                  <a:schemeClr val="accent3"/>
                </a:solid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5BACE769-F15B-3000-64B0-ABE1AE335488}"/>
                  </a:ext>
                </a:extLst>
              </p:cNvPr>
              <p:cNvSpPr/>
              <p:nvPr/>
            </p:nvSpPr>
            <p:spPr>
              <a:xfrm>
                <a:off x="4624190" y="5606520"/>
                <a:ext cx="239519" cy="485555"/>
              </a:xfrm>
              <a:custGeom>
                <a:avLst/>
                <a:gdLst>
                  <a:gd name="connsiteX0" fmla="*/ 0 w 239519"/>
                  <a:gd name="connsiteY0" fmla="*/ 0 h 485555"/>
                  <a:gd name="connsiteX1" fmla="*/ 239519 w 239519"/>
                  <a:gd name="connsiteY1" fmla="*/ 485555 h 485555"/>
                </a:gdLst>
                <a:ahLst/>
                <a:cxnLst>
                  <a:cxn ang="0">
                    <a:pos x="connsiteX0" y="connsiteY0"/>
                  </a:cxn>
                  <a:cxn ang="0">
                    <a:pos x="connsiteX1" y="connsiteY1"/>
                  </a:cxn>
                </a:cxnLst>
                <a:rect l="l" t="t" r="r" b="b"/>
                <a:pathLst>
                  <a:path w="239519" h="485555">
                    <a:moveTo>
                      <a:pt x="0" y="0"/>
                    </a:moveTo>
                    <a:lnTo>
                      <a:pt x="239519" y="485555"/>
                    </a:lnTo>
                  </a:path>
                </a:pathLst>
              </a:custGeom>
              <a:ln w="6649" cap="flat">
                <a:solidFill>
                  <a:srgbClr val="E30613"/>
                </a:solid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473BE31D-825E-23E2-A0AC-0840B3C9F044}"/>
                  </a:ext>
                </a:extLst>
              </p:cNvPr>
              <p:cNvSpPr/>
              <p:nvPr/>
            </p:nvSpPr>
            <p:spPr>
              <a:xfrm>
                <a:off x="5658738" y="4409456"/>
                <a:ext cx="490608" cy="109319"/>
              </a:xfrm>
              <a:custGeom>
                <a:avLst/>
                <a:gdLst>
                  <a:gd name="connsiteX0" fmla="*/ 0 w 490608"/>
                  <a:gd name="connsiteY0" fmla="*/ 0 h 109319"/>
                  <a:gd name="connsiteX1" fmla="*/ 490609 w 490608"/>
                  <a:gd name="connsiteY1" fmla="*/ 109320 h 109319"/>
                </a:gdLst>
                <a:ahLst/>
                <a:cxnLst>
                  <a:cxn ang="0">
                    <a:pos x="connsiteX0" y="connsiteY0"/>
                  </a:cxn>
                  <a:cxn ang="0">
                    <a:pos x="connsiteX1" y="connsiteY1"/>
                  </a:cxn>
                </a:cxnLst>
                <a:rect l="l" t="t" r="r" b="b"/>
                <a:pathLst>
                  <a:path w="490608" h="109319">
                    <a:moveTo>
                      <a:pt x="0" y="0"/>
                    </a:moveTo>
                    <a:lnTo>
                      <a:pt x="490609" y="109320"/>
                    </a:lnTo>
                  </a:path>
                </a:pathLst>
              </a:custGeom>
              <a:ln w="6649" cap="flat">
                <a:solidFill>
                  <a:srgbClr val="E30613"/>
                </a:solid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FD97801E-0873-9270-5BC0-EB6E69687250}"/>
                  </a:ext>
                </a:extLst>
              </p:cNvPr>
              <p:cNvSpPr/>
              <p:nvPr/>
            </p:nvSpPr>
            <p:spPr>
              <a:xfrm>
                <a:off x="3026419" y="3082191"/>
                <a:ext cx="1612932" cy="1612931"/>
              </a:xfrm>
              <a:custGeom>
                <a:avLst/>
                <a:gdLst>
                  <a:gd name="connsiteX0" fmla="*/ 805245 w 1612932"/>
                  <a:gd name="connsiteY0" fmla="*/ 1612884 h 1612931"/>
                  <a:gd name="connsiteX1" fmla="*/ 1611844 w 1612932"/>
                  <a:gd name="connsiteY1" fmla="*/ 806551 h 1612931"/>
                  <a:gd name="connsiteX2" fmla="*/ 805511 w 1612932"/>
                  <a:gd name="connsiteY2" fmla="*/ -48 h 1612931"/>
                  <a:gd name="connsiteX3" fmla="*/ -1088 w 1612932"/>
                  <a:gd name="connsiteY3" fmla="*/ 806285 h 1612931"/>
                  <a:gd name="connsiteX4" fmla="*/ -1088 w 1612932"/>
                  <a:gd name="connsiteY4" fmla="*/ 806418 h 1612931"/>
                  <a:gd name="connsiteX5" fmla="*/ 805378 w 1612932"/>
                  <a:gd name="connsiteY5" fmla="*/ 1612884 h 161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932" h="1612931">
                    <a:moveTo>
                      <a:pt x="805245" y="1612884"/>
                    </a:moveTo>
                    <a:cubicBezTo>
                      <a:pt x="1250636" y="1612964"/>
                      <a:pt x="1611711" y="1251956"/>
                      <a:pt x="1611844" y="806551"/>
                    </a:cubicBezTo>
                    <a:cubicBezTo>
                      <a:pt x="1611977" y="361146"/>
                      <a:pt x="1250903" y="32"/>
                      <a:pt x="805511" y="-48"/>
                    </a:cubicBezTo>
                    <a:cubicBezTo>
                      <a:pt x="360120" y="-128"/>
                      <a:pt x="-955" y="360880"/>
                      <a:pt x="-1088" y="806285"/>
                    </a:cubicBezTo>
                    <a:cubicBezTo>
                      <a:pt x="-1088" y="806325"/>
                      <a:pt x="-1088" y="806378"/>
                      <a:pt x="-1088" y="806418"/>
                    </a:cubicBezTo>
                    <a:cubicBezTo>
                      <a:pt x="-1088" y="1251823"/>
                      <a:pt x="359987" y="1612884"/>
                      <a:pt x="805378" y="1612884"/>
                    </a:cubicBezTo>
                  </a:path>
                </a:pathLst>
              </a:custGeom>
              <a:solidFill>
                <a:srgbClr val="FFFFFF"/>
              </a:solidFill>
              <a:ln w="6350" cap="flat">
                <a:solidFill>
                  <a:schemeClr val="accent4"/>
                </a:solid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4F4A18AD-E93A-A36A-F616-E1F1DB57C885}"/>
                  </a:ext>
                </a:extLst>
              </p:cNvPr>
              <p:cNvSpPr/>
              <p:nvPr/>
            </p:nvSpPr>
            <p:spPr>
              <a:xfrm rot="21261000">
                <a:off x="2716199" y="2297382"/>
                <a:ext cx="496061" cy="496061"/>
              </a:xfrm>
              <a:custGeom>
                <a:avLst/>
                <a:gdLst>
                  <a:gd name="connsiteX0" fmla="*/ 494973 w 496061"/>
                  <a:gd name="connsiteY0" fmla="*/ 247983 h 496061"/>
                  <a:gd name="connsiteX1" fmla="*/ 246942 w 496061"/>
                  <a:gd name="connsiteY1" fmla="*/ 496014 h 496061"/>
                  <a:gd name="connsiteX2" fmla="*/ -1089 w 496061"/>
                  <a:gd name="connsiteY2" fmla="*/ 247983 h 496061"/>
                  <a:gd name="connsiteX3" fmla="*/ 246942 w 496061"/>
                  <a:gd name="connsiteY3" fmla="*/ -48 h 496061"/>
                  <a:gd name="connsiteX4" fmla="*/ 494973 w 496061"/>
                  <a:gd name="connsiteY4" fmla="*/ 247983 h 49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1" h="496061">
                    <a:moveTo>
                      <a:pt x="494973" y="247983"/>
                    </a:moveTo>
                    <a:cubicBezTo>
                      <a:pt x="494973" y="384966"/>
                      <a:pt x="383927" y="496014"/>
                      <a:pt x="246942" y="496014"/>
                    </a:cubicBezTo>
                    <a:cubicBezTo>
                      <a:pt x="109958" y="496014"/>
                      <a:pt x="-1089" y="384966"/>
                      <a:pt x="-1089" y="247983"/>
                    </a:cubicBezTo>
                    <a:cubicBezTo>
                      <a:pt x="-1089" y="110999"/>
                      <a:pt x="109958" y="-48"/>
                      <a:pt x="246942" y="-48"/>
                    </a:cubicBezTo>
                    <a:cubicBezTo>
                      <a:pt x="383927" y="-48"/>
                      <a:pt x="494973" y="110999"/>
                      <a:pt x="494973" y="247983"/>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15BB8068-4694-AA95-CD29-0EC0C88395FE}"/>
                  </a:ext>
                </a:extLst>
              </p:cNvPr>
              <p:cNvSpPr/>
              <p:nvPr/>
            </p:nvSpPr>
            <p:spPr>
              <a:xfrm rot="20946002">
                <a:off x="5114049" y="4059007"/>
                <a:ext cx="606445" cy="606445"/>
              </a:xfrm>
              <a:custGeom>
                <a:avLst/>
                <a:gdLst>
                  <a:gd name="connsiteX0" fmla="*/ 605357 w 606445"/>
                  <a:gd name="connsiteY0" fmla="*/ 303175 h 606445"/>
                  <a:gd name="connsiteX1" fmla="*/ 302133 w 606445"/>
                  <a:gd name="connsiteY1" fmla="*/ 606397 h 606445"/>
                  <a:gd name="connsiteX2" fmla="*/ -1090 w 606445"/>
                  <a:gd name="connsiteY2" fmla="*/ 303174 h 606445"/>
                  <a:gd name="connsiteX3" fmla="*/ 302133 w 606445"/>
                  <a:gd name="connsiteY3" fmla="*/ -48 h 606445"/>
                  <a:gd name="connsiteX4" fmla="*/ 605357 w 606445"/>
                  <a:gd name="connsiteY4" fmla="*/ 303175 h 60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445" h="606445">
                    <a:moveTo>
                      <a:pt x="605357" y="303175"/>
                    </a:moveTo>
                    <a:cubicBezTo>
                      <a:pt x="605357" y="470640"/>
                      <a:pt x="469599" y="606397"/>
                      <a:pt x="302133" y="606397"/>
                    </a:cubicBezTo>
                    <a:cubicBezTo>
                      <a:pt x="134669" y="606397"/>
                      <a:pt x="-1090" y="470640"/>
                      <a:pt x="-1090" y="303174"/>
                    </a:cubicBezTo>
                    <a:cubicBezTo>
                      <a:pt x="-1090" y="135709"/>
                      <a:pt x="134667" y="-48"/>
                      <a:pt x="302133" y="-48"/>
                    </a:cubicBezTo>
                    <a:cubicBezTo>
                      <a:pt x="469598" y="-48"/>
                      <a:pt x="605357" y="135709"/>
                      <a:pt x="605357" y="303175"/>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8348FFE7-95F2-3CE2-857A-CBDFD845B720}"/>
                  </a:ext>
                </a:extLst>
              </p:cNvPr>
              <p:cNvSpPr/>
              <p:nvPr/>
            </p:nvSpPr>
            <p:spPr>
              <a:xfrm>
                <a:off x="4185182" y="5039174"/>
                <a:ext cx="661770" cy="661770"/>
              </a:xfrm>
              <a:custGeom>
                <a:avLst/>
                <a:gdLst>
                  <a:gd name="connsiteX0" fmla="*/ 329664 w 661770"/>
                  <a:gd name="connsiteY0" fmla="*/ 661722 h 661770"/>
                  <a:gd name="connsiteX1" fmla="*/ 660682 w 661770"/>
                  <a:gd name="connsiteY1" fmla="*/ 330970 h 661770"/>
                  <a:gd name="connsiteX2" fmla="*/ 329930 w 661770"/>
                  <a:gd name="connsiteY2" fmla="*/ -48 h 661770"/>
                  <a:gd name="connsiteX3" fmla="*/ -1088 w 661770"/>
                  <a:gd name="connsiteY3" fmla="*/ 330704 h 661770"/>
                  <a:gd name="connsiteX4" fmla="*/ -1088 w 661770"/>
                  <a:gd name="connsiteY4" fmla="*/ 330837 h 661770"/>
                  <a:gd name="connsiteX5" fmla="*/ 329531 w 661770"/>
                  <a:gd name="connsiteY5" fmla="*/ 661722 h 661770"/>
                  <a:gd name="connsiteX6" fmla="*/ 329664 w 661770"/>
                  <a:gd name="connsiteY6" fmla="*/ 661722 h 6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770" h="661770">
                    <a:moveTo>
                      <a:pt x="329664" y="661722"/>
                    </a:moveTo>
                    <a:cubicBezTo>
                      <a:pt x="512395" y="661802"/>
                      <a:pt x="660549" y="513715"/>
                      <a:pt x="660682" y="330970"/>
                    </a:cubicBezTo>
                    <a:cubicBezTo>
                      <a:pt x="660815" y="148225"/>
                      <a:pt x="512662" y="32"/>
                      <a:pt x="329930" y="-48"/>
                    </a:cubicBezTo>
                    <a:cubicBezTo>
                      <a:pt x="147199" y="-128"/>
                      <a:pt x="-955" y="147959"/>
                      <a:pt x="-1088" y="330704"/>
                    </a:cubicBezTo>
                    <a:cubicBezTo>
                      <a:pt x="-1088" y="330744"/>
                      <a:pt x="-1088" y="330797"/>
                      <a:pt x="-1088" y="330837"/>
                    </a:cubicBezTo>
                    <a:cubicBezTo>
                      <a:pt x="-1221" y="513502"/>
                      <a:pt x="146799" y="661656"/>
                      <a:pt x="329531" y="661722"/>
                    </a:cubicBezTo>
                    <a:cubicBezTo>
                      <a:pt x="329531" y="661722"/>
                      <a:pt x="329664" y="661722"/>
                      <a:pt x="329664" y="661722"/>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40C9A0F5-18F3-CA1D-1424-CD1F133E616F}"/>
                  </a:ext>
                </a:extLst>
              </p:cNvPr>
              <p:cNvSpPr/>
              <p:nvPr/>
            </p:nvSpPr>
            <p:spPr>
              <a:xfrm>
                <a:off x="2242432" y="4435968"/>
                <a:ext cx="716827" cy="716828"/>
              </a:xfrm>
              <a:custGeom>
                <a:avLst/>
                <a:gdLst>
                  <a:gd name="connsiteX0" fmla="*/ 357193 w 716827"/>
                  <a:gd name="connsiteY0" fmla="*/ 716781 h 716828"/>
                  <a:gd name="connsiteX1" fmla="*/ 715740 w 716827"/>
                  <a:gd name="connsiteY1" fmla="*/ 358499 h 716828"/>
                  <a:gd name="connsiteX2" fmla="*/ 357459 w 716827"/>
                  <a:gd name="connsiteY2" fmla="*/ -48 h 716828"/>
                  <a:gd name="connsiteX3" fmla="*/ -1088 w 716827"/>
                  <a:gd name="connsiteY3" fmla="*/ 358233 h 716828"/>
                  <a:gd name="connsiteX4" fmla="*/ -1088 w 716827"/>
                  <a:gd name="connsiteY4" fmla="*/ 358366 h 716828"/>
                  <a:gd name="connsiteX5" fmla="*/ 357193 w 716827"/>
                  <a:gd name="connsiteY5" fmla="*/ 716781 h 7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27" h="716828">
                    <a:moveTo>
                      <a:pt x="357193" y="716781"/>
                    </a:moveTo>
                    <a:cubicBezTo>
                      <a:pt x="555085" y="716861"/>
                      <a:pt x="715606" y="556445"/>
                      <a:pt x="715740" y="358499"/>
                    </a:cubicBezTo>
                    <a:cubicBezTo>
                      <a:pt x="715873" y="160553"/>
                      <a:pt x="555352" y="31"/>
                      <a:pt x="357459" y="-48"/>
                    </a:cubicBezTo>
                    <a:cubicBezTo>
                      <a:pt x="159566" y="-128"/>
                      <a:pt x="-957" y="160287"/>
                      <a:pt x="-1088" y="358233"/>
                    </a:cubicBezTo>
                    <a:cubicBezTo>
                      <a:pt x="-1088" y="358273"/>
                      <a:pt x="-1088" y="358326"/>
                      <a:pt x="-1088" y="358366"/>
                    </a:cubicBezTo>
                    <a:cubicBezTo>
                      <a:pt x="-1088" y="556259"/>
                      <a:pt x="159300" y="716714"/>
                      <a:pt x="357193" y="716781"/>
                    </a:cubicBezTo>
                  </a:path>
                </a:pathLst>
              </a:custGeom>
              <a:solidFill>
                <a:srgbClr val="FFFFFF"/>
              </a:solidFill>
              <a:ln w="6350" cap="flat">
                <a:solidFill>
                  <a:schemeClr val="accent2"/>
                </a:solidFill>
                <a:prstDash val="solid"/>
                <a:miter/>
              </a:ln>
            </p:spPr>
            <p:txBody>
              <a:bodyPr rtlCol="0" anchor="ctr"/>
              <a:lstStyle/>
              <a:p>
                <a:endParaRPr lang="es-ES"/>
              </a:p>
            </p:txBody>
          </p:sp>
          <p:sp>
            <p:nvSpPr>
              <p:cNvPr id="41" name="CuadroTexto 40">
                <a:extLst>
                  <a:ext uri="{FF2B5EF4-FFF2-40B4-BE49-F238E27FC236}">
                    <a16:creationId xmlns:a16="http://schemas.microsoft.com/office/drawing/2014/main" id="{BE2851E1-75E2-67A7-3179-47021292EB21}"/>
                  </a:ext>
                </a:extLst>
              </p:cNvPr>
              <p:cNvSpPr txBox="1"/>
              <p:nvPr/>
            </p:nvSpPr>
            <p:spPr>
              <a:xfrm>
                <a:off x="3111739" y="3549243"/>
                <a:ext cx="1418540" cy="673943"/>
              </a:xfrm>
              <a:prstGeom prst="rect">
                <a:avLst/>
              </a:prstGeom>
              <a:noFill/>
            </p:spPr>
            <p:txBody>
              <a:bodyPr wrap="square">
                <a:spAutoFit/>
              </a:bodyPr>
              <a:lstStyle/>
              <a:p>
                <a:pPr algn="ctr"/>
                <a:r>
                  <a:rPr lang="en-US" sz="1100" dirty="0">
                    <a:latin typeface="Santander Text SemiBold" panose="020B0704020201010104" pitchFamily="34" charset="0"/>
                    <a:cs typeface="Santander Text SemiBold" panose="020B0704020201010104" pitchFamily="34" charset="0"/>
                  </a:rPr>
                  <a:t>Política </a:t>
                </a:r>
              </a:p>
              <a:p>
                <a:pPr algn="ctr"/>
                <a:r>
                  <a:rPr lang="en-US" sz="1100" dirty="0">
                    <a:latin typeface="Santander Text SemiBold" panose="020B0704020201010104" pitchFamily="34" charset="0"/>
                    <a:cs typeface="Santander Text SemiBold" panose="020B0704020201010104" pitchFamily="34" charset="0"/>
                  </a:rPr>
                  <a:t>De </a:t>
                </a:r>
              </a:p>
              <a:p>
                <a:pPr algn="ctr"/>
                <a:r>
                  <a:rPr lang="en-US" sz="1100" dirty="0" err="1">
                    <a:latin typeface="Santander Text SemiBold" panose="020B0704020201010104" pitchFamily="34" charset="0"/>
                    <a:cs typeface="Santander Text SemiBold" panose="020B0704020201010104" pitchFamily="34" charset="0"/>
                  </a:rPr>
                  <a:t>Identificación</a:t>
                </a:r>
                <a:endParaRPr lang="en-US" sz="1100" dirty="0">
                  <a:latin typeface="Santander Text SemiBold" panose="020B0704020201010104" pitchFamily="34" charset="0"/>
                  <a:cs typeface="Santander Text SemiBold" panose="020B0704020201010104" pitchFamily="34" charset="0"/>
                </a:endParaRPr>
              </a:p>
            </p:txBody>
          </p:sp>
          <p:sp>
            <p:nvSpPr>
              <p:cNvPr id="42" name="object 9">
                <a:extLst>
                  <a:ext uri="{FF2B5EF4-FFF2-40B4-BE49-F238E27FC236}">
                    <a16:creationId xmlns:a16="http://schemas.microsoft.com/office/drawing/2014/main" id="{44C14F0F-7410-CBD9-C475-406F719FEA32}"/>
                  </a:ext>
                </a:extLst>
              </p:cNvPr>
              <p:cNvSpPr txBox="1"/>
              <p:nvPr/>
            </p:nvSpPr>
            <p:spPr>
              <a:xfrm>
                <a:off x="439682" y="2078763"/>
                <a:ext cx="1954734" cy="636503"/>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 Políticas, procedimientos y controles para mitigar los Riesgos, en el momento de identificar a los Clientes / Prospectos;</a:t>
                </a:r>
              </a:p>
            </p:txBody>
          </p:sp>
          <p:sp>
            <p:nvSpPr>
              <p:cNvPr id="43" name="object 9">
                <a:extLst>
                  <a:ext uri="{FF2B5EF4-FFF2-40B4-BE49-F238E27FC236}">
                    <a16:creationId xmlns:a16="http://schemas.microsoft.com/office/drawing/2014/main" id="{F2485FB7-CF45-4D84-FFC0-3C4F3F594F60}"/>
                  </a:ext>
                </a:extLst>
              </p:cNvPr>
              <p:cNvSpPr txBox="1"/>
              <p:nvPr/>
            </p:nvSpPr>
            <p:spPr>
              <a:xfrm>
                <a:off x="230456" y="4448005"/>
                <a:ext cx="2047458" cy="32545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V. Programas de actualización de información y documentación.</a:t>
                </a:r>
              </a:p>
            </p:txBody>
          </p:sp>
          <p:sp>
            <p:nvSpPr>
              <p:cNvPr id="44" name="object 9">
                <a:extLst>
                  <a:ext uri="{FF2B5EF4-FFF2-40B4-BE49-F238E27FC236}">
                    <a16:creationId xmlns:a16="http://schemas.microsoft.com/office/drawing/2014/main" id="{8370BB55-111B-214F-C2BB-4FA559B83F2E}"/>
                  </a:ext>
                </a:extLst>
              </p:cNvPr>
              <p:cNvSpPr txBox="1"/>
              <p:nvPr/>
            </p:nvSpPr>
            <p:spPr>
              <a:xfrm>
                <a:off x="5106893" y="5362224"/>
                <a:ext cx="2720961" cy="32545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IV. Procedimiento de aceptación del Cliente / Prospecto; y</a:t>
                </a:r>
              </a:p>
            </p:txBody>
          </p:sp>
          <p:sp>
            <p:nvSpPr>
              <p:cNvPr id="45" name="Forma libre: forma 44">
                <a:extLst>
                  <a:ext uri="{FF2B5EF4-FFF2-40B4-BE49-F238E27FC236}">
                    <a16:creationId xmlns:a16="http://schemas.microsoft.com/office/drawing/2014/main" id="{BE204693-84B8-35E0-1F4B-3393BCD2A75A}"/>
                  </a:ext>
                </a:extLst>
              </p:cNvPr>
              <p:cNvSpPr/>
              <p:nvPr/>
            </p:nvSpPr>
            <p:spPr>
              <a:xfrm>
                <a:off x="4871822" y="2689864"/>
                <a:ext cx="551386" cy="551386"/>
              </a:xfrm>
              <a:custGeom>
                <a:avLst/>
                <a:gdLst>
                  <a:gd name="connsiteX0" fmla="*/ 274472 w 551386"/>
                  <a:gd name="connsiteY0" fmla="*/ 551338 h 551386"/>
                  <a:gd name="connsiteX1" fmla="*/ 550298 w 551386"/>
                  <a:gd name="connsiteY1" fmla="*/ 275778 h 551386"/>
                  <a:gd name="connsiteX2" fmla="*/ 274738 w 551386"/>
                  <a:gd name="connsiteY2" fmla="*/ -48 h 551386"/>
                  <a:gd name="connsiteX3" fmla="*/ -1088 w 551386"/>
                  <a:gd name="connsiteY3" fmla="*/ 275512 h 551386"/>
                  <a:gd name="connsiteX4" fmla="*/ -1088 w 551386"/>
                  <a:gd name="connsiteY4" fmla="*/ 275645 h 551386"/>
                  <a:gd name="connsiteX5" fmla="*/ 274472 w 551386"/>
                  <a:gd name="connsiteY5" fmla="*/ 551338 h 5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386" h="551386">
                    <a:moveTo>
                      <a:pt x="274472" y="551338"/>
                    </a:moveTo>
                    <a:cubicBezTo>
                      <a:pt x="426749" y="551418"/>
                      <a:pt x="550165" y="428041"/>
                      <a:pt x="550298" y="275778"/>
                    </a:cubicBezTo>
                    <a:cubicBezTo>
                      <a:pt x="550431" y="123515"/>
                      <a:pt x="427014" y="32"/>
                      <a:pt x="274738" y="-48"/>
                    </a:cubicBezTo>
                    <a:cubicBezTo>
                      <a:pt x="122462" y="-128"/>
                      <a:pt x="-955" y="123249"/>
                      <a:pt x="-1088" y="275512"/>
                    </a:cubicBezTo>
                    <a:cubicBezTo>
                      <a:pt x="-1088" y="275552"/>
                      <a:pt x="-1088" y="275605"/>
                      <a:pt x="-1088" y="275645"/>
                    </a:cubicBezTo>
                    <a:cubicBezTo>
                      <a:pt x="-1088" y="427855"/>
                      <a:pt x="122329" y="551259"/>
                      <a:pt x="274472" y="551338"/>
                    </a:cubicBezTo>
                    <a:close/>
                  </a:path>
                </a:pathLst>
              </a:custGeom>
              <a:solidFill>
                <a:schemeClr val="bg1"/>
              </a:solidFill>
              <a:ln w="6350" cap="flat">
                <a:solidFill>
                  <a:schemeClr val="accent2"/>
                </a:solidFill>
                <a:prstDash val="solid"/>
                <a:miter/>
              </a:ln>
            </p:spPr>
            <p:txBody>
              <a:bodyPr rtlCol="0" anchor="ctr"/>
              <a:lstStyle/>
              <a:p>
                <a:endParaRPr lang="es-ES"/>
              </a:p>
            </p:txBody>
          </p:sp>
        </p:grpSp>
        <p:sp>
          <p:nvSpPr>
            <p:cNvPr id="6" name="Forma libre: forma 5">
              <a:extLst>
                <a:ext uri="{FF2B5EF4-FFF2-40B4-BE49-F238E27FC236}">
                  <a16:creationId xmlns:a16="http://schemas.microsoft.com/office/drawing/2014/main" id="{C48ECE2A-1FF6-267A-B907-E59DFF381980}"/>
                </a:ext>
              </a:extLst>
            </p:cNvPr>
            <p:cNvSpPr/>
            <p:nvPr/>
          </p:nvSpPr>
          <p:spPr>
            <a:xfrm>
              <a:off x="6299903" y="4386326"/>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5</a:t>
              </a:r>
            </a:p>
          </p:txBody>
        </p:sp>
        <p:sp>
          <p:nvSpPr>
            <p:cNvPr id="7" name="Forma libre: forma 6">
              <a:extLst>
                <a:ext uri="{FF2B5EF4-FFF2-40B4-BE49-F238E27FC236}">
                  <a16:creationId xmlns:a16="http://schemas.microsoft.com/office/drawing/2014/main" id="{80BEF01D-9754-32AF-75BD-0A9A8D883B8D}"/>
                </a:ext>
              </a:extLst>
            </p:cNvPr>
            <p:cNvSpPr/>
            <p:nvPr/>
          </p:nvSpPr>
          <p:spPr>
            <a:xfrm>
              <a:off x="8700996"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4</a:t>
              </a:r>
            </a:p>
          </p:txBody>
        </p:sp>
        <p:sp>
          <p:nvSpPr>
            <p:cNvPr id="11" name="Forma libre: forma 10">
              <a:extLst>
                <a:ext uri="{FF2B5EF4-FFF2-40B4-BE49-F238E27FC236}">
                  <a16:creationId xmlns:a16="http://schemas.microsoft.com/office/drawing/2014/main" id="{0C87F434-902F-88B4-23BD-F3DE7D66E172}"/>
                </a:ext>
              </a:extLst>
            </p:cNvPr>
            <p:cNvSpPr/>
            <p:nvPr/>
          </p:nvSpPr>
          <p:spPr>
            <a:xfrm>
              <a:off x="9731179" y="3820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3</a:t>
              </a:r>
            </a:p>
          </p:txBody>
        </p:sp>
        <p:sp>
          <p:nvSpPr>
            <p:cNvPr id="12" name="object 9">
              <a:extLst>
                <a:ext uri="{FF2B5EF4-FFF2-40B4-BE49-F238E27FC236}">
                  <a16:creationId xmlns:a16="http://schemas.microsoft.com/office/drawing/2014/main" id="{27886062-90C0-1954-B2BA-CC5D3D59120C}"/>
                </a:ext>
              </a:extLst>
            </p:cNvPr>
            <p:cNvSpPr txBox="1"/>
            <p:nvPr/>
          </p:nvSpPr>
          <p:spPr>
            <a:xfrm>
              <a:off x="9849245" y="3128501"/>
              <a:ext cx="1722506" cy="428322"/>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III. Procedimiento para la integración del expediente del Cliente / Prospecto;</a:t>
              </a:r>
            </a:p>
          </p:txBody>
        </p:sp>
        <p:sp>
          <p:nvSpPr>
            <p:cNvPr id="13" name="Forma libre: forma 12">
              <a:extLst>
                <a:ext uri="{FF2B5EF4-FFF2-40B4-BE49-F238E27FC236}">
                  <a16:creationId xmlns:a16="http://schemas.microsoft.com/office/drawing/2014/main" id="{CCB2B2F0-4B92-1ED2-0DA5-DECC94EEC159}"/>
                </a:ext>
              </a:extLst>
            </p:cNvPr>
            <p:cNvSpPr/>
            <p:nvPr/>
          </p:nvSpPr>
          <p:spPr>
            <a:xfrm>
              <a:off x="9365948" y="220418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2</a:t>
              </a:r>
            </a:p>
          </p:txBody>
        </p:sp>
        <p:sp>
          <p:nvSpPr>
            <p:cNvPr id="14" name="Forma libre: forma 13">
              <a:extLst>
                <a:ext uri="{FF2B5EF4-FFF2-40B4-BE49-F238E27FC236}">
                  <a16:creationId xmlns:a16="http://schemas.microsoft.com/office/drawing/2014/main" id="{572ED9E4-7603-5D47-A53A-440057D950C1}"/>
                </a:ext>
              </a:extLst>
            </p:cNvPr>
            <p:cNvSpPr/>
            <p:nvPr/>
          </p:nvSpPr>
          <p:spPr>
            <a:xfrm>
              <a:off x="6936264" y="1769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1</a:t>
              </a:r>
            </a:p>
          </p:txBody>
        </p:sp>
        <p:sp>
          <p:nvSpPr>
            <p:cNvPr id="15" name="object 9">
              <a:extLst>
                <a:ext uri="{FF2B5EF4-FFF2-40B4-BE49-F238E27FC236}">
                  <a16:creationId xmlns:a16="http://schemas.microsoft.com/office/drawing/2014/main" id="{9D67D158-1910-A223-650A-3EA5762690E3}"/>
                </a:ext>
              </a:extLst>
            </p:cNvPr>
            <p:cNvSpPr txBox="1"/>
            <p:nvPr/>
          </p:nvSpPr>
          <p:spPr>
            <a:xfrm>
              <a:off x="8501959" y="1437921"/>
              <a:ext cx="1418766" cy="719318"/>
            </a:xfrm>
            <a:prstGeom prst="rect">
              <a:avLst/>
            </a:prstGeom>
          </p:spPr>
          <p:txBody>
            <a:bodyPr vert="horz" wrap="square" lIns="0" tIns="12700" rIns="0" bIns="0" rtlCol="0">
              <a:spAutoFit/>
            </a:bodyPr>
            <a:lstStyle/>
            <a:p>
              <a:pPr marL="12700" marR="5080">
                <a:spcBef>
                  <a:spcPts val="100"/>
                </a:spcBef>
              </a:pPr>
              <a:r>
                <a:rPr lang="es-MX" sz="900" spc="-20" dirty="0">
                  <a:solidFill>
                    <a:srgbClr val="1A232B"/>
                  </a:solidFill>
                  <a:cs typeface="Santander Text Light"/>
                </a:rPr>
                <a:t>II. Procedimiento de recabar la información y documentación para identificación del Cliente / Prospecto;</a:t>
              </a:r>
            </a:p>
          </p:txBody>
        </p:sp>
        <p:pic>
          <p:nvPicPr>
            <p:cNvPr id="16" name="Gráfico 15">
              <a:extLst>
                <a:ext uri="{FF2B5EF4-FFF2-40B4-BE49-F238E27FC236}">
                  <a16:creationId xmlns:a16="http://schemas.microsoft.com/office/drawing/2014/main" id="{C63D1E45-4E57-B0A5-10B3-6BDD2D0254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63966" y="2001196"/>
              <a:ext cx="345600" cy="345600"/>
            </a:xfrm>
            <a:prstGeom prst="rect">
              <a:avLst/>
            </a:prstGeom>
          </p:spPr>
        </p:pic>
        <p:pic>
          <p:nvPicPr>
            <p:cNvPr id="17" name="Gráfico 16">
              <a:extLst>
                <a:ext uri="{FF2B5EF4-FFF2-40B4-BE49-F238E27FC236}">
                  <a16:creationId xmlns:a16="http://schemas.microsoft.com/office/drawing/2014/main" id="{382B836E-1128-A5C9-0C00-30636E54A2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5505" y="2366916"/>
              <a:ext cx="345600" cy="345600"/>
            </a:xfrm>
            <a:prstGeom prst="rect">
              <a:avLst/>
            </a:prstGeom>
          </p:spPr>
        </p:pic>
        <p:pic>
          <p:nvPicPr>
            <p:cNvPr id="18" name="Gráfico 17">
              <a:extLst>
                <a:ext uri="{FF2B5EF4-FFF2-40B4-BE49-F238E27FC236}">
                  <a16:creationId xmlns:a16="http://schemas.microsoft.com/office/drawing/2014/main" id="{23E1904A-7470-B940-96E6-BB163B0EB5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29159" y="4508187"/>
              <a:ext cx="345600" cy="345600"/>
            </a:xfrm>
            <a:prstGeom prst="rect">
              <a:avLst/>
            </a:prstGeom>
          </p:spPr>
        </p:pic>
        <p:pic>
          <p:nvPicPr>
            <p:cNvPr id="19" name="Gráfico 18">
              <a:extLst>
                <a:ext uri="{FF2B5EF4-FFF2-40B4-BE49-F238E27FC236}">
                  <a16:creationId xmlns:a16="http://schemas.microsoft.com/office/drawing/2014/main" id="{669AEAAF-3CE7-69C0-64C0-5E0B4CAB83E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4942" y="3606348"/>
              <a:ext cx="345600" cy="345600"/>
            </a:xfrm>
            <a:prstGeom prst="rect">
              <a:avLst/>
            </a:prstGeom>
          </p:spPr>
        </p:pic>
        <p:pic>
          <p:nvPicPr>
            <p:cNvPr id="20" name="Gráfico 19">
              <a:extLst>
                <a:ext uri="{FF2B5EF4-FFF2-40B4-BE49-F238E27FC236}">
                  <a16:creationId xmlns:a16="http://schemas.microsoft.com/office/drawing/2014/main" id="{0FFBCF4B-478F-6974-4423-431116FD1AE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40156" y="4004788"/>
              <a:ext cx="345600" cy="345600"/>
            </a:xfrm>
            <a:prstGeom prst="rect">
              <a:avLst/>
            </a:prstGeom>
          </p:spPr>
        </p:pic>
      </p:grpSp>
    </p:spTree>
    <p:extLst>
      <p:ext uri="{BB962C8B-B14F-4D97-AF65-F5344CB8AC3E}">
        <p14:creationId xmlns:p14="http://schemas.microsoft.com/office/powerpoint/2010/main" val="3853393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44C84-3840-62CC-EC1B-6709053100DB}"/>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5CE9FDF6-EE00-C426-1430-54EA9DA9E78E}"/>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59F9610B-C48E-BC29-AE2E-CB9ABA47ADE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31</a:t>
            </a:fld>
            <a:endParaRPr lang="en-US"/>
          </a:p>
        </p:txBody>
      </p:sp>
      <p:sp>
        <p:nvSpPr>
          <p:cNvPr id="10" name="Marcador de texto 9">
            <a:extLst>
              <a:ext uri="{FF2B5EF4-FFF2-40B4-BE49-F238E27FC236}">
                <a16:creationId xmlns:a16="http://schemas.microsoft.com/office/drawing/2014/main" id="{37FC45F6-321F-6F7D-50F5-F078C3373FCB}"/>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50E08A4B-24A3-2F37-3EBA-6A73DBC32996}"/>
              </a:ext>
            </a:extLst>
          </p:cNvPr>
          <p:cNvSpPr txBox="1">
            <a:spLocks/>
          </p:cNvSpPr>
          <p:nvPr/>
        </p:nvSpPr>
        <p:spPr>
          <a:xfrm>
            <a:off x="439259" y="1037235"/>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dirty="0"/>
              <a:t>Identificación de otras figuras</a:t>
            </a:r>
          </a:p>
        </p:txBody>
      </p:sp>
      <p:pic>
        <p:nvPicPr>
          <p:cNvPr id="3" name="Imagen 2">
            <a:extLst>
              <a:ext uri="{FF2B5EF4-FFF2-40B4-BE49-F238E27FC236}">
                <a16:creationId xmlns:a16="http://schemas.microsoft.com/office/drawing/2014/main" id="{71A6DC63-3A1A-1272-2B87-946586B7745C}"/>
              </a:ext>
            </a:extLst>
          </p:cNvPr>
          <p:cNvPicPr>
            <a:picLocks noChangeAspect="1"/>
          </p:cNvPicPr>
          <p:nvPr/>
        </p:nvPicPr>
        <p:blipFill>
          <a:blip r:embed="rId2"/>
          <a:stretch>
            <a:fillRect/>
          </a:stretch>
        </p:blipFill>
        <p:spPr>
          <a:xfrm>
            <a:off x="826848" y="1494173"/>
            <a:ext cx="10534650" cy="4933950"/>
          </a:xfrm>
          <a:prstGeom prst="rect">
            <a:avLst/>
          </a:prstGeom>
        </p:spPr>
      </p:pic>
    </p:spTree>
    <p:extLst>
      <p:ext uri="{BB962C8B-B14F-4D97-AF65-F5344CB8AC3E}">
        <p14:creationId xmlns:p14="http://schemas.microsoft.com/office/powerpoint/2010/main" val="1232395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AA2D-71E3-0FE7-B64A-699223BCBEAD}"/>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AD59AAA9-1AA9-C6DD-1E36-7911967B8EC9}"/>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C8CFF3FC-3E12-70F7-4334-AD9541379BD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32</a:t>
            </a:fld>
            <a:endParaRPr lang="en-US"/>
          </a:p>
        </p:txBody>
      </p:sp>
      <p:sp>
        <p:nvSpPr>
          <p:cNvPr id="10" name="Marcador de texto 9">
            <a:extLst>
              <a:ext uri="{FF2B5EF4-FFF2-40B4-BE49-F238E27FC236}">
                <a16:creationId xmlns:a16="http://schemas.microsoft.com/office/drawing/2014/main" id="{366F8717-1DC6-754D-7D92-1267D892B810}"/>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3442407F-01A1-2C15-8EF7-04480DE56AD6}"/>
              </a:ext>
            </a:extLst>
          </p:cNvPr>
          <p:cNvSpPr txBox="1">
            <a:spLocks/>
          </p:cNvSpPr>
          <p:nvPr/>
        </p:nvSpPr>
        <p:spPr>
          <a:xfrm>
            <a:off x="439259" y="939173"/>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Reportes</a:t>
            </a:r>
            <a:endParaRPr lang="es-ES" dirty="0"/>
          </a:p>
        </p:txBody>
      </p:sp>
      <p:graphicFrame>
        <p:nvGraphicFramePr>
          <p:cNvPr id="3" name="Marcador de contenido 3">
            <a:extLst>
              <a:ext uri="{FF2B5EF4-FFF2-40B4-BE49-F238E27FC236}">
                <a16:creationId xmlns:a16="http://schemas.microsoft.com/office/drawing/2014/main" id="{6E58A004-746E-6005-8E78-615A28CFAC7A}"/>
              </a:ext>
            </a:extLst>
          </p:cNvPr>
          <p:cNvGraphicFramePr>
            <a:graphicFrameLocks/>
          </p:cNvGraphicFramePr>
          <p:nvPr>
            <p:extLst>
              <p:ext uri="{D42A27DB-BD31-4B8C-83A1-F6EECF244321}">
                <p14:modId xmlns:p14="http://schemas.microsoft.com/office/powerpoint/2010/main" val="3469620364"/>
              </p:ext>
            </p:extLst>
          </p:nvPr>
        </p:nvGraphicFramePr>
        <p:xfrm>
          <a:off x="673801" y="1567240"/>
          <a:ext cx="10522519" cy="4203640"/>
        </p:xfrm>
        <a:graphic>
          <a:graphicData uri="http://schemas.openxmlformats.org/drawingml/2006/table">
            <a:tbl>
              <a:tblPr firstRow="1" bandRow="1"/>
              <a:tblGrid>
                <a:gridCol w="2535649">
                  <a:extLst>
                    <a:ext uri="{9D8B030D-6E8A-4147-A177-3AD203B41FA5}">
                      <a16:colId xmlns:a16="http://schemas.microsoft.com/office/drawing/2014/main" val="1303395297"/>
                    </a:ext>
                  </a:extLst>
                </a:gridCol>
                <a:gridCol w="817151">
                  <a:extLst>
                    <a:ext uri="{9D8B030D-6E8A-4147-A177-3AD203B41FA5}">
                      <a16:colId xmlns:a16="http://schemas.microsoft.com/office/drawing/2014/main" val="3252016621"/>
                    </a:ext>
                  </a:extLst>
                </a:gridCol>
                <a:gridCol w="2374199">
                  <a:extLst>
                    <a:ext uri="{9D8B030D-6E8A-4147-A177-3AD203B41FA5}">
                      <a16:colId xmlns:a16="http://schemas.microsoft.com/office/drawing/2014/main" val="1315297361"/>
                    </a:ext>
                  </a:extLst>
                </a:gridCol>
                <a:gridCol w="4795520">
                  <a:extLst>
                    <a:ext uri="{9D8B030D-6E8A-4147-A177-3AD203B41FA5}">
                      <a16:colId xmlns:a16="http://schemas.microsoft.com/office/drawing/2014/main" val="562524037"/>
                    </a:ext>
                  </a:extLst>
                </a:gridCol>
              </a:tblGrid>
              <a:tr h="36316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1200" dirty="0">
                          <a:latin typeface="Santander Text Light" panose="020B0304020201020104" pitchFamily="34" charset="0"/>
                        </a:rPr>
                        <a:t>TIPO DE REPORTE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lumMod val="90000"/>
                        <a:lumOff val="1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1200" dirty="0">
                          <a:latin typeface="Santander Text Light" panose="020B0304020201020104" pitchFamily="34" charset="0"/>
                        </a:rPr>
                        <a:t>SECTOR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lumMod val="90000"/>
                        <a:lumOff val="1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1200" dirty="0">
                          <a:latin typeface="Santander Text Light" panose="020B0304020201020104" pitchFamily="34" charset="0"/>
                        </a:rPr>
                        <a:t>MONTO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lumMod val="90000"/>
                        <a:lumOff val="10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MX" sz="1200" dirty="0">
                          <a:latin typeface="Santander Text Light" panose="020B0304020201020104" pitchFamily="34" charset="0"/>
                        </a:rPr>
                        <a:t>PLAZO PARA SU PRESENTACIÓN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lumMod val="90000"/>
                        <a:lumOff val="10000"/>
                      </a:schemeClr>
                    </a:solidFill>
                  </a:tcPr>
                </a:tc>
                <a:extLst>
                  <a:ext uri="{0D108BD9-81ED-4DB2-BD59-A6C34878D82A}">
                    <a16:rowId xmlns:a16="http://schemas.microsoft.com/office/drawing/2014/main" val="1652185803"/>
                  </a:ext>
                </a:extLst>
              </a:tr>
              <a:tr h="8099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Reporte de operaciones relevantes:</a:t>
                      </a:r>
                    </a:p>
                    <a:p>
                      <a:endParaRPr lang="es-MX" sz="1200" dirty="0">
                        <a:latin typeface="Santander Text Light" panose="020B0304020201020104" pitchFamily="34" charset="0"/>
                      </a:endParaRPr>
                    </a:p>
                    <a:p>
                      <a:r>
                        <a:rPr lang="es-MX" sz="1200" dirty="0">
                          <a:latin typeface="Santander Text Light" panose="020B0304020201020104" pitchFamily="34" charset="0"/>
                        </a:rPr>
                        <a:t>Este</a:t>
                      </a:r>
                      <a:r>
                        <a:rPr lang="es-MX" sz="1200" baseline="0" dirty="0">
                          <a:latin typeface="Santander Text Light" panose="020B0304020201020104" pitchFamily="34" charset="0"/>
                        </a:rPr>
                        <a:t> tipo de operaciones por el momento no se llevan a cabo en SAM</a:t>
                      </a:r>
                      <a:endParaRPr lang="es-MX" sz="12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Todos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kern="1200" dirty="0">
                          <a:solidFill>
                            <a:schemeClr val="dk1"/>
                          </a:solidFill>
                          <a:effectLst/>
                          <a:latin typeface="Santander Text Light" panose="020B0304020201020104" pitchFamily="34" charset="0"/>
                          <a:ea typeface="+mn-ea"/>
                          <a:cs typeface="+mn-cs"/>
                        </a:rPr>
                        <a:t>Prudencial-PLD/FT y </a:t>
                      </a:r>
                      <a:r>
                        <a:rPr lang="es-MX" sz="1200" kern="1200" dirty="0" err="1">
                          <a:solidFill>
                            <a:schemeClr val="dk1"/>
                          </a:solidFill>
                          <a:effectLst/>
                          <a:latin typeface="Santander Text Light" panose="020B0304020201020104" pitchFamily="34" charset="0"/>
                          <a:ea typeface="+mn-ea"/>
                          <a:cs typeface="+mn-cs"/>
                        </a:rPr>
                        <a:t>Sofomes</a:t>
                      </a:r>
                      <a:r>
                        <a:rPr lang="es-MX" sz="1200" kern="1200" dirty="0">
                          <a:solidFill>
                            <a:schemeClr val="dk1"/>
                          </a:solidFill>
                          <a:effectLst/>
                          <a:latin typeface="Santander Text Light" panose="020B0304020201020104" pitchFamily="34" charset="0"/>
                          <a:ea typeface="+mn-ea"/>
                          <a:cs typeface="+mn-cs"/>
                        </a:rPr>
                        <a:t> ENR - Igual o superior al equivalente en moneda nacional a 7 mil 500 dólares de los EUA.</a:t>
                      </a:r>
                    </a:p>
                    <a:p>
                      <a:r>
                        <a:rPr lang="es-MX" sz="1200" kern="1200" dirty="0">
                          <a:solidFill>
                            <a:schemeClr val="dk1"/>
                          </a:solidFill>
                          <a:effectLst/>
                          <a:latin typeface="Santander Text Light" panose="020B0304020201020104" pitchFamily="34" charset="0"/>
                          <a:ea typeface="+mn-ea"/>
                          <a:cs typeface="+mn-cs"/>
                        </a:rPr>
                        <a:t>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kern="1200" dirty="0">
                          <a:solidFill>
                            <a:schemeClr val="dk1"/>
                          </a:solidFill>
                          <a:effectLst/>
                          <a:latin typeface="Santander Text Light" panose="020B0304020201020104" pitchFamily="34" charset="0"/>
                          <a:ea typeface="+mn-ea"/>
                          <a:cs typeface="+mn-cs"/>
                        </a:rPr>
                        <a:t>Trimestral</a:t>
                      </a:r>
                    </a:p>
                    <a:p>
                      <a:r>
                        <a:rPr lang="es-MX" sz="1200" kern="1200" dirty="0">
                          <a:solidFill>
                            <a:schemeClr val="dk1"/>
                          </a:solidFill>
                          <a:effectLst/>
                          <a:latin typeface="Santander Text Light" panose="020B0304020201020104" pitchFamily="34" charset="0"/>
                          <a:ea typeface="+mn-ea"/>
                          <a:cs typeface="+mn-cs"/>
                        </a:rPr>
                        <a:t>Prudencial-PLD/FT - 10 primeros días hábiles de los meses de enero, abril, julio y octubre de cada año.</a:t>
                      </a:r>
                    </a:p>
                    <a:p>
                      <a:r>
                        <a:rPr lang="es-MX" sz="1200" kern="1200" dirty="0">
                          <a:solidFill>
                            <a:schemeClr val="dk1"/>
                          </a:solidFill>
                          <a:effectLst/>
                          <a:latin typeface="Santander Text Light" panose="020B0304020201020104" pitchFamily="34" charset="0"/>
                          <a:ea typeface="+mn-ea"/>
                          <a:cs typeface="+mn-cs"/>
                        </a:rPr>
                        <a:t>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647909966"/>
                  </a:ext>
                </a:extLst>
              </a:tr>
              <a:tr h="64255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Reporte de operaciones inusuales:</a:t>
                      </a:r>
                    </a:p>
                    <a:p>
                      <a:endParaRPr lang="es-MX" sz="1200" dirty="0">
                        <a:latin typeface="Santander Text Light" panose="020B0304020201020104" pitchFamily="34" charset="0"/>
                      </a:endParaRPr>
                    </a:p>
                    <a:p>
                      <a:r>
                        <a:rPr lang="es-MX" sz="1200" dirty="0">
                          <a:latin typeface="Santander Text Light" panose="020B0304020201020104" pitchFamily="34" charset="0"/>
                        </a:rPr>
                        <a:t>Operaciones</a:t>
                      </a:r>
                      <a:r>
                        <a:rPr lang="es-MX" sz="1200" baseline="0" dirty="0">
                          <a:latin typeface="Santander Text Light" panose="020B0304020201020104" pitchFamily="34" charset="0"/>
                        </a:rPr>
                        <a:t> que salen del perfil transaccional del cliente y causan sospecha de LD/FT</a:t>
                      </a:r>
                      <a:endParaRPr lang="es-MX" sz="12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Todos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N/A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Dentro de los 3 días hábiles siguientes contados a partir de que concluya la sesión del Comité de Comunicación y Control que la dictamine como tal.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590784505"/>
                  </a:ext>
                </a:extLst>
              </a:tr>
              <a:tr h="54369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Reporte de</a:t>
                      </a:r>
                    </a:p>
                    <a:p>
                      <a:r>
                        <a:rPr lang="es-MX" sz="1200" dirty="0">
                          <a:latin typeface="Santander Text Light" panose="020B0304020201020104" pitchFamily="34" charset="0"/>
                        </a:rPr>
                        <a:t>24 horas</a:t>
                      </a:r>
                    </a:p>
                    <a:p>
                      <a:endParaRPr lang="es-MX" sz="12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Todos</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N/A</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MX" sz="1200" dirty="0">
                          <a:latin typeface="Santander Text Light" panose="020B0304020201020104" pitchFamily="34" charset="0"/>
                        </a:rPr>
                        <a:t>Dentro  de  las  24  horas  contadas  a  partir  de  que</a:t>
                      </a:r>
                    </a:p>
                    <a:p>
                      <a:r>
                        <a:rPr lang="es-MX" sz="1200" dirty="0">
                          <a:latin typeface="Santander Text Light" panose="020B0304020201020104" pitchFamily="34" charset="0"/>
                        </a:rPr>
                        <a:t>conozca la información.</a:t>
                      </a:r>
                    </a:p>
                    <a:p>
                      <a:endParaRPr lang="es-MX" sz="1200" dirty="0">
                        <a:latin typeface="Santander Text Light" panose="020B03040202010201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870367170"/>
                  </a:ext>
                </a:extLst>
              </a:tr>
              <a:tr h="543697">
                <a:tc>
                  <a:txBody>
                    <a:bodyPr/>
                    <a:lstStyle/>
                    <a:p>
                      <a:r>
                        <a:rPr lang="es-MX" sz="1200" dirty="0">
                          <a:latin typeface="Santander Text Light" panose="020B0304020201020104" pitchFamily="34" charset="0"/>
                        </a:rPr>
                        <a:t>Operaciones internas preocupantes:</a:t>
                      </a:r>
                    </a:p>
                    <a:p>
                      <a:endParaRPr lang="es-MX" sz="1200" dirty="0">
                        <a:latin typeface="Santander Text Light" panose="020B03040202010201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Santander Text Light" panose="020B0304020201020104" pitchFamily="34" charset="0"/>
                          <a:ea typeface="+mn-ea"/>
                          <a:cs typeface="+mn-cs"/>
                        </a:rPr>
                        <a:t>Operaciones que salen del perfil transaccional de s empleados de SAM y causan sospecha de LD/FT</a:t>
                      </a:r>
                    </a:p>
                    <a:p>
                      <a:endParaRPr lang="es-MX" sz="1200" dirty="0">
                        <a:latin typeface="Santander Text Light" panose="020B0304020201020104" pitchFamily="34" charset="0"/>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tc>
                  <a:txBody>
                    <a:bodyPr/>
                    <a:lstStyle/>
                    <a:p>
                      <a:r>
                        <a:rPr lang="es-MX" sz="1200" dirty="0">
                          <a:latin typeface="Santander Text Light" panose="020B0304020201020104" pitchFamily="34" charset="0"/>
                        </a:rPr>
                        <a:t>Todos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tc>
                  <a:txBody>
                    <a:bodyPr/>
                    <a:lstStyle/>
                    <a:p>
                      <a:r>
                        <a:rPr lang="es-MX" sz="1200" dirty="0">
                          <a:latin typeface="Santander Text Light" panose="020B0304020201020104" pitchFamily="34" charset="0"/>
                        </a:rPr>
                        <a:t>N/A</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tc>
                  <a:txBody>
                    <a:bodyPr/>
                    <a:lstStyle/>
                    <a:p>
                      <a:r>
                        <a:rPr lang="es-MX" sz="1200" dirty="0">
                          <a:latin typeface="Santander Text Light" panose="020B0304020201020104" pitchFamily="34" charset="0"/>
                        </a:rPr>
                        <a:t>Dentro de los 3 días hábiles siguientes contados a partir de que concluya la sesión del Comité que la dictamine como tal.</a:t>
                      </a:r>
                    </a:p>
                    <a:p>
                      <a:endParaRPr lang="es-MX" sz="1200" dirty="0">
                        <a:latin typeface="Santander Text Light" panose="020B0304020201020104" pitchFamily="34" charset="0"/>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10004"/>
                  </a:ext>
                </a:extLst>
              </a:tr>
            </a:tbl>
          </a:graphicData>
        </a:graphic>
      </p:graphicFrame>
      <p:sp>
        <p:nvSpPr>
          <p:cNvPr id="4" name="CuadroTexto 3">
            <a:extLst>
              <a:ext uri="{FF2B5EF4-FFF2-40B4-BE49-F238E27FC236}">
                <a16:creationId xmlns:a16="http://schemas.microsoft.com/office/drawing/2014/main" id="{A8D4FC9A-EFCB-BDAA-0FA8-A8CD83545B1B}"/>
              </a:ext>
            </a:extLst>
          </p:cNvPr>
          <p:cNvSpPr txBox="1"/>
          <p:nvPr/>
        </p:nvSpPr>
        <p:spPr>
          <a:xfrm>
            <a:off x="673801" y="5918827"/>
            <a:ext cx="5828599" cy="276999"/>
          </a:xfrm>
          <a:prstGeom prst="rect">
            <a:avLst/>
          </a:prstGeom>
          <a:noFill/>
        </p:spPr>
        <p:txBody>
          <a:bodyPr wrap="square" rtlCol="0">
            <a:spAutoFit/>
          </a:bodyPr>
          <a:lstStyle/>
          <a:p>
            <a:r>
              <a:rPr lang="es-MX" sz="1200" dirty="0">
                <a:solidFill>
                  <a:schemeClr val="tx2">
                    <a:lumMod val="50000"/>
                  </a:schemeClr>
                </a:solidFill>
                <a:latin typeface="Santander Text Light" panose="020B0304020201020104" pitchFamily="34" charset="0"/>
              </a:rPr>
              <a:t>SAM </a:t>
            </a:r>
            <a:r>
              <a:rPr lang="es-MX" sz="1200" b="1" dirty="0">
                <a:solidFill>
                  <a:schemeClr val="tx2">
                    <a:lumMod val="50000"/>
                  </a:schemeClr>
                </a:solidFill>
                <a:latin typeface="Santander Text Light" panose="020B0304020201020104" pitchFamily="34" charset="0"/>
              </a:rPr>
              <a:t>NO </a:t>
            </a:r>
            <a:r>
              <a:rPr lang="es-MX" sz="1200" dirty="0">
                <a:solidFill>
                  <a:schemeClr val="tx2">
                    <a:lumMod val="50000"/>
                  </a:schemeClr>
                </a:solidFill>
                <a:latin typeface="Santander Text Light" panose="020B0304020201020104" pitchFamily="34" charset="0"/>
              </a:rPr>
              <a:t>recibe efectivo  y</a:t>
            </a:r>
            <a:r>
              <a:rPr lang="es-MX" sz="1200" b="1" dirty="0">
                <a:solidFill>
                  <a:schemeClr val="tx2">
                    <a:lumMod val="50000"/>
                  </a:schemeClr>
                </a:solidFill>
                <a:latin typeface="Santander Text Light" panose="020B0304020201020104" pitchFamily="34" charset="0"/>
              </a:rPr>
              <a:t> NO </a:t>
            </a:r>
            <a:r>
              <a:rPr lang="es-MX" sz="1200" dirty="0">
                <a:solidFill>
                  <a:schemeClr val="tx2">
                    <a:lumMod val="50000"/>
                  </a:schemeClr>
                </a:solidFill>
                <a:latin typeface="Santander Text Light" panose="020B0304020201020104" pitchFamily="34" charset="0"/>
              </a:rPr>
              <a:t>realiza ninguna transacción en efectivo.</a:t>
            </a:r>
            <a:endParaRPr lang="en-US" sz="1200" b="1" dirty="0">
              <a:solidFill>
                <a:schemeClr val="tx2">
                  <a:lumMod val="50000"/>
                </a:schemeClr>
              </a:solidFill>
              <a:latin typeface="Santander Text Light" panose="020B0304020201020104" pitchFamily="34" charset="0"/>
            </a:endParaRPr>
          </a:p>
        </p:txBody>
      </p:sp>
    </p:spTree>
    <p:extLst>
      <p:ext uri="{BB962C8B-B14F-4D97-AF65-F5344CB8AC3E}">
        <p14:creationId xmlns:p14="http://schemas.microsoft.com/office/powerpoint/2010/main" val="1396495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F232-8791-940B-0DD8-C9120A83292F}"/>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20F22E72-C752-2F25-63D2-50B1D9BD9B18}"/>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A0D3FAE6-E140-CAD4-D664-F214606028F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33</a:t>
            </a:fld>
            <a:endParaRPr lang="en-US"/>
          </a:p>
        </p:txBody>
      </p:sp>
      <p:sp>
        <p:nvSpPr>
          <p:cNvPr id="10" name="Marcador de texto 9">
            <a:extLst>
              <a:ext uri="{FF2B5EF4-FFF2-40B4-BE49-F238E27FC236}">
                <a16:creationId xmlns:a16="http://schemas.microsoft.com/office/drawing/2014/main" id="{DAA8695A-D29C-E866-FC8A-54EB90C86B0C}"/>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1">
            <a:extLst>
              <a:ext uri="{FF2B5EF4-FFF2-40B4-BE49-F238E27FC236}">
                <a16:creationId xmlns:a16="http://schemas.microsoft.com/office/drawing/2014/main" id="{546E86A9-AA03-F978-E8C4-51E9016E34D7}"/>
              </a:ext>
            </a:extLst>
          </p:cNvPr>
          <p:cNvSpPr txBox="1">
            <a:spLocks/>
          </p:cNvSpPr>
          <p:nvPr/>
        </p:nvSpPr>
        <p:spPr>
          <a:xfrm>
            <a:off x="439259" y="1012325"/>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dirty="0"/>
              <a:t>Conservación de documentos</a:t>
            </a:r>
          </a:p>
        </p:txBody>
      </p:sp>
      <p:graphicFrame>
        <p:nvGraphicFramePr>
          <p:cNvPr id="3" name="Tabla 2">
            <a:extLst>
              <a:ext uri="{FF2B5EF4-FFF2-40B4-BE49-F238E27FC236}">
                <a16:creationId xmlns:a16="http://schemas.microsoft.com/office/drawing/2014/main" id="{4C91C5FB-49C6-ECEE-4F04-7EDE002935CF}"/>
              </a:ext>
            </a:extLst>
          </p:cNvPr>
          <p:cNvGraphicFramePr>
            <a:graphicFrameLocks noGrp="1"/>
          </p:cNvGraphicFramePr>
          <p:nvPr>
            <p:extLst>
              <p:ext uri="{D42A27DB-BD31-4B8C-83A1-F6EECF244321}">
                <p14:modId xmlns:p14="http://schemas.microsoft.com/office/powerpoint/2010/main" val="445064307"/>
              </p:ext>
            </p:extLst>
          </p:nvPr>
        </p:nvGraphicFramePr>
        <p:xfrm>
          <a:off x="439259" y="1477616"/>
          <a:ext cx="11215912" cy="4600088"/>
        </p:xfrm>
        <a:graphic>
          <a:graphicData uri="http://schemas.openxmlformats.org/drawingml/2006/table">
            <a:tbl>
              <a:tblPr firstRow="1" bandRow="1" bandCol="1"/>
              <a:tblGrid>
                <a:gridCol w="2833912">
                  <a:extLst>
                    <a:ext uri="{9D8B030D-6E8A-4147-A177-3AD203B41FA5}">
                      <a16:colId xmlns:a16="http://schemas.microsoft.com/office/drawing/2014/main" val="3670406381"/>
                    </a:ext>
                  </a:extLst>
                </a:gridCol>
                <a:gridCol w="4761286">
                  <a:extLst>
                    <a:ext uri="{9D8B030D-6E8A-4147-A177-3AD203B41FA5}">
                      <a16:colId xmlns:a16="http://schemas.microsoft.com/office/drawing/2014/main" val="3859379931"/>
                    </a:ext>
                  </a:extLst>
                </a:gridCol>
                <a:gridCol w="3620714">
                  <a:extLst>
                    <a:ext uri="{9D8B030D-6E8A-4147-A177-3AD203B41FA5}">
                      <a16:colId xmlns:a16="http://schemas.microsoft.com/office/drawing/2014/main" val="1993695818"/>
                    </a:ext>
                  </a:extLst>
                </a:gridCol>
              </a:tblGrid>
              <a:tr h="385369">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marL="349250" algn="ctr">
                        <a:spcBef>
                          <a:spcPts val="355"/>
                        </a:spcBef>
                        <a:spcAft>
                          <a:spcPts val="0"/>
                        </a:spcAft>
                      </a:pPr>
                      <a:r>
                        <a:rPr lang="en-US" sz="1400" dirty="0">
                          <a:effectLst/>
                          <a:latin typeface="+mj-lt"/>
                        </a:rPr>
                        <a:t>OBLIG</a:t>
                      </a:r>
                      <a:r>
                        <a:rPr lang="en-US" sz="1400" spc="-45" dirty="0">
                          <a:effectLst/>
                          <a:latin typeface="+mj-lt"/>
                        </a:rPr>
                        <a:t>A</a:t>
                      </a:r>
                      <a:r>
                        <a:rPr lang="en-US" sz="1400" dirty="0">
                          <a:effectLst/>
                          <a:latin typeface="+mj-lt"/>
                        </a:rPr>
                        <a:t>C</a:t>
                      </a:r>
                      <a:r>
                        <a:rPr lang="en-US" sz="1400" spc="10" dirty="0">
                          <a:effectLst/>
                          <a:latin typeface="+mj-lt"/>
                        </a:rPr>
                        <a:t>I</a:t>
                      </a:r>
                      <a:r>
                        <a:rPr lang="en-US" sz="1400" dirty="0">
                          <a:effectLst/>
                          <a:latin typeface="+mj-lt"/>
                        </a:rPr>
                        <a:t>ÓN</a:t>
                      </a:r>
                      <a:endParaRPr lang="es-MX" sz="14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solidFill>
                      <a:schemeClr val="tx1">
                        <a:lumMod val="90000"/>
                        <a:lumOff val="10000"/>
                      </a:schemeClr>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marL="549275">
                        <a:spcBef>
                          <a:spcPts val="355"/>
                        </a:spcBef>
                        <a:spcAft>
                          <a:spcPts val="0"/>
                        </a:spcAft>
                      </a:pPr>
                      <a:r>
                        <a:rPr lang="en-US" sz="1400" dirty="0">
                          <a:effectLst/>
                          <a:latin typeface="+mj-lt"/>
                        </a:rPr>
                        <a:t>INFOR</a:t>
                      </a:r>
                      <a:r>
                        <a:rPr lang="en-US" sz="1400" spc="10" dirty="0">
                          <a:effectLst/>
                          <a:latin typeface="+mj-lt"/>
                        </a:rPr>
                        <a:t>M</a:t>
                      </a:r>
                      <a:r>
                        <a:rPr lang="en-US" sz="1400" spc="-45" dirty="0">
                          <a:effectLst/>
                          <a:latin typeface="+mj-lt"/>
                        </a:rPr>
                        <a:t>A</a:t>
                      </a:r>
                      <a:r>
                        <a:rPr lang="en-US" sz="1400" dirty="0">
                          <a:effectLst/>
                          <a:latin typeface="+mj-lt"/>
                        </a:rPr>
                        <a:t>CIÓN</a:t>
                      </a:r>
                      <a:r>
                        <a:rPr lang="en-US" sz="1400" spc="-55" dirty="0">
                          <a:effectLst/>
                          <a:latin typeface="+mj-lt"/>
                        </a:rPr>
                        <a:t> </a:t>
                      </a:r>
                      <a:r>
                        <a:rPr lang="en-US" sz="1400" dirty="0">
                          <a:effectLst/>
                          <a:latin typeface="+mj-lt"/>
                        </a:rPr>
                        <a:t>O</a:t>
                      </a:r>
                      <a:r>
                        <a:rPr lang="en-US" sz="1400" spc="-95" dirty="0">
                          <a:effectLst/>
                          <a:latin typeface="+mj-lt"/>
                        </a:rPr>
                        <a:t> </a:t>
                      </a:r>
                      <a:r>
                        <a:rPr lang="en-US" sz="1400" dirty="0">
                          <a:effectLst/>
                          <a:latin typeface="+mj-lt"/>
                        </a:rPr>
                        <a:t>DOCU</a:t>
                      </a:r>
                      <a:r>
                        <a:rPr lang="en-US" sz="1400" spc="10" dirty="0">
                          <a:effectLst/>
                          <a:latin typeface="+mj-lt"/>
                        </a:rPr>
                        <a:t>M</a:t>
                      </a:r>
                      <a:r>
                        <a:rPr lang="en-US" sz="1400" dirty="0">
                          <a:effectLst/>
                          <a:latin typeface="+mj-lt"/>
                        </a:rPr>
                        <a:t>EN</a:t>
                      </a:r>
                      <a:r>
                        <a:rPr lang="en-US" sz="1400" spc="-105" dirty="0">
                          <a:effectLst/>
                          <a:latin typeface="+mj-lt"/>
                        </a:rPr>
                        <a:t>T</a:t>
                      </a:r>
                      <a:r>
                        <a:rPr lang="en-US" sz="1400" spc="-45" dirty="0">
                          <a:effectLst/>
                          <a:latin typeface="+mj-lt"/>
                        </a:rPr>
                        <a:t>A</a:t>
                      </a:r>
                      <a:r>
                        <a:rPr lang="en-US" sz="1400" dirty="0">
                          <a:effectLst/>
                          <a:latin typeface="+mj-lt"/>
                        </a:rPr>
                        <a:t>CIÓN</a:t>
                      </a:r>
                      <a:endParaRPr lang="es-MX" sz="14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solidFill>
                      <a:schemeClr val="tx1">
                        <a:lumMod val="90000"/>
                        <a:lumOff val="10000"/>
                      </a:schemeClr>
                    </a:solidFill>
                  </a:tcPr>
                </a:tc>
                <a:tc>
                  <a:txBody>
                    <a:bodyPr/>
                    <a:lstStyle>
                      <a:lvl1pPr marL="0" algn="l" defTabSz="914400" rtl="0" eaLnBrk="1" latinLnBrk="0" hangingPunct="1">
                        <a:defRPr sz="1800" b="1" kern="1200">
                          <a:solidFill>
                            <a:schemeClr val="bg1"/>
                          </a:solidFill>
                          <a:latin typeface="Calibri"/>
                        </a:defRPr>
                      </a:lvl1pPr>
                      <a:lvl2pPr marL="457200" algn="l" defTabSz="914400" rtl="0" eaLnBrk="1" latinLnBrk="0" hangingPunct="1">
                        <a:defRPr sz="1800" b="1" kern="1200">
                          <a:solidFill>
                            <a:schemeClr val="bg1"/>
                          </a:solidFill>
                          <a:latin typeface="Calibri"/>
                        </a:defRPr>
                      </a:lvl2pPr>
                      <a:lvl3pPr marL="914400" algn="l" defTabSz="914400" rtl="0" eaLnBrk="1" latinLnBrk="0" hangingPunct="1">
                        <a:defRPr sz="1800" b="1" kern="1200">
                          <a:solidFill>
                            <a:schemeClr val="bg1"/>
                          </a:solidFill>
                          <a:latin typeface="Calibri"/>
                        </a:defRPr>
                      </a:lvl3pPr>
                      <a:lvl4pPr marL="1371600" algn="l" defTabSz="914400" rtl="0" eaLnBrk="1" latinLnBrk="0" hangingPunct="1">
                        <a:defRPr sz="1800" b="1" kern="1200">
                          <a:solidFill>
                            <a:schemeClr val="bg1"/>
                          </a:solidFill>
                          <a:latin typeface="Calibri"/>
                        </a:defRPr>
                      </a:lvl4pPr>
                      <a:lvl5pPr marL="1828800" algn="l" defTabSz="914400" rtl="0" eaLnBrk="1" latinLnBrk="0" hangingPunct="1">
                        <a:defRPr sz="1800" b="1" kern="1200">
                          <a:solidFill>
                            <a:schemeClr val="bg1"/>
                          </a:solidFill>
                          <a:latin typeface="Calibri"/>
                        </a:defRPr>
                      </a:lvl5pPr>
                      <a:lvl6pPr marL="2286000" algn="l" defTabSz="914400" rtl="0" eaLnBrk="1" latinLnBrk="0" hangingPunct="1">
                        <a:defRPr sz="1800" b="1" kern="1200">
                          <a:solidFill>
                            <a:schemeClr val="bg1"/>
                          </a:solidFill>
                          <a:latin typeface="Calibri"/>
                        </a:defRPr>
                      </a:lvl6pPr>
                      <a:lvl7pPr marL="2743200" algn="l" defTabSz="914400" rtl="0" eaLnBrk="1" latinLnBrk="0" hangingPunct="1">
                        <a:defRPr sz="1800" b="1" kern="1200">
                          <a:solidFill>
                            <a:schemeClr val="bg1"/>
                          </a:solidFill>
                          <a:latin typeface="Calibri"/>
                        </a:defRPr>
                      </a:lvl7pPr>
                      <a:lvl8pPr marL="3200400" algn="l" defTabSz="914400" rtl="0" eaLnBrk="1" latinLnBrk="0" hangingPunct="1">
                        <a:defRPr sz="1800" b="1" kern="1200">
                          <a:solidFill>
                            <a:schemeClr val="bg1"/>
                          </a:solidFill>
                          <a:latin typeface="Calibri"/>
                        </a:defRPr>
                      </a:lvl8pPr>
                      <a:lvl9pPr marL="3657600" algn="l" defTabSz="914400" rtl="0" eaLnBrk="1" latinLnBrk="0" hangingPunct="1">
                        <a:defRPr sz="1800" b="1" kern="1200">
                          <a:solidFill>
                            <a:schemeClr val="bg1"/>
                          </a:solidFill>
                          <a:latin typeface="Calibri"/>
                        </a:defRPr>
                      </a:lvl9pPr>
                    </a:lstStyle>
                    <a:p>
                      <a:pPr marL="788670">
                        <a:spcBef>
                          <a:spcPts val="355"/>
                        </a:spcBef>
                        <a:spcAft>
                          <a:spcPts val="0"/>
                        </a:spcAft>
                      </a:pPr>
                      <a:r>
                        <a:rPr lang="en-US" sz="1400" dirty="0">
                          <a:effectLst/>
                          <a:latin typeface="+mj-lt"/>
                        </a:rPr>
                        <a:t>PL</a:t>
                      </a:r>
                      <a:r>
                        <a:rPr lang="en-US" sz="1400" spc="-45" dirty="0">
                          <a:effectLst/>
                          <a:latin typeface="+mj-lt"/>
                        </a:rPr>
                        <a:t>A</a:t>
                      </a:r>
                      <a:r>
                        <a:rPr lang="en-US" sz="1400" dirty="0">
                          <a:effectLst/>
                          <a:latin typeface="+mj-lt"/>
                        </a:rPr>
                        <a:t>ZO</a:t>
                      </a:r>
                      <a:r>
                        <a:rPr lang="en-US" sz="1400" spc="-25" dirty="0">
                          <a:effectLst/>
                          <a:latin typeface="+mj-lt"/>
                        </a:rPr>
                        <a:t> </a:t>
                      </a:r>
                      <a:r>
                        <a:rPr lang="en-US" sz="1400" dirty="0">
                          <a:effectLst/>
                          <a:latin typeface="+mj-lt"/>
                        </a:rPr>
                        <a:t>DE</a:t>
                      </a:r>
                      <a:r>
                        <a:rPr lang="en-US" sz="1400" spc="-70" dirty="0">
                          <a:effectLst/>
                          <a:latin typeface="+mj-lt"/>
                        </a:rPr>
                        <a:t> </a:t>
                      </a:r>
                      <a:r>
                        <a:rPr lang="en-US" sz="1400" dirty="0">
                          <a:effectLst/>
                          <a:latin typeface="+mj-lt"/>
                        </a:rPr>
                        <a:t>CONSE</a:t>
                      </a:r>
                      <a:r>
                        <a:rPr lang="en-US" sz="1400" spc="-30" dirty="0">
                          <a:effectLst/>
                          <a:latin typeface="+mj-lt"/>
                        </a:rPr>
                        <a:t>R</a:t>
                      </a:r>
                      <a:r>
                        <a:rPr lang="en-US" sz="1400" spc="-105" dirty="0">
                          <a:effectLst/>
                          <a:latin typeface="+mj-lt"/>
                        </a:rPr>
                        <a:t>V</a:t>
                      </a:r>
                      <a:r>
                        <a:rPr lang="en-US" sz="1400" spc="-45" dirty="0">
                          <a:effectLst/>
                          <a:latin typeface="+mj-lt"/>
                        </a:rPr>
                        <a:t>A</a:t>
                      </a:r>
                      <a:r>
                        <a:rPr lang="en-US" sz="1400" dirty="0">
                          <a:effectLst/>
                          <a:latin typeface="+mj-lt"/>
                        </a:rPr>
                        <a:t>CIÓN</a:t>
                      </a:r>
                      <a:endParaRPr lang="es-MX" sz="14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solidFill>
                      <a:schemeClr val="tx1">
                        <a:lumMod val="90000"/>
                        <a:lumOff val="10000"/>
                      </a:schemeClr>
                    </a:solidFill>
                  </a:tcPr>
                </a:tc>
                <a:extLst>
                  <a:ext uri="{0D108BD9-81ED-4DB2-BD59-A6C34878D82A}">
                    <a16:rowId xmlns:a16="http://schemas.microsoft.com/office/drawing/2014/main" val="1940015878"/>
                  </a:ext>
                </a:extLst>
              </a:tr>
              <a:tr h="464820">
                <a:tc row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lnSpc>
                          <a:spcPts val="850"/>
                        </a:lnSpc>
                        <a:spcBef>
                          <a:spcPts val="30"/>
                        </a:spcBef>
                        <a:spcAft>
                          <a:spcPts val="0"/>
                        </a:spcAft>
                      </a:pPr>
                      <a:r>
                        <a:rPr lang="en-US" sz="1600" dirty="0">
                          <a:effectLst/>
                          <a:latin typeface="+mj-lt"/>
                        </a:rPr>
                        <a:t> </a:t>
                      </a:r>
                      <a:endParaRPr lang="es-MX" sz="1600" dirty="0">
                        <a:effectLst/>
                        <a:latin typeface="+mj-lt"/>
                      </a:endParaRPr>
                    </a:p>
                    <a:p>
                      <a:pPr algn="l">
                        <a:lnSpc>
                          <a:spcPts val="1000"/>
                        </a:lnSpc>
                        <a:spcAft>
                          <a:spcPts val="0"/>
                        </a:spcAft>
                      </a:pPr>
                      <a:r>
                        <a:rPr lang="en-US" sz="1600" dirty="0">
                          <a:effectLst/>
                          <a:latin typeface="+mj-lt"/>
                        </a:rPr>
                        <a:t> </a:t>
                      </a:r>
                      <a:endParaRPr lang="es-MX" sz="1600" dirty="0">
                        <a:effectLst/>
                        <a:latin typeface="+mj-lt"/>
                      </a:endParaRPr>
                    </a:p>
                    <a:p>
                      <a:pPr algn="l">
                        <a:lnSpc>
                          <a:spcPts val="1000"/>
                        </a:lnSpc>
                        <a:spcAft>
                          <a:spcPts val="0"/>
                        </a:spcAft>
                      </a:pPr>
                      <a:r>
                        <a:rPr lang="en-US" sz="1600" dirty="0">
                          <a:effectLst/>
                          <a:latin typeface="+mj-lt"/>
                        </a:rPr>
                        <a:t> </a:t>
                      </a:r>
                      <a:endParaRPr lang="es-MX" sz="1600" dirty="0">
                        <a:effectLst/>
                        <a:latin typeface="+mj-lt"/>
                      </a:endParaRPr>
                    </a:p>
                    <a:p>
                      <a:pPr algn="l">
                        <a:lnSpc>
                          <a:spcPts val="1000"/>
                        </a:lnSpc>
                        <a:spcAft>
                          <a:spcPts val="0"/>
                        </a:spcAft>
                      </a:pPr>
                      <a:r>
                        <a:rPr lang="es-MX" sz="1600" noProof="0" dirty="0">
                          <a:effectLst/>
                          <a:latin typeface="+mj-lt"/>
                        </a:rPr>
                        <a:t>Reportes</a:t>
                      </a:r>
                      <a:r>
                        <a:rPr lang="es-MX" sz="1600" spc="-45" noProof="0" dirty="0">
                          <a:effectLst/>
                          <a:latin typeface="+mj-lt"/>
                        </a:rPr>
                        <a:t> </a:t>
                      </a:r>
                      <a:r>
                        <a:rPr lang="es-MX" sz="1600" noProof="0" dirty="0">
                          <a:effectLst/>
                          <a:latin typeface="+mj-lt"/>
                        </a:rPr>
                        <a:t>de operaciones</a:t>
                      </a:r>
                      <a:endParaRPr lang="es-MX" sz="1600" noProof="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spcBef>
                          <a:spcPts val="255"/>
                        </a:spcBef>
                        <a:spcAft>
                          <a:spcPts val="0"/>
                        </a:spcAft>
                      </a:pPr>
                      <a:r>
                        <a:rPr lang="es-MX" sz="1600" dirty="0">
                          <a:effectLst/>
                          <a:latin typeface="+mj-lt"/>
                        </a:rPr>
                        <a:t>Copia</a:t>
                      </a:r>
                      <a:r>
                        <a:rPr lang="es-MX" sz="1600" spc="-25" dirty="0">
                          <a:effectLst/>
                          <a:latin typeface="+mj-lt"/>
                        </a:rPr>
                        <a:t> </a:t>
                      </a:r>
                      <a:r>
                        <a:rPr lang="es-MX" sz="1600" spc="-5" dirty="0">
                          <a:effectLst/>
                          <a:latin typeface="+mj-lt"/>
                        </a:rPr>
                        <a:t>d</a:t>
                      </a:r>
                      <a:r>
                        <a:rPr lang="es-MX" sz="1600" dirty="0">
                          <a:effectLst/>
                          <a:latin typeface="+mj-lt"/>
                        </a:rPr>
                        <a:t>e</a:t>
                      </a:r>
                      <a:r>
                        <a:rPr lang="es-MX" sz="1600" spc="-30" dirty="0">
                          <a:effectLst/>
                          <a:latin typeface="+mj-lt"/>
                        </a:rPr>
                        <a:t> </a:t>
                      </a:r>
                      <a:r>
                        <a:rPr lang="es-MX" sz="1600" dirty="0">
                          <a:effectLst/>
                          <a:latin typeface="+mj-lt"/>
                        </a:rPr>
                        <a:t>los</a:t>
                      </a:r>
                      <a:r>
                        <a:rPr lang="es-MX" sz="1600" spc="-40" dirty="0">
                          <a:effectLst/>
                          <a:latin typeface="+mj-lt"/>
                        </a:rPr>
                        <a:t> </a:t>
                      </a:r>
                      <a:r>
                        <a:rPr lang="es-MX" sz="1600" dirty="0">
                          <a:effectLst/>
                          <a:latin typeface="+mj-lt"/>
                        </a:rPr>
                        <a:t>reportes </a:t>
                      </a:r>
                      <a:r>
                        <a:rPr lang="es-MX" sz="1600" spc="-5" dirty="0">
                          <a:effectLst/>
                          <a:latin typeface="+mj-lt"/>
                        </a:rPr>
                        <a:t>d</a:t>
                      </a:r>
                      <a:r>
                        <a:rPr lang="es-MX" sz="1600" dirty="0">
                          <a:effectLst/>
                          <a:latin typeface="+mj-lt"/>
                        </a:rPr>
                        <a:t>e</a:t>
                      </a:r>
                      <a:r>
                        <a:rPr lang="es-MX" sz="1600" spc="-30" dirty="0">
                          <a:effectLst/>
                          <a:latin typeface="+mj-lt"/>
                        </a:rPr>
                        <a:t> </a:t>
                      </a:r>
                      <a:r>
                        <a:rPr lang="es-MX" sz="1600" dirty="0">
                          <a:effectLst/>
                          <a:latin typeface="+mj-lt"/>
                        </a:rPr>
                        <a:t>operacione</a:t>
                      </a:r>
                      <a:r>
                        <a:rPr lang="es-MX" sz="1600" spc="-5" dirty="0">
                          <a:effectLst/>
                          <a:latin typeface="+mj-lt"/>
                        </a:rPr>
                        <a:t>s</a:t>
                      </a:r>
                      <a:r>
                        <a:rPr lang="es-MX" sz="1600" dirty="0">
                          <a:effectLst/>
                          <a:latin typeface="+mj-lt"/>
                        </a:rPr>
                        <a:t>.</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4000"/>
                        </a:lnSpc>
                        <a:spcBef>
                          <a:spcPts val="255"/>
                        </a:spcBef>
                        <a:spcAft>
                          <a:spcPts val="0"/>
                        </a:spcAft>
                      </a:pPr>
                      <a:r>
                        <a:rPr lang="es-MX" sz="1600">
                          <a:effectLst/>
                          <a:latin typeface="+mj-lt"/>
                        </a:rPr>
                        <a:t>Peri</a:t>
                      </a:r>
                      <a:r>
                        <a:rPr lang="es-MX" sz="1600" spc="10">
                          <a:effectLst/>
                          <a:latin typeface="+mj-lt"/>
                        </a:rPr>
                        <a:t>o</a:t>
                      </a:r>
                      <a:r>
                        <a:rPr lang="es-MX" sz="1600">
                          <a:effectLst/>
                          <a:latin typeface="+mj-lt"/>
                        </a:rPr>
                        <a:t>do</a:t>
                      </a:r>
                      <a:r>
                        <a:rPr lang="es-MX" sz="1600" spc="50">
                          <a:effectLst/>
                          <a:latin typeface="+mj-lt"/>
                        </a:rPr>
                        <a:t> </a:t>
                      </a:r>
                      <a:r>
                        <a:rPr lang="es-MX" sz="1600" spc="10">
                          <a:effectLst/>
                          <a:latin typeface="+mj-lt"/>
                        </a:rPr>
                        <a:t>n</a:t>
                      </a:r>
                      <a:r>
                        <a:rPr lang="es-MX" sz="1600">
                          <a:effectLst/>
                          <a:latin typeface="+mj-lt"/>
                        </a:rPr>
                        <a:t>o</a:t>
                      </a:r>
                      <a:r>
                        <a:rPr lang="es-MX" sz="1600" spc="65">
                          <a:effectLst/>
                          <a:latin typeface="+mj-lt"/>
                        </a:rPr>
                        <a:t> </a:t>
                      </a:r>
                      <a:r>
                        <a:rPr lang="es-MX" sz="1600">
                          <a:effectLst/>
                          <a:latin typeface="+mj-lt"/>
                        </a:rPr>
                        <a:t>me</a:t>
                      </a:r>
                      <a:r>
                        <a:rPr lang="es-MX" sz="1600" spc="10">
                          <a:effectLst/>
                          <a:latin typeface="+mj-lt"/>
                        </a:rPr>
                        <a:t>n</a:t>
                      </a:r>
                      <a:r>
                        <a:rPr lang="es-MX" sz="1600">
                          <a:effectLst/>
                          <a:latin typeface="+mj-lt"/>
                        </a:rPr>
                        <a:t>or</a:t>
                      </a:r>
                      <a:r>
                        <a:rPr lang="es-MX" sz="1600" spc="65">
                          <a:effectLst/>
                          <a:latin typeface="+mj-lt"/>
                        </a:rPr>
                        <a:t> </a:t>
                      </a:r>
                      <a:r>
                        <a:rPr lang="es-MX" sz="1600">
                          <a:effectLst/>
                          <a:latin typeface="+mj-lt"/>
                        </a:rPr>
                        <a:t>a</a:t>
                      </a:r>
                      <a:r>
                        <a:rPr lang="es-MX" sz="1600" spc="65">
                          <a:effectLst/>
                          <a:latin typeface="+mj-lt"/>
                        </a:rPr>
                        <a:t> </a:t>
                      </a:r>
                      <a:r>
                        <a:rPr lang="es-MX" sz="1600" spc="-5">
                          <a:effectLst/>
                          <a:latin typeface="+mj-lt"/>
                        </a:rPr>
                        <a:t>1</a:t>
                      </a:r>
                      <a:r>
                        <a:rPr lang="es-MX" sz="1600">
                          <a:effectLst/>
                          <a:latin typeface="+mj-lt"/>
                        </a:rPr>
                        <a:t>0</a:t>
                      </a:r>
                      <a:r>
                        <a:rPr lang="es-MX" sz="1600" spc="55">
                          <a:effectLst/>
                          <a:latin typeface="+mj-lt"/>
                        </a:rPr>
                        <a:t> </a:t>
                      </a:r>
                      <a:r>
                        <a:rPr lang="es-MX" sz="1600" spc="10">
                          <a:effectLst/>
                          <a:latin typeface="+mj-lt"/>
                        </a:rPr>
                        <a:t>a</a:t>
                      </a:r>
                      <a:r>
                        <a:rPr lang="es-MX" sz="1600">
                          <a:effectLst/>
                          <a:latin typeface="+mj-lt"/>
                        </a:rPr>
                        <a:t>ños</a:t>
                      </a:r>
                      <a:r>
                        <a:rPr lang="es-MX" sz="1600" spc="60">
                          <a:effectLst/>
                          <a:latin typeface="+mj-lt"/>
                        </a:rPr>
                        <a:t> </a:t>
                      </a:r>
                      <a:r>
                        <a:rPr lang="es-MX" sz="1600">
                          <a:effectLst/>
                          <a:latin typeface="+mj-lt"/>
                        </a:rPr>
                        <a:t>c</a:t>
                      </a:r>
                      <a:r>
                        <a:rPr lang="es-MX" sz="1600" spc="10">
                          <a:effectLst/>
                          <a:latin typeface="+mj-lt"/>
                        </a:rPr>
                        <a:t>o</a:t>
                      </a:r>
                      <a:r>
                        <a:rPr lang="es-MX" sz="1600">
                          <a:effectLst/>
                          <a:latin typeface="+mj-lt"/>
                        </a:rPr>
                        <a:t>nt</a:t>
                      </a:r>
                      <a:r>
                        <a:rPr lang="es-MX" sz="1600" spc="5">
                          <a:effectLst/>
                          <a:latin typeface="+mj-lt"/>
                        </a:rPr>
                        <a:t>a</a:t>
                      </a:r>
                      <a:r>
                        <a:rPr lang="es-MX" sz="1600">
                          <a:effectLst/>
                          <a:latin typeface="+mj-lt"/>
                        </a:rPr>
                        <a:t>do</a:t>
                      </a:r>
                      <a:r>
                        <a:rPr lang="es-MX" sz="1600" spc="70">
                          <a:effectLst/>
                          <a:latin typeface="+mj-lt"/>
                        </a:rPr>
                        <a:t> </a:t>
                      </a:r>
                      <a:r>
                        <a:rPr lang="es-MX" sz="1600">
                          <a:effectLst/>
                          <a:latin typeface="+mj-lt"/>
                        </a:rPr>
                        <a:t>a</a:t>
                      </a:r>
                      <a:r>
                        <a:rPr lang="es-MX" sz="1600" spc="50">
                          <a:effectLst/>
                          <a:latin typeface="+mj-lt"/>
                        </a:rPr>
                        <a:t> </a:t>
                      </a:r>
                      <a:r>
                        <a:rPr lang="es-MX" sz="1600" spc="10">
                          <a:effectLst/>
                          <a:latin typeface="+mj-lt"/>
                        </a:rPr>
                        <a:t>p</a:t>
                      </a:r>
                      <a:r>
                        <a:rPr lang="es-MX" sz="1600">
                          <a:effectLst/>
                          <a:latin typeface="+mj-lt"/>
                        </a:rPr>
                        <a:t>artir</a:t>
                      </a:r>
                      <a:r>
                        <a:rPr lang="es-MX" sz="1600" spc="70">
                          <a:effectLst/>
                          <a:latin typeface="+mj-lt"/>
                        </a:rPr>
                        <a:t> </a:t>
                      </a:r>
                      <a:r>
                        <a:rPr lang="es-MX" sz="1600" spc="-5">
                          <a:effectLst/>
                          <a:latin typeface="+mj-lt"/>
                        </a:rPr>
                        <a:t>de </a:t>
                      </a:r>
                      <a:r>
                        <a:rPr lang="es-MX" sz="1600">
                          <a:effectLst/>
                          <a:latin typeface="+mj-lt"/>
                        </a:rPr>
                        <a:t>su</a:t>
                      </a:r>
                      <a:r>
                        <a:rPr lang="es-MX" sz="1600" spc="-65">
                          <a:effectLst/>
                          <a:latin typeface="+mj-lt"/>
                        </a:rPr>
                        <a:t> </a:t>
                      </a:r>
                      <a:r>
                        <a:rPr lang="es-MX" sz="1600" spc="-5">
                          <a:effectLst/>
                          <a:latin typeface="+mj-lt"/>
                        </a:rPr>
                        <a:t>ejecució</a:t>
                      </a:r>
                      <a:r>
                        <a:rPr lang="es-MX" sz="1600">
                          <a:effectLst/>
                          <a:latin typeface="+mj-lt"/>
                        </a:rPr>
                        <a:t>n.</a:t>
                      </a:r>
                      <a:endParaRPr lang="es-MX" sz="160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851754480"/>
                  </a:ext>
                </a:extLst>
              </a:tr>
              <a:tr h="703169">
                <a:tc vMerge="1">
                  <a:txBody>
                    <a:bodyPr/>
                    <a:lstStyle/>
                    <a:p>
                      <a:endParaRPr lang="es-MX"/>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marR="86360" algn="just">
                        <a:lnSpc>
                          <a:spcPct val="104000"/>
                        </a:lnSpc>
                        <a:spcBef>
                          <a:spcPts val="355"/>
                        </a:spcBef>
                        <a:spcAft>
                          <a:spcPts val="0"/>
                        </a:spcAft>
                      </a:pPr>
                      <a:r>
                        <a:rPr lang="es-MX" sz="1600" dirty="0">
                          <a:effectLst/>
                          <a:latin typeface="+mj-lt"/>
                        </a:rPr>
                        <a:t>Orig</a:t>
                      </a:r>
                      <a:r>
                        <a:rPr lang="es-MX" sz="1600" spc="10" dirty="0">
                          <a:effectLst/>
                          <a:latin typeface="+mj-lt"/>
                        </a:rPr>
                        <a:t>i</a:t>
                      </a:r>
                      <a:r>
                        <a:rPr lang="es-MX" sz="1600" dirty="0">
                          <a:effectLst/>
                          <a:latin typeface="+mj-lt"/>
                        </a:rPr>
                        <a:t>nal,</a:t>
                      </a:r>
                      <a:r>
                        <a:rPr lang="es-MX" sz="1600" spc="190" dirty="0">
                          <a:effectLst/>
                          <a:latin typeface="+mj-lt"/>
                        </a:rPr>
                        <a:t> </a:t>
                      </a:r>
                      <a:r>
                        <a:rPr lang="es-MX" sz="1600" spc="10" dirty="0">
                          <a:effectLst/>
                          <a:latin typeface="+mj-lt"/>
                        </a:rPr>
                        <a:t>c</a:t>
                      </a:r>
                      <a:r>
                        <a:rPr lang="es-MX" sz="1600" dirty="0">
                          <a:effectLst/>
                          <a:latin typeface="+mj-lt"/>
                        </a:rPr>
                        <a:t>opia</a:t>
                      </a:r>
                      <a:r>
                        <a:rPr lang="es-MX" sz="1600" spc="200" dirty="0">
                          <a:effectLst/>
                          <a:latin typeface="+mj-lt"/>
                        </a:rPr>
                        <a:t> </a:t>
                      </a:r>
                      <a:r>
                        <a:rPr lang="es-MX" sz="1600" dirty="0">
                          <a:effectLst/>
                          <a:latin typeface="+mj-lt"/>
                        </a:rPr>
                        <a:t>o </a:t>
                      </a:r>
                      <a:r>
                        <a:rPr lang="es-MX" sz="1600" spc="10" dirty="0">
                          <a:effectLst/>
                          <a:latin typeface="+mj-lt"/>
                        </a:rPr>
                        <a:t>re</a:t>
                      </a:r>
                      <a:r>
                        <a:rPr lang="es-MX" sz="1600" dirty="0">
                          <a:effectLst/>
                          <a:latin typeface="+mj-lt"/>
                        </a:rPr>
                        <a:t>gist</a:t>
                      </a:r>
                      <a:r>
                        <a:rPr lang="es-MX" sz="1600" spc="10" dirty="0">
                          <a:effectLst/>
                          <a:latin typeface="+mj-lt"/>
                        </a:rPr>
                        <a:t>r</a:t>
                      </a:r>
                      <a:r>
                        <a:rPr lang="es-MX" sz="1600" dirty="0">
                          <a:effectLst/>
                          <a:latin typeface="+mj-lt"/>
                        </a:rPr>
                        <a:t>o</a:t>
                      </a:r>
                      <a:r>
                        <a:rPr lang="es-MX" sz="1600" spc="195" dirty="0">
                          <a:effectLst/>
                          <a:latin typeface="+mj-lt"/>
                        </a:rPr>
                        <a:t> </a:t>
                      </a:r>
                      <a:r>
                        <a:rPr lang="es-MX" sz="1600" dirty="0">
                          <a:effectLst/>
                          <a:latin typeface="+mj-lt"/>
                        </a:rPr>
                        <a:t>c</a:t>
                      </a:r>
                      <a:r>
                        <a:rPr lang="es-MX" sz="1600" spc="10" dirty="0">
                          <a:effectLst/>
                          <a:latin typeface="+mj-lt"/>
                        </a:rPr>
                        <a:t>o</a:t>
                      </a:r>
                      <a:r>
                        <a:rPr lang="es-MX" sz="1600" dirty="0">
                          <a:effectLst/>
                          <a:latin typeface="+mj-lt"/>
                        </a:rPr>
                        <a:t>nt</a:t>
                      </a:r>
                      <a:r>
                        <a:rPr lang="es-MX" sz="1600" spc="5" dirty="0">
                          <a:effectLst/>
                          <a:latin typeface="+mj-lt"/>
                        </a:rPr>
                        <a:t>a</a:t>
                      </a:r>
                      <a:r>
                        <a:rPr lang="es-MX" sz="1600" dirty="0">
                          <a:effectLst/>
                          <a:latin typeface="+mj-lt"/>
                        </a:rPr>
                        <a:t>ble</a:t>
                      </a:r>
                      <a:r>
                        <a:rPr lang="es-MX" sz="1600" spc="190" dirty="0">
                          <a:effectLst/>
                          <a:latin typeface="+mj-lt"/>
                        </a:rPr>
                        <a:t> </a:t>
                      </a:r>
                      <a:r>
                        <a:rPr lang="es-MX" sz="1600" dirty="0">
                          <a:effectLst/>
                          <a:latin typeface="+mj-lt"/>
                        </a:rPr>
                        <a:t>o</a:t>
                      </a:r>
                      <a:r>
                        <a:rPr lang="es-MX" sz="1600" spc="200" dirty="0">
                          <a:effectLst/>
                          <a:latin typeface="+mj-lt"/>
                        </a:rPr>
                        <a:t> </a:t>
                      </a:r>
                      <a:r>
                        <a:rPr lang="es-MX" sz="1600" dirty="0">
                          <a:effectLst/>
                          <a:latin typeface="+mj-lt"/>
                        </a:rPr>
                        <a:t>fi</a:t>
                      </a:r>
                      <a:r>
                        <a:rPr lang="es-MX" sz="1600" spc="10" dirty="0">
                          <a:effectLst/>
                          <a:latin typeface="+mj-lt"/>
                        </a:rPr>
                        <a:t>n</a:t>
                      </a:r>
                      <a:r>
                        <a:rPr lang="es-MX" sz="1600" dirty="0">
                          <a:effectLst/>
                          <a:latin typeface="+mj-lt"/>
                        </a:rPr>
                        <a:t>anci</a:t>
                      </a:r>
                      <a:r>
                        <a:rPr lang="es-MX" sz="1600" spc="5" dirty="0">
                          <a:effectLst/>
                          <a:latin typeface="+mj-lt"/>
                        </a:rPr>
                        <a:t>e</a:t>
                      </a:r>
                      <a:r>
                        <a:rPr lang="es-MX" sz="1600" dirty="0">
                          <a:effectLst/>
                          <a:latin typeface="+mj-lt"/>
                        </a:rPr>
                        <a:t>ro</a:t>
                      </a:r>
                      <a:r>
                        <a:rPr lang="es-MX" sz="1600" spc="205" dirty="0">
                          <a:effectLst/>
                          <a:latin typeface="+mj-lt"/>
                        </a:rPr>
                        <a:t> </a:t>
                      </a:r>
                      <a:r>
                        <a:rPr lang="es-MX" sz="1600" spc="-5" dirty="0">
                          <a:effectLst/>
                          <a:latin typeface="+mj-lt"/>
                        </a:rPr>
                        <a:t>de tod</a:t>
                      </a:r>
                      <a:r>
                        <a:rPr lang="es-MX" sz="1600" dirty="0">
                          <a:effectLst/>
                          <a:latin typeface="+mj-lt"/>
                        </a:rPr>
                        <a:t>a</a:t>
                      </a:r>
                      <a:r>
                        <a:rPr lang="es-MX" sz="1600" spc="80" dirty="0">
                          <a:effectLst/>
                          <a:latin typeface="+mj-lt"/>
                        </a:rPr>
                        <a:t> </a:t>
                      </a:r>
                      <a:r>
                        <a:rPr lang="es-MX" sz="1600" spc="10" dirty="0">
                          <a:effectLst/>
                          <a:latin typeface="+mj-lt"/>
                        </a:rPr>
                        <a:t>l</a:t>
                      </a:r>
                      <a:r>
                        <a:rPr lang="es-MX" sz="1600" dirty="0">
                          <a:effectLst/>
                          <a:latin typeface="+mj-lt"/>
                        </a:rPr>
                        <a:t>a</a:t>
                      </a:r>
                      <a:r>
                        <a:rPr lang="es-MX" sz="1600" spc="90" dirty="0">
                          <a:effectLst/>
                          <a:latin typeface="+mj-lt"/>
                        </a:rPr>
                        <a:t> </a:t>
                      </a:r>
                      <a:r>
                        <a:rPr lang="es-MX" sz="1600" spc="10" dirty="0">
                          <a:effectLst/>
                          <a:latin typeface="+mj-lt"/>
                        </a:rPr>
                        <a:t>d</a:t>
                      </a:r>
                      <a:r>
                        <a:rPr lang="es-MX" sz="1600" dirty="0">
                          <a:effectLst/>
                          <a:latin typeface="+mj-lt"/>
                        </a:rPr>
                        <a:t>oc</a:t>
                      </a:r>
                      <a:r>
                        <a:rPr lang="es-MX" sz="1600" spc="5" dirty="0">
                          <a:effectLst/>
                          <a:latin typeface="+mj-lt"/>
                        </a:rPr>
                        <a:t>u</a:t>
                      </a:r>
                      <a:r>
                        <a:rPr lang="es-MX" sz="1600" dirty="0">
                          <a:effectLst/>
                          <a:latin typeface="+mj-lt"/>
                        </a:rPr>
                        <a:t>m</a:t>
                      </a:r>
                      <a:r>
                        <a:rPr lang="es-MX" sz="1600" spc="10" dirty="0">
                          <a:effectLst/>
                          <a:latin typeface="+mj-lt"/>
                        </a:rPr>
                        <a:t>e</a:t>
                      </a:r>
                      <a:r>
                        <a:rPr lang="es-MX" sz="1600" dirty="0">
                          <a:effectLst/>
                          <a:latin typeface="+mj-lt"/>
                        </a:rPr>
                        <a:t>ntac</a:t>
                      </a:r>
                      <a:r>
                        <a:rPr lang="es-MX" sz="1600" spc="5" dirty="0">
                          <a:effectLst/>
                          <a:latin typeface="+mj-lt"/>
                        </a:rPr>
                        <a:t>i</a:t>
                      </a:r>
                      <a:r>
                        <a:rPr lang="es-MX" sz="1600" dirty="0">
                          <a:effectLst/>
                          <a:latin typeface="+mj-lt"/>
                        </a:rPr>
                        <a:t>ón</a:t>
                      </a:r>
                      <a:r>
                        <a:rPr lang="es-MX" sz="1600" spc="95" dirty="0">
                          <a:effectLst/>
                          <a:latin typeface="+mj-lt"/>
                        </a:rPr>
                        <a:t> </a:t>
                      </a:r>
                      <a:r>
                        <a:rPr lang="es-MX" sz="1600" dirty="0">
                          <a:effectLst/>
                          <a:latin typeface="+mj-lt"/>
                        </a:rPr>
                        <a:t>s</a:t>
                      </a:r>
                      <a:r>
                        <a:rPr lang="es-MX" sz="1600" spc="10" dirty="0">
                          <a:effectLst/>
                          <a:latin typeface="+mj-lt"/>
                        </a:rPr>
                        <a:t>o</a:t>
                      </a:r>
                      <a:r>
                        <a:rPr lang="es-MX" sz="1600" dirty="0">
                          <a:effectLst/>
                          <a:latin typeface="+mj-lt"/>
                        </a:rPr>
                        <a:t>p</a:t>
                      </a:r>
                      <a:r>
                        <a:rPr lang="es-MX" sz="1600" spc="5" dirty="0">
                          <a:effectLst/>
                          <a:latin typeface="+mj-lt"/>
                        </a:rPr>
                        <a:t>o</a:t>
                      </a:r>
                      <a:r>
                        <a:rPr lang="es-MX" sz="1600" dirty="0">
                          <a:effectLst/>
                          <a:latin typeface="+mj-lt"/>
                        </a:rPr>
                        <a:t>rte</a:t>
                      </a:r>
                      <a:r>
                        <a:rPr lang="es-MX" sz="1600" spc="100" dirty="0">
                          <a:effectLst/>
                          <a:latin typeface="+mj-lt"/>
                        </a:rPr>
                        <a:t> </a:t>
                      </a:r>
                      <a:r>
                        <a:rPr lang="es-MX" sz="1600" spc="-5" dirty="0">
                          <a:effectLst/>
                          <a:latin typeface="+mj-lt"/>
                        </a:rPr>
                        <a:t>d</a:t>
                      </a:r>
                      <a:r>
                        <a:rPr lang="es-MX" sz="1600" dirty="0">
                          <a:effectLst/>
                          <a:latin typeface="+mj-lt"/>
                        </a:rPr>
                        <a:t>e</a:t>
                      </a:r>
                      <a:r>
                        <a:rPr lang="es-MX" sz="1600" spc="90" dirty="0">
                          <a:effectLst/>
                          <a:latin typeface="+mj-lt"/>
                        </a:rPr>
                        <a:t> </a:t>
                      </a:r>
                      <a:r>
                        <a:rPr lang="es-MX" sz="1600" dirty="0">
                          <a:effectLst/>
                          <a:latin typeface="+mj-lt"/>
                        </a:rPr>
                        <a:t>l</a:t>
                      </a:r>
                      <a:r>
                        <a:rPr lang="es-MX" sz="1600" spc="10" dirty="0">
                          <a:effectLst/>
                          <a:latin typeface="+mj-lt"/>
                        </a:rPr>
                        <a:t>a</a:t>
                      </a:r>
                      <a:r>
                        <a:rPr lang="es-MX" sz="1600" dirty="0">
                          <a:effectLst/>
                          <a:latin typeface="+mj-lt"/>
                        </a:rPr>
                        <a:t>s</a:t>
                      </a:r>
                      <a:r>
                        <a:rPr lang="es-MX" sz="1600" spc="90" dirty="0">
                          <a:effectLst/>
                          <a:latin typeface="+mj-lt"/>
                        </a:rPr>
                        <a:t> </a:t>
                      </a:r>
                      <a:r>
                        <a:rPr lang="es-MX" sz="1600" spc="10" dirty="0">
                          <a:effectLst/>
                          <a:latin typeface="+mj-lt"/>
                        </a:rPr>
                        <a:t>o</a:t>
                      </a:r>
                      <a:r>
                        <a:rPr lang="es-MX" sz="1600" dirty="0">
                          <a:effectLst/>
                          <a:latin typeface="+mj-lt"/>
                        </a:rPr>
                        <a:t>pe</a:t>
                      </a:r>
                      <a:r>
                        <a:rPr lang="es-MX" sz="1600" spc="10" dirty="0">
                          <a:effectLst/>
                          <a:latin typeface="+mj-lt"/>
                        </a:rPr>
                        <a:t>r</a:t>
                      </a:r>
                      <a:r>
                        <a:rPr lang="es-MX" sz="1600" dirty="0">
                          <a:effectLst/>
                          <a:latin typeface="+mj-lt"/>
                        </a:rPr>
                        <a:t>aci</a:t>
                      </a:r>
                      <a:r>
                        <a:rPr lang="es-MX" sz="1600" spc="10" dirty="0">
                          <a:effectLst/>
                          <a:latin typeface="+mj-lt"/>
                        </a:rPr>
                        <a:t>o</a:t>
                      </a:r>
                      <a:r>
                        <a:rPr lang="es-MX" sz="1600" dirty="0">
                          <a:effectLst/>
                          <a:latin typeface="+mj-lt"/>
                        </a:rPr>
                        <a:t>n</a:t>
                      </a:r>
                      <a:r>
                        <a:rPr lang="es-MX" sz="1600" spc="5" dirty="0">
                          <a:effectLst/>
                          <a:latin typeface="+mj-lt"/>
                        </a:rPr>
                        <a:t>e</a:t>
                      </a:r>
                      <a:r>
                        <a:rPr lang="es-MX" sz="1600" dirty="0">
                          <a:effectLst/>
                          <a:latin typeface="+mj-lt"/>
                        </a:rPr>
                        <a:t>s reportada</a:t>
                      </a:r>
                      <a:r>
                        <a:rPr lang="es-MX" sz="1600" spc="-5" dirty="0">
                          <a:effectLst/>
                          <a:latin typeface="+mj-lt"/>
                        </a:rPr>
                        <a:t>s</a:t>
                      </a:r>
                      <a:r>
                        <a:rPr lang="es-MX" sz="1600" dirty="0">
                          <a:effectLst/>
                          <a:latin typeface="+mj-lt"/>
                        </a:rPr>
                        <a:t>.</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4000"/>
                        </a:lnSpc>
                        <a:spcBef>
                          <a:spcPts val="355"/>
                        </a:spcBef>
                        <a:spcAft>
                          <a:spcPts val="0"/>
                        </a:spcAft>
                      </a:pPr>
                      <a:r>
                        <a:rPr lang="es-MX" sz="1600" dirty="0">
                          <a:effectLst/>
                          <a:latin typeface="+mj-lt"/>
                        </a:rPr>
                        <a:t>Peri</a:t>
                      </a:r>
                      <a:r>
                        <a:rPr lang="es-MX" sz="1600" spc="10" dirty="0">
                          <a:effectLst/>
                          <a:latin typeface="+mj-lt"/>
                        </a:rPr>
                        <a:t>o</a:t>
                      </a:r>
                      <a:r>
                        <a:rPr lang="es-MX" sz="1600" dirty="0">
                          <a:effectLst/>
                          <a:latin typeface="+mj-lt"/>
                        </a:rPr>
                        <a:t>do</a:t>
                      </a:r>
                      <a:r>
                        <a:rPr lang="es-MX" sz="1600" spc="50" dirty="0">
                          <a:effectLst/>
                          <a:latin typeface="+mj-lt"/>
                        </a:rPr>
                        <a:t> </a:t>
                      </a:r>
                      <a:r>
                        <a:rPr lang="es-MX" sz="1600" spc="10" dirty="0">
                          <a:effectLst/>
                          <a:latin typeface="+mj-lt"/>
                        </a:rPr>
                        <a:t>n</a:t>
                      </a:r>
                      <a:r>
                        <a:rPr lang="es-MX" sz="1600" dirty="0">
                          <a:effectLst/>
                          <a:latin typeface="+mj-lt"/>
                        </a:rPr>
                        <a:t>o</a:t>
                      </a:r>
                      <a:r>
                        <a:rPr lang="es-MX" sz="1600" spc="65" dirty="0">
                          <a:effectLst/>
                          <a:latin typeface="+mj-lt"/>
                        </a:rPr>
                        <a:t> </a:t>
                      </a:r>
                      <a:r>
                        <a:rPr lang="es-MX" sz="1600" dirty="0">
                          <a:effectLst/>
                          <a:latin typeface="+mj-lt"/>
                        </a:rPr>
                        <a:t>me</a:t>
                      </a:r>
                      <a:r>
                        <a:rPr lang="es-MX" sz="1600" spc="10" dirty="0">
                          <a:effectLst/>
                          <a:latin typeface="+mj-lt"/>
                        </a:rPr>
                        <a:t>n</a:t>
                      </a:r>
                      <a:r>
                        <a:rPr lang="es-MX" sz="1600" dirty="0">
                          <a:effectLst/>
                          <a:latin typeface="+mj-lt"/>
                        </a:rPr>
                        <a:t>or</a:t>
                      </a:r>
                      <a:r>
                        <a:rPr lang="es-MX" sz="1600" spc="65" dirty="0">
                          <a:effectLst/>
                          <a:latin typeface="+mj-lt"/>
                        </a:rPr>
                        <a:t> </a:t>
                      </a:r>
                      <a:r>
                        <a:rPr lang="es-MX" sz="1600" dirty="0">
                          <a:effectLst/>
                          <a:latin typeface="+mj-lt"/>
                        </a:rPr>
                        <a:t>a</a:t>
                      </a:r>
                      <a:r>
                        <a:rPr lang="es-MX" sz="1600" spc="65" dirty="0">
                          <a:effectLst/>
                          <a:latin typeface="+mj-lt"/>
                        </a:rPr>
                        <a:t> </a:t>
                      </a:r>
                      <a:r>
                        <a:rPr lang="es-MX" sz="1600" spc="-5" dirty="0">
                          <a:effectLst/>
                          <a:latin typeface="+mj-lt"/>
                        </a:rPr>
                        <a:t>1</a:t>
                      </a:r>
                      <a:r>
                        <a:rPr lang="es-MX" sz="1600" dirty="0">
                          <a:effectLst/>
                          <a:latin typeface="+mj-lt"/>
                        </a:rPr>
                        <a:t>0</a:t>
                      </a:r>
                      <a:r>
                        <a:rPr lang="es-MX" sz="1600" spc="55" dirty="0">
                          <a:effectLst/>
                          <a:latin typeface="+mj-lt"/>
                        </a:rPr>
                        <a:t> </a:t>
                      </a:r>
                      <a:r>
                        <a:rPr lang="es-MX" sz="1600" spc="10" dirty="0">
                          <a:effectLst/>
                          <a:latin typeface="+mj-lt"/>
                        </a:rPr>
                        <a:t>a</a:t>
                      </a:r>
                      <a:r>
                        <a:rPr lang="es-MX" sz="1600" dirty="0">
                          <a:effectLst/>
                          <a:latin typeface="+mj-lt"/>
                        </a:rPr>
                        <a:t>ños</a:t>
                      </a:r>
                      <a:r>
                        <a:rPr lang="es-MX" sz="1600" spc="60" dirty="0">
                          <a:effectLst/>
                          <a:latin typeface="+mj-lt"/>
                        </a:rPr>
                        <a:t> </a:t>
                      </a:r>
                      <a:r>
                        <a:rPr lang="es-MX" sz="1600" dirty="0">
                          <a:effectLst/>
                          <a:latin typeface="+mj-lt"/>
                        </a:rPr>
                        <a:t>c</a:t>
                      </a:r>
                      <a:r>
                        <a:rPr lang="es-MX" sz="1600" spc="10" dirty="0">
                          <a:effectLst/>
                          <a:latin typeface="+mj-lt"/>
                        </a:rPr>
                        <a:t>o</a:t>
                      </a:r>
                      <a:r>
                        <a:rPr lang="es-MX" sz="1600" dirty="0">
                          <a:effectLst/>
                          <a:latin typeface="+mj-lt"/>
                        </a:rPr>
                        <a:t>nt</a:t>
                      </a:r>
                      <a:r>
                        <a:rPr lang="es-MX" sz="1600" spc="5" dirty="0">
                          <a:effectLst/>
                          <a:latin typeface="+mj-lt"/>
                        </a:rPr>
                        <a:t>a</a:t>
                      </a:r>
                      <a:r>
                        <a:rPr lang="es-MX" sz="1600" dirty="0">
                          <a:effectLst/>
                          <a:latin typeface="+mj-lt"/>
                        </a:rPr>
                        <a:t>do</a:t>
                      </a:r>
                      <a:r>
                        <a:rPr lang="es-MX" sz="1600" spc="70" dirty="0">
                          <a:effectLst/>
                          <a:latin typeface="+mj-lt"/>
                        </a:rPr>
                        <a:t> </a:t>
                      </a:r>
                      <a:r>
                        <a:rPr lang="es-MX" sz="1600" dirty="0">
                          <a:effectLst/>
                          <a:latin typeface="+mj-lt"/>
                        </a:rPr>
                        <a:t>a</a:t>
                      </a:r>
                      <a:r>
                        <a:rPr lang="es-MX" sz="1600" spc="50" dirty="0">
                          <a:effectLst/>
                          <a:latin typeface="+mj-lt"/>
                        </a:rPr>
                        <a:t> </a:t>
                      </a:r>
                      <a:r>
                        <a:rPr lang="es-MX" sz="1600" spc="10" dirty="0">
                          <a:effectLst/>
                          <a:latin typeface="+mj-lt"/>
                        </a:rPr>
                        <a:t>p</a:t>
                      </a:r>
                      <a:r>
                        <a:rPr lang="es-MX" sz="1600" dirty="0">
                          <a:effectLst/>
                          <a:latin typeface="+mj-lt"/>
                        </a:rPr>
                        <a:t>artir</a:t>
                      </a:r>
                      <a:r>
                        <a:rPr lang="es-MX" sz="1600" spc="70" dirty="0">
                          <a:effectLst/>
                          <a:latin typeface="+mj-lt"/>
                        </a:rPr>
                        <a:t> </a:t>
                      </a:r>
                      <a:r>
                        <a:rPr lang="es-MX" sz="1600" spc="-5" dirty="0">
                          <a:effectLst/>
                          <a:latin typeface="+mj-lt"/>
                        </a:rPr>
                        <a:t>de </a:t>
                      </a:r>
                      <a:r>
                        <a:rPr lang="es-MX" sz="1600" dirty="0">
                          <a:effectLst/>
                          <a:latin typeface="+mj-lt"/>
                        </a:rPr>
                        <a:t>su</a:t>
                      </a:r>
                      <a:r>
                        <a:rPr lang="es-MX" sz="1600" spc="-65" dirty="0">
                          <a:effectLst/>
                          <a:latin typeface="+mj-lt"/>
                        </a:rPr>
                        <a:t> </a:t>
                      </a:r>
                      <a:r>
                        <a:rPr lang="es-MX" sz="1600" spc="-5" dirty="0">
                          <a:effectLst/>
                          <a:latin typeface="+mj-lt"/>
                        </a:rPr>
                        <a:t>ejecució</a:t>
                      </a:r>
                      <a:r>
                        <a:rPr lang="es-MX" sz="1600" dirty="0">
                          <a:effectLst/>
                          <a:latin typeface="+mj-lt"/>
                        </a:rPr>
                        <a:t>n.</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455902222"/>
                  </a:ext>
                </a:extLst>
              </a:tr>
              <a:tr h="703169">
                <a:tc vMerge="1">
                  <a:txBody>
                    <a:bodyPr/>
                    <a:lstStyle/>
                    <a:p>
                      <a:endParaRPr lang="es-MX"/>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marR="86360">
                        <a:lnSpc>
                          <a:spcPct val="104000"/>
                        </a:lnSpc>
                        <a:spcBef>
                          <a:spcPts val="355"/>
                        </a:spcBef>
                        <a:spcAft>
                          <a:spcPts val="0"/>
                        </a:spcAft>
                        <a:tabLst>
                          <a:tab pos="1082040" algn="l"/>
                          <a:tab pos="1437005" algn="l"/>
                          <a:tab pos="1737360" algn="l"/>
                          <a:tab pos="2919730" algn="l"/>
                          <a:tab pos="3275330" algn="l"/>
                        </a:tabLst>
                      </a:pPr>
                      <a:r>
                        <a:rPr lang="es-MX" sz="1600" dirty="0">
                          <a:effectLst/>
                          <a:latin typeface="+mj-lt"/>
                        </a:rPr>
                        <a:t>Resul</a:t>
                      </a:r>
                      <a:r>
                        <a:rPr lang="es-MX" sz="1600" spc="10" dirty="0">
                          <a:effectLst/>
                          <a:latin typeface="+mj-lt"/>
                        </a:rPr>
                        <a:t>t</a:t>
                      </a:r>
                      <a:r>
                        <a:rPr lang="es-MX" sz="1600" dirty="0">
                          <a:effectLst/>
                          <a:latin typeface="+mj-lt"/>
                        </a:rPr>
                        <a:t>a</a:t>
                      </a:r>
                      <a:r>
                        <a:rPr lang="es-MX" sz="1600" spc="5" dirty="0">
                          <a:effectLst/>
                          <a:latin typeface="+mj-lt"/>
                        </a:rPr>
                        <a:t>d</a:t>
                      </a:r>
                      <a:r>
                        <a:rPr lang="es-MX" sz="1600" dirty="0">
                          <a:effectLst/>
                          <a:latin typeface="+mj-lt"/>
                        </a:rPr>
                        <a:t>os </a:t>
                      </a:r>
                      <a:r>
                        <a:rPr lang="es-MX" sz="1600" spc="10" dirty="0">
                          <a:effectLst/>
                          <a:latin typeface="+mj-lt"/>
                        </a:rPr>
                        <a:t>d</a:t>
                      </a:r>
                      <a:r>
                        <a:rPr lang="es-MX" sz="1600" dirty="0">
                          <a:effectLst/>
                          <a:latin typeface="+mj-lt"/>
                        </a:rPr>
                        <a:t>e la dict</a:t>
                      </a:r>
                      <a:r>
                        <a:rPr lang="es-MX" sz="1600" spc="5" dirty="0">
                          <a:effectLst/>
                          <a:latin typeface="+mj-lt"/>
                        </a:rPr>
                        <a:t>a</a:t>
                      </a:r>
                      <a:r>
                        <a:rPr lang="es-MX" sz="1600" dirty="0">
                          <a:effectLst/>
                          <a:latin typeface="+mj-lt"/>
                        </a:rPr>
                        <a:t>mi</a:t>
                      </a:r>
                      <a:r>
                        <a:rPr lang="es-MX" sz="1600" spc="10" dirty="0">
                          <a:effectLst/>
                          <a:latin typeface="+mj-lt"/>
                        </a:rPr>
                        <a:t>n</a:t>
                      </a:r>
                      <a:r>
                        <a:rPr lang="es-MX" sz="1600" dirty="0">
                          <a:effectLst/>
                          <a:latin typeface="+mj-lt"/>
                        </a:rPr>
                        <a:t>aci</a:t>
                      </a:r>
                      <a:r>
                        <a:rPr lang="es-MX" sz="1600" spc="10" dirty="0">
                          <a:effectLst/>
                          <a:latin typeface="+mj-lt"/>
                        </a:rPr>
                        <a:t>ó</a:t>
                      </a:r>
                      <a:r>
                        <a:rPr lang="es-MX" sz="1600" dirty="0">
                          <a:effectLst/>
                          <a:latin typeface="+mj-lt"/>
                        </a:rPr>
                        <a:t>n </a:t>
                      </a:r>
                      <a:r>
                        <a:rPr lang="es-MX" sz="1600" spc="-5" dirty="0">
                          <a:effectLst/>
                          <a:latin typeface="+mj-lt"/>
                        </a:rPr>
                        <a:t>d</a:t>
                      </a:r>
                      <a:r>
                        <a:rPr lang="es-MX" sz="1600" dirty="0">
                          <a:effectLst/>
                          <a:latin typeface="+mj-lt"/>
                        </a:rPr>
                        <a:t>e pos</a:t>
                      </a:r>
                      <a:r>
                        <a:rPr lang="es-MX" sz="1600" spc="5" dirty="0">
                          <a:effectLst/>
                          <a:latin typeface="+mj-lt"/>
                        </a:rPr>
                        <a:t>i</a:t>
                      </a:r>
                      <a:r>
                        <a:rPr lang="es-MX" sz="1600" dirty="0">
                          <a:effectLst/>
                          <a:latin typeface="+mj-lt"/>
                        </a:rPr>
                        <a:t>bl</a:t>
                      </a:r>
                      <a:r>
                        <a:rPr lang="es-MX" sz="1600" spc="5" dirty="0">
                          <a:effectLst/>
                          <a:latin typeface="+mj-lt"/>
                        </a:rPr>
                        <a:t>e</a:t>
                      </a:r>
                      <a:r>
                        <a:rPr lang="es-MX" sz="1600" dirty="0">
                          <a:effectLst/>
                          <a:latin typeface="+mj-lt"/>
                        </a:rPr>
                        <a:t>s operaciones</a:t>
                      </a:r>
                      <a:r>
                        <a:rPr lang="es-MX" sz="1600" spc="-90" dirty="0">
                          <a:effectLst/>
                          <a:latin typeface="+mj-lt"/>
                        </a:rPr>
                        <a:t> </a:t>
                      </a:r>
                      <a:r>
                        <a:rPr lang="es-MX" sz="1600" dirty="0">
                          <a:effectLst/>
                          <a:latin typeface="+mj-lt"/>
                        </a:rPr>
                        <a:t>inusual</a:t>
                      </a:r>
                      <a:r>
                        <a:rPr lang="es-MX" sz="1600" spc="-5" dirty="0">
                          <a:effectLst/>
                          <a:latin typeface="+mj-lt"/>
                        </a:rPr>
                        <a:t>e</a:t>
                      </a:r>
                      <a:r>
                        <a:rPr lang="es-MX" sz="1600" dirty="0">
                          <a:effectLst/>
                          <a:latin typeface="+mj-lt"/>
                        </a:rPr>
                        <a:t>s.</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lnSpc>
                          <a:spcPct val="104000"/>
                        </a:lnSpc>
                        <a:spcBef>
                          <a:spcPts val="355"/>
                        </a:spcBef>
                        <a:spcAft>
                          <a:spcPts val="0"/>
                        </a:spcAft>
                      </a:pPr>
                      <a:r>
                        <a:rPr lang="es-MX" sz="1600" spc="-5">
                          <a:effectLst/>
                          <a:latin typeface="+mj-lt"/>
                        </a:rPr>
                        <a:t>Po</a:t>
                      </a:r>
                      <a:r>
                        <a:rPr lang="es-MX" sz="1600">
                          <a:effectLst/>
                          <a:latin typeface="+mj-lt"/>
                        </a:rPr>
                        <a:t>r</a:t>
                      </a:r>
                      <a:r>
                        <a:rPr lang="es-MX" sz="1600" spc="70">
                          <a:effectLst/>
                          <a:latin typeface="+mj-lt"/>
                        </a:rPr>
                        <a:t> </a:t>
                      </a:r>
                      <a:r>
                        <a:rPr lang="es-MX" sz="1600" spc="10">
                          <a:effectLst/>
                          <a:latin typeface="+mj-lt"/>
                        </a:rPr>
                        <a:t>l</a:t>
                      </a:r>
                      <a:r>
                        <a:rPr lang="es-MX" sz="1600">
                          <a:effectLst/>
                          <a:latin typeface="+mj-lt"/>
                        </a:rPr>
                        <a:t>o</a:t>
                      </a:r>
                      <a:r>
                        <a:rPr lang="es-MX" sz="1600" spc="85">
                          <a:effectLst/>
                          <a:latin typeface="+mj-lt"/>
                        </a:rPr>
                        <a:t> </a:t>
                      </a:r>
                      <a:r>
                        <a:rPr lang="es-MX" sz="1600">
                          <a:effectLst/>
                          <a:latin typeface="+mj-lt"/>
                        </a:rPr>
                        <a:t>m</a:t>
                      </a:r>
                      <a:r>
                        <a:rPr lang="es-MX" sz="1600" spc="10">
                          <a:effectLst/>
                          <a:latin typeface="+mj-lt"/>
                        </a:rPr>
                        <a:t>e</a:t>
                      </a:r>
                      <a:r>
                        <a:rPr lang="es-MX" sz="1600">
                          <a:effectLst/>
                          <a:latin typeface="+mj-lt"/>
                        </a:rPr>
                        <a:t>nos</a:t>
                      </a:r>
                      <a:r>
                        <a:rPr lang="es-MX" sz="1600" spc="85">
                          <a:effectLst/>
                          <a:latin typeface="+mj-lt"/>
                        </a:rPr>
                        <a:t> </a:t>
                      </a:r>
                      <a:r>
                        <a:rPr lang="es-MX" sz="1600" spc="10">
                          <a:effectLst/>
                          <a:latin typeface="+mj-lt"/>
                        </a:rPr>
                        <a:t>d</a:t>
                      </a:r>
                      <a:r>
                        <a:rPr lang="es-MX" sz="1600">
                          <a:effectLst/>
                          <a:latin typeface="+mj-lt"/>
                        </a:rPr>
                        <a:t>u</a:t>
                      </a:r>
                      <a:r>
                        <a:rPr lang="es-MX" sz="1600" spc="10">
                          <a:effectLst/>
                          <a:latin typeface="+mj-lt"/>
                        </a:rPr>
                        <a:t>r</a:t>
                      </a:r>
                      <a:r>
                        <a:rPr lang="es-MX" sz="1600">
                          <a:effectLst/>
                          <a:latin typeface="+mj-lt"/>
                        </a:rPr>
                        <a:t>an</a:t>
                      </a:r>
                      <a:r>
                        <a:rPr lang="es-MX" sz="1600" spc="5">
                          <a:effectLst/>
                          <a:latin typeface="+mj-lt"/>
                        </a:rPr>
                        <a:t>t</a:t>
                      </a:r>
                      <a:r>
                        <a:rPr lang="es-MX" sz="1600">
                          <a:effectLst/>
                          <a:latin typeface="+mj-lt"/>
                        </a:rPr>
                        <a:t>e</a:t>
                      </a:r>
                      <a:r>
                        <a:rPr lang="es-MX" sz="1600" spc="80">
                          <a:effectLst/>
                          <a:latin typeface="+mj-lt"/>
                        </a:rPr>
                        <a:t> </a:t>
                      </a:r>
                      <a:r>
                        <a:rPr lang="es-MX" sz="1600" spc="10">
                          <a:effectLst/>
                          <a:latin typeface="+mj-lt"/>
                        </a:rPr>
                        <a:t>1</a:t>
                      </a:r>
                      <a:r>
                        <a:rPr lang="es-MX" sz="1600">
                          <a:effectLst/>
                          <a:latin typeface="+mj-lt"/>
                        </a:rPr>
                        <a:t>0</a:t>
                      </a:r>
                      <a:r>
                        <a:rPr lang="es-MX" sz="1600" spc="85">
                          <a:effectLst/>
                          <a:latin typeface="+mj-lt"/>
                        </a:rPr>
                        <a:t> </a:t>
                      </a:r>
                      <a:r>
                        <a:rPr lang="es-MX" sz="1600">
                          <a:effectLst/>
                          <a:latin typeface="+mj-lt"/>
                        </a:rPr>
                        <a:t>a</a:t>
                      </a:r>
                      <a:r>
                        <a:rPr lang="es-MX" sz="1600" spc="5">
                          <a:effectLst/>
                          <a:latin typeface="+mj-lt"/>
                        </a:rPr>
                        <a:t>ñ</a:t>
                      </a:r>
                      <a:r>
                        <a:rPr lang="es-MX" sz="1600">
                          <a:effectLst/>
                          <a:latin typeface="+mj-lt"/>
                        </a:rPr>
                        <a:t>os</a:t>
                      </a:r>
                      <a:r>
                        <a:rPr lang="es-MX" sz="1600" spc="85">
                          <a:effectLst/>
                          <a:latin typeface="+mj-lt"/>
                        </a:rPr>
                        <a:t> </a:t>
                      </a:r>
                      <a:r>
                        <a:rPr lang="es-MX" sz="1600">
                          <a:effectLst/>
                          <a:latin typeface="+mj-lt"/>
                        </a:rPr>
                        <a:t>co</a:t>
                      </a:r>
                      <a:r>
                        <a:rPr lang="es-MX" sz="1600" spc="5">
                          <a:effectLst/>
                          <a:latin typeface="+mj-lt"/>
                        </a:rPr>
                        <a:t>n</a:t>
                      </a:r>
                      <a:r>
                        <a:rPr lang="es-MX" sz="1600">
                          <a:effectLst/>
                          <a:latin typeface="+mj-lt"/>
                        </a:rPr>
                        <a:t>ta</a:t>
                      </a:r>
                      <a:r>
                        <a:rPr lang="es-MX" sz="1600" spc="5">
                          <a:effectLst/>
                          <a:latin typeface="+mj-lt"/>
                        </a:rPr>
                        <a:t>d</a:t>
                      </a:r>
                      <a:r>
                        <a:rPr lang="es-MX" sz="1600">
                          <a:effectLst/>
                          <a:latin typeface="+mj-lt"/>
                        </a:rPr>
                        <a:t>os</a:t>
                      </a:r>
                      <a:r>
                        <a:rPr lang="es-MX" sz="1600" spc="95">
                          <a:effectLst/>
                          <a:latin typeface="+mj-lt"/>
                        </a:rPr>
                        <a:t> </a:t>
                      </a:r>
                      <a:r>
                        <a:rPr lang="es-MX" sz="1600">
                          <a:effectLst/>
                          <a:latin typeface="+mj-lt"/>
                        </a:rPr>
                        <a:t>a</a:t>
                      </a:r>
                      <a:r>
                        <a:rPr lang="es-MX" sz="1600" spc="75">
                          <a:effectLst/>
                          <a:latin typeface="+mj-lt"/>
                        </a:rPr>
                        <a:t> </a:t>
                      </a:r>
                      <a:r>
                        <a:rPr lang="es-MX" sz="1600" spc="10">
                          <a:effectLst/>
                          <a:latin typeface="+mj-lt"/>
                        </a:rPr>
                        <a:t>p</a:t>
                      </a:r>
                      <a:r>
                        <a:rPr lang="es-MX" sz="1600">
                          <a:effectLst/>
                          <a:latin typeface="+mj-lt"/>
                        </a:rPr>
                        <a:t>art</a:t>
                      </a:r>
                      <a:r>
                        <a:rPr lang="es-MX" sz="1600" spc="10">
                          <a:effectLst/>
                          <a:latin typeface="+mj-lt"/>
                        </a:rPr>
                        <a:t>i</a:t>
                      </a:r>
                      <a:r>
                        <a:rPr lang="es-MX" sz="1600">
                          <a:effectLst/>
                          <a:latin typeface="+mj-lt"/>
                        </a:rPr>
                        <a:t>r </a:t>
                      </a:r>
                      <a:r>
                        <a:rPr lang="es-MX" sz="1600" spc="-5">
                          <a:effectLst/>
                          <a:latin typeface="+mj-lt"/>
                        </a:rPr>
                        <a:t>d</a:t>
                      </a:r>
                      <a:r>
                        <a:rPr lang="es-MX" sz="1600">
                          <a:effectLst/>
                          <a:latin typeface="+mj-lt"/>
                        </a:rPr>
                        <a:t>e</a:t>
                      </a:r>
                      <a:r>
                        <a:rPr lang="es-MX" sz="1600" spc="-20">
                          <a:effectLst/>
                          <a:latin typeface="+mj-lt"/>
                        </a:rPr>
                        <a:t> </a:t>
                      </a:r>
                      <a:r>
                        <a:rPr lang="es-MX" sz="1600">
                          <a:effectLst/>
                          <a:latin typeface="+mj-lt"/>
                        </a:rPr>
                        <a:t>la</a:t>
                      </a:r>
                      <a:r>
                        <a:rPr lang="es-MX" sz="1600" spc="-20">
                          <a:effectLst/>
                          <a:latin typeface="+mj-lt"/>
                        </a:rPr>
                        <a:t> </a:t>
                      </a:r>
                      <a:r>
                        <a:rPr lang="es-MX" sz="1600">
                          <a:effectLst/>
                          <a:latin typeface="+mj-lt"/>
                        </a:rPr>
                        <a:t>celebración </a:t>
                      </a:r>
                      <a:r>
                        <a:rPr lang="es-MX" sz="1600" spc="-5">
                          <a:effectLst/>
                          <a:latin typeface="+mj-lt"/>
                        </a:rPr>
                        <a:t>d</a:t>
                      </a:r>
                      <a:r>
                        <a:rPr lang="es-MX" sz="1600">
                          <a:effectLst/>
                          <a:latin typeface="+mj-lt"/>
                        </a:rPr>
                        <a:t>e</a:t>
                      </a:r>
                      <a:r>
                        <a:rPr lang="es-MX" sz="1600" spc="-20">
                          <a:effectLst/>
                          <a:latin typeface="+mj-lt"/>
                        </a:rPr>
                        <a:t> </a:t>
                      </a:r>
                      <a:r>
                        <a:rPr lang="es-MX" sz="1600">
                          <a:effectLst/>
                          <a:latin typeface="+mj-lt"/>
                        </a:rPr>
                        <a:t>la</a:t>
                      </a:r>
                      <a:r>
                        <a:rPr lang="es-MX" sz="1600" spc="-20">
                          <a:effectLst/>
                          <a:latin typeface="+mj-lt"/>
                        </a:rPr>
                        <a:t> </a:t>
                      </a:r>
                      <a:r>
                        <a:rPr lang="es-MX" sz="1600">
                          <a:effectLst/>
                          <a:latin typeface="+mj-lt"/>
                        </a:rPr>
                        <a:t>reunión</a:t>
                      </a:r>
                      <a:r>
                        <a:rPr lang="es-MX" sz="1600" spc="-10">
                          <a:effectLst/>
                          <a:latin typeface="+mj-lt"/>
                        </a:rPr>
                        <a:t> </a:t>
                      </a:r>
                      <a:r>
                        <a:rPr lang="es-MX" sz="1600" spc="-5">
                          <a:effectLst/>
                          <a:latin typeface="+mj-lt"/>
                        </a:rPr>
                        <a:t>de</a:t>
                      </a:r>
                      <a:r>
                        <a:rPr lang="es-MX" sz="1600">
                          <a:effectLst/>
                          <a:latin typeface="+mj-lt"/>
                        </a:rPr>
                        <a:t>l</a:t>
                      </a:r>
                      <a:r>
                        <a:rPr lang="es-MX" sz="1600" spc="-20">
                          <a:effectLst/>
                          <a:latin typeface="+mj-lt"/>
                        </a:rPr>
                        <a:t> </a:t>
                      </a:r>
                      <a:r>
                        <a:rPr lang="es-MX" sz="1600">
                          <a:effectLst/>
                          <a:latin typeface="+mj-lt"/>
                        </a:rPr>
                        <a:t>CCC.</a:t>
                      </a:r>
                      <a:endParaRPr lang="es-MX" sz="160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593174499"/>
                  </a:ext>
                </a:extLst>
              </a:tr>
              <a:tr h="149438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lnSpc>
                          <a:spcPts val="700"/>
                        </a:lnSpc>
                        <a:spcAft>
                          <a:spcPts val="0"/>
                        </a:spcAft>
                      </a:pPr>
                      <a:r>
                        <a:rPr lang="es-MX" sz="1600" dirty="0">
                          <a:effectLst/>
                          <a:latin typeface="+mj-lt"/>
                        </a:rPr>
                        <a:t> </a:t>
                      </a:r>
                    </a:p>
                    <a:p>
                      <a:pPr algn="l">
                        <a:lnSpc>
                          <a:spcPts val="1000"/>
                        </a:lnSpc>
                        <a:spcAft>
                          <a:spcPts val="0"/>
                        </a:spcAft>
                      </a:pPr>
                      <a:r>
                        <a:rPr lang="es-MX" sz="1600" dirty="0">
                          <a:effectLst/>
                          <a:latin typeface="+mj-lt"/>
                        </a:rPr>
                        <a:t> </a:t>
                      </a:r>
                    </a:p>
                    <a:p>
                      <a:pPr algn="l">
                        <a:lnSpc>
                          <a:spcPts val="1000"/>
                        </a:lnSpc>
                        <a:spcAft>
                          <a:spcPts val="0"/>
                        </a:spcAft>
                      </a:pPr>
                      <a:r>
                        <a:rPr lang="es-MX" sz="1600" dirty="0">
                          <a:effectLst/>
                          <a:latin typeface="+mj-lt"/>
                        </a:rPr>
                        <a:t> </a:t>
                      </a:r>
                      <a:r>
                        <a:rPr lang="es-MX" sz="1600" noProof="0" dirty="0">
                          <a:effectLst/>
                          <a:latin typeface="+mj-lt"/>
                        </a:rPr>
                        <a:t>E</a:t>
                      </a:r>
                      <a:r>
                        <a:rPr lang="es-MX" sz="1600" spc="-15" noProof="0" dirty="0">
                          <a:effectLst/>
                          <a:latin typeface="+mj-lt"/>
                        </a:rPr>
                        <a:t>x</a:t>
                      </a:r>
                      <a:r>
                        <a:rPr lang="es-MX" sz="1600" noProof="0" dirty="0">
                          <a:effectLst/>
                          <a:latin typeface="+mj-lt"/>
                        </a:rPr>
                        <a:t>pedientes</a:t>
                      </a:r>
                      <a:r>
                        <a:rPr lang="es-MX" sz="1600" spc="-50" noProof="0" dirty="0">
                          <a:effectLst/>
                          <a:latin typeface="+mj-lt"/>
                        </a:rPr>
                        <a:t> </a:t>
                      </a:r>
                      <a:r>
                        <a:rPr lang="es-MX" sz="1600" noProof="0" dirty="0">
                          <a:effectLst/>
                          <a:latin typeface="+mj-lt"/>
                        </a:rPr>
                        <a:t>de identifi</a:t>
                      </a:r>
                      <a:r>
                        <a:rPr lang="es-MX" sz="1600" spc="-5" noProof="0" dirty="0">
                          <a:effectLst/>
                          <a:latin typeface="+mj-lt"/>
                        </a:rPr>
                        <a:t>c</a:t>
                      </a:r>
                      <a:r>
                        <a:rPr lang="es-MX" sz="1600" noProof="0" dirty="0">
                          <a:effectLst/>
                          <a:latin typeface="+mj-lt"/>
                        </a:rPr>
                        <a:t>ación</a:t>
                      </a:r>
                      <a:endParaRPr lang="es-MX" sz="1600" noProof="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spcBef>
                          <a:spcPts val="355"/>
                        </a:spcBef>
                        <a:spcAft>
                          <a:spcPts val="0"/>
                        </a:spcAft>
                      </a:pPr>
                      <a:r>
                        <a:rPr lang="es-MX" sz="1600" spc="-5" dirty="0">
                          <a:effectLst/>
                          <a:latin typeface="+mj-lt"/>
                        </a:rPr>
                        <a:t>Dato</a:t>
                      </a:r>
                      <a:r>
                        <a:rPr lang="es-MX" sz="1600" dirty="0">
                          <a:effectLst/>
                          <a:latin typeface="+mj-lt"/>
                        </a:rPr>
                        <a:t>s</a:t>
                      </a:r>
                      <a:r>
                        <a:rPr lang="es-MX" sz="1600" spc="130" dirty="0">
                          <a:effectLst/>
                          <a:latin typeface="+mj-lt"/>
                        </a:rPr>
                        <a:t> </a:t>
                      </a:r>
                      <a:r>
                        <a:rPr lang="es-MX" sz="1600" dirty="0">
                          <a:effectLst/>
                          <a:latin typeface="+mj-lt"/>
                        </a:rPr>
                        <a:t>y</a:t>
                      </a:r>
                      <a:r>
                        <a:rPr lang="es-MX" sz="1600" spc="120" dirty="0">
                          <a:effectLst/>
                          <a:latin typeface="+mj-lt"/>
                        </a:rPr>
                        <a:t> </a:t>
                      </a:r>
                      <a:r>
                        <a:rPr lang="es-MX" sz="1600" dirty="0">
                          <a:effectLst/>
                          <a:latin typeface="+mj-lt"/>
                        </a:rPr>
                        <a:t>d</a:t>
                      </a:r>
                      <a:r>
                        <a:rPr lang="es-MX" sz="1600" spc="5" dirty="0">
                          <a:effectLst/>
                          <a:latin typeface="+mj-lt"/>
                        </a:rPr>
                        <a:t>o</a:t>
                      </a:r>
                      <a:r>
                        <a:rPr lang="es-MX" sz="1600" dirty="0">
                          <a:effectLst/>
                          <a:latin typeface="+mj-lt"/>
                        </a:rPr>
                        <a:t>c</a:t>
                      </a:r>
                      <a:r>
                        <a:rPr lang="es-MX" sz="1600" spc="5" dirty="0">
                          <a:effectLst/>
                          <a:latin typeface="+mj-lt"/>
                        </a:rPr>
                        <a:t>u</a:t>
                      </a:r>
                      <a:r>
                        <a:rPr lang="es-MX" sz="1600" dirty="0">
                          <a:effectLst/>
                          <a:latin typeface="+mj-lt"/>
                        </a:rPr>
                        <a:t>m</a:t>
                      </a:r>
                      <a:r>
                        <a:rPr lang="es-MX" sz="1600" spc="5" dirty="0">
                          <a:effectLst/>
                          <a:latin typeface="+mj-lt"/>
                        </a:rPr>
                        <a:t>e</a:t>
                      </a:r>
                      <a:r>
                        <a:rPr lang="es-MX" sz="1600" dirty="0">
                          <a:effectLst/>
                          <a:latin typeface="+mj-lt"/>
                        </a:rPr>
                        <a:t>nt</a:t>
                      </a:r>
                      <a:r>
                        <a:rPr lang="es-MX" sz="1600" spc="-10" dirty="0">
                          <a:effectLst/>
                          <a:latin typeface="+mj-lt"/>
                        </a:rPr>
                        <a:t>o</a:t>
                      </a:r>
                      <a:r>
                        <a:rPr lang="es-MX" sz="1600" dirty="0">
                          <a:effectLst/>
                          <a:latin typeface="+mj-lt"/>
                        </a:rPr>
                        <a:t>s</a:t>
                      </a:r>
                      <a:r>
                        <a:rPr lang="es-MX" sz="1600" spc="135" dirty="0">
                          <a:effectLst/>
                          <a:latin typeface="+mj-lt"/>
                        </a:rPr>
                        <a:t> </a:t>
                      </a:r>
                      <a:r>
                        <a:rPr lang="es-MX" sz="1600" spc="-5" dirty="0">
                          <a:effectLst/>
                          <a:latin typeface="+mj-lt"/>
                        </a:rPr>
                        <a:t>qu</a:t>
                      </a:r>
                      <a:r>
                        <a:rPr lang="es-MX" sz="1600" dirty="0">
                          <a:effectLst/>
                          <a:latin typeface="+mj-lt"/>
                        </a:rPr>
                        <a:t>e</a:t>
                      </a:r>
                      <a:r>
                        <a:rPr lang="es-MX" sz="1600" spc="115" dirty="0">
                          <a:effectLst/>
                          <a:latin typeface="+mj-lt"/>
                        </a:rPr>
                        <a:t> </a:t>
                      </a:r>
                      <a:r>
                        <a:rPr lang="es-MX" sz="1600" spc="10" dirty="0">
                          <a:effectLst/>
                          <a:latin typeface="+mj-lt"/>
                        </a:rPr>
                        <a:t>i</a:t>
                      </a:r>
                      <a:r>
                        <a:rPr lang="es-MX" sz="1600" dirty="0">
                          <a:effectLst/>
                          <a:latin typeface="+mj-lt"/>
                        </a:rPr>
                        <a:t>nt</a:t>
                      </a:r>
                      <a:r>
                        <a:rPr lang="es-MX" sz="1600" spc="5" dirty="0">
                          <a:effectLst/>
                          <a:latin typeface="+mj-lt"/>
                        </a:rPr>
                        <a:t>e</a:t>
                      </a:r>
                      <a:r>
                        <a:rPr lang="es-MX" sz="1600" dirty="0">
                          <a:effectLst/>
                          <a:latin typeface="+mj-lt"/>
                        </a:rPr>
                        <a:t>g</a:t>
                      </a:r>
                      <a:r>
                        <a:rPr lang="es-MX" sz="1600" spc="5" dirty="0">
                          <a:effectLst/>
                          <a:latin typeface="+mj-lt"/>
                        </a:rPr>
                        <a:t>r</a:t>
                      </a:r>
                      <a:r>
                        <a:rPr lang="es-MX" sz="1600" dirty="0">
                          <a:effectLst/>
                          <a:latin typeface="+mj-lt"/>
                        </a:rPr>
                        <a:t>an</a:t>
                      </a:r>
                      <a:r>
                        <a:rPr lang="es-MX" sz="1600" spc="120" dirty="0">
                          <a:effectLst/>
                          <a:latin typeface="+mj-lt"/>
                        </a:rPr>
                        <a:t> </a:t>
                      </a:r>
                      <a:r>
                        <a:rPr lang="es-MX" sz="1600" spc="10" dirty="0">
                          <a:effectLst/>
                          <a:latin typeface="+mj-lt"/>
                        </a:rPr>
                        <a:t>l</a:t>
                      </a:r>
                      <a:r>
                        <a:rPr lang="es-MX" sz="1600" dirty="0">
                          <a:effectLst/>
                          <a:latin typeface="+mj-lt"/>
                        </a:rPr>
                        <a:t>os</a:t>
                      </a:r>
                      <a:r>
                        <a:rPr lang="es-MX" sz="1600" spc="115" dirty="0">
                          <a:effectLst/>
                          <a:latin typeface="+mj-lt"/>
                        </a:rPr>
                        <a:t> </a:t>
                      </a:r>
                      <a:r>
                        <a:rPr lang="es-MX" sz="1600" spc="5" dirty="0">
                          <a:effectLst/>
                          <a:latin typeface="+mj-lt"/>
                        </a:rPr>
                        <a:t>e</a:t>
                      </a:r>
                      <a:r>
                        <a:rPr lang="es-MX" sz="1600" dirty="0">
                          <a:effectLst/>
                          <a:latin typeface="+mj-lt"/>
                        </a:rPr>
                        <a:t>xp</a:t>
                      </a:r>
                      <a:r>
                        <a:rPr lang="es-MX" sz="1600" spc="-10" dirty="0">
                          <a:effectLst/>
                          <a:latin typeface="+mj-lt"/>
                        </a:rPr>
                        <a:t>e</a:t>
                      </a:r>
                      <a:r>
                        <a:rPr lang="es-MX" sz="1600" dirty="0">
                          <a:effectLst/>
                          <a:latin typeface="+mj-lt"/>
                        </a:rPr>
                        <a:t>d</a:t>
                      </a:r>
                      <a:r>
                        <a:rPr lang="es-MX" sz="1600" spc="5" dirty="0">
                          <a:effectLst/>
                          <a:latin typeface="+mj-lt"/>
                        </a:rPr>
                        <a:t>i</a:t>
                      </a:r>
                      <a:r>
                        <a:rPr lang="es-MX" sz="1600" dirty="0">
                          <a:effectLst/>
                          <a:latin typeface="+mj-lt"/>
                        </a:rPr>
                        <a:t>en</a:t>
                      </a:r>
                      <a:r>
                        <a:rPr lang="es-MX" sz="1600" spc="5" dirty="0">
                          <a:effectLst/>
                          <a:latin typeface="+mj-lt"/>
                        </a:rPr>
                        <a:t>te</a:t>
                      </a:r>
                      <a:r>
                        <a:rPr lang="es-MX" sz="1600" dirty="0">
                          <a:effectLst/>
                          <a:latin typeface="+mj-lt"/>
                        </a:rPr>
                        <a:t>s </a:t>
                      </a:r>
                      <a:r>
                        <a:rPr lang="es-MX" sz="1600" spc="-5" dirty="0">
                          <a:effectLst/>
                          <a:latin typeface="+mj-lt"/>
                        </a:rPr>
                        <a:t>d</a:t>
                      </a:r>
                      <a:r>
                        <a:rPr lang="es-MX" sz="1600" dirty="0">
                          <a:effectLst/>
                          <a:latin typeface="+mj-lt"/>
                        </a:rPr>
                        <a:t>e</a:t>
                      </a:r>
                      <a:r>
                        <a:rPr lang="es-MX" sz="1600" spc="-35" dirty="0">
                          <a:effectLst/>
                          <a:latin typeface="+mj-lt"/>
                        </a:rPr>
                        <a:t> </a:t>
                      </a:r>
                      <a:r>
                        <a:rPr lang="es-MX" sz="1600" dirty="0">
                          <a:effectLst/>
                          <a:latin typeface="+mj-lt"/>
                        </a:rPr>
                        <a:t>identifi</a:t>
                      </a:r>
                      <a:r>
                        <a:rPr lang="es-MX" sz="1600" spc="-5" dirty="0">
                          <a:effectLst/>
                          <a:latin typeface="+mj-lt"/>
                        </a:rPr>
                        <a:t>c</a:t>
                      </a:r>
                      <a:r>
                        <a:rPr lang="es-MX" sz="1600" dirty="0">
                          <a:effectLst/>
                          <a:latin typeface="+mj-lt"/>
                        </a:rPr>
                        <a:t>ación</a:t>
                      </a:r>
                      <a:r>
                        <a:rPr lang="es-MX" sz="1600" spc="-10" dirty="0">
                          <a:effectLst/>
                          <a:latin typeface="+mj-lt"/>
                        </a:rPr>
                        <a:t> </a:t>
                      </a:r>
                      <a:r>
                        <a:rPr lang="es-MX" sz="1600" spc="-5" dirty="0">
                          <a:effectLst/>
                          <a:latin typeface="+mj-lt"/>
                        </a:rPr>
                        <a:t>d</a:t>
                      </a:r>
                      <a:r>
                        <a:rPr lang="es-MX" sz="1600" dirty="0">
                          <a:effectLst/>
                          <a:latin typeface="+mj-lt"/>
                        </a:rPr>
                        <a:t>e</a:t>
                      </a:r>
                      <a:r>
                        <a:rPr lang="es-MX" sz="1600" spc="-30" dirty="0">
                          <a:effectLst/>
                          <a:latin typeface="+mj-lt"/>
                        </a:rPr>
                        <a:t> </a:t>
                      </a:r>
                      <a:r>
                        <a:rPr lang="es-MX" sz="1600" dirty="0">
                          <a:effectLst/>
                          <a:latin typeface="+mj-lt"/>
                        </a:rPr>
                        <a:t>clientes</a:t>
                      </a:r>
                      <a:r>
                        <a:rPr lang="es-MX" sz="1600" spc="-25" dirty="0">
                          <a:effectLst/>
                          <a:latin typeface="+mj-lt"/>
                        </a:rPr>
                        <a:t> </a:t>
                      </a:r>
                      <a:r>
                        <a:rPr lang="es-MX" sz="1600" dirty="0">
                          <a:effectLst/>
                          <a:latin typeface="+mj-lt"/>
                        </a:rPr>
                        <a:t>y</a:t>
                      </a:r>
                      <a:r>
                        <a:rPr lang="es-MX" sz="1600" spc="-30" dirty="0">
                          <a:effectLst/>
                          <a:latin typeface="+mj-lt"/>
                        </a:rPr>
                        <a:t> </a:t>
                      </a:r>
                      <a:r>
                        <a:rPr lang="es-MX" sz="1600" dirty="0">
                          <a:effectLst/>
                          <a:latin typeface="+mj-lt"/>
                        </a:rPr>
                        <a:t>usuario</a:t>
                      </a:r>
                      <a:r>
                        <a:rPr lang="es-MX" sz="1600" spc="-5" dirty="0">
                          <a:effectLst/>
                          <a:latin typeface="+mj-lt"/>
                        </a:rPr>
                        <a:t>s</a:t>
                      </a:r>
                      <a:r>
                        <a:rPr lang="es-MX" sz="1600" dirty="0">
                          <a:effectLst/>
                          <a:latin typeface="+mj-lt"/>
                        </a:rPr>
                        <a:t>.</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marR="85725" algn="just">
                        <a:lnSpc>
                          <a:spcPct val="104000"/>
                        </a:lnSpc>
                        <a:spcBef>
                          <a:spcPts val="355"/>
                        </a:spcBef>
                        <a:spcAft>
                          <a:spcPts val="0"/>
                        </a:spcAft>
                      </a:pPr>
                      <a:r>
                        <a:rPr lang="es-MX" sz="1600" dirty="0">
                          <a:effectLst/>
                          <a:latin typeface="+mj-lt"/>
                        </a:rPr>
                        <a:t>Dur</a:t>
                      </a:r>
                      <a:r>
                        <a:rPr lang="es-MX" sz="1600" spc="5" dirty="0">
                          <a:effectLst/>
                          <a:latin typeface="+mj-lt"/>
                        </a:rPr>
                        <a:t>a</a:t>
                      </a:r>
                      <a:r>
                        <a:rPr lang="es-MX" sz="1600" dirty="0">
                          <a:effectLst/>
                          <a:latin typeface="+mj-lt"/>
                        </a:rPr>
                        <a:t>nte</a:t>
                      </a:r>
                      <a:r>
                        <a:rPr lang="es-MX" sz="1600" spc="95" dirty="0">
                          <a:effectLst/>
                          <a:latin typeface="+mj-lt"/>
                        </a:rPr>
                        <a:t> </a:t>
                      </a:r>
                      <a:r>
                        <a:rPr lang="es-MX" sz="1600" spc="10" dirty="0">
                          <a:effectLst/>
                          <a:latin typeface="+mj-lt"/>
                        </a:rPr>
                        <a:t>t</a:t>
                      </a:r>
                      <a:r>
                        <a:rPr lang="es-MX" sz="1600" dirty="0">
                          <a:effectLst/>
                          <a:latin typeface="+mj-lt"/>
                        </a:rPr>
                        <a:t>o</a:t>
                      </a:r>
                      <a:r>
                        <a:rPr lang="es-MX" sz="1600" spc="5" dirty="0">
                          <a:effectLst/>
                          <a:latin typeface="+mj-lt"/>
                        </a:rPr>
                        <a:t>d</a:t>
                      </a:r>
                      <a:r>
                        <a:rPr lang="es-MX" sz="1600" dirty="0">
                          <a:effectLst/>
                          <a:latin typeface="+mj-lt"/>
                        </a:rPr>
                        <a:t>a</a:t>
                      </a:r>
                      <a:r>
                        <a:rPr lang="es-MX" sz="1600" spc="90" dirty="0">
                          <a:effectLst/>
                          <a:latin typeface="+mj-lt"/>
                        </a:rPr>
                        <a:t> </a:t>
                      </a:r>
                      <a:r>
                        <a:rPr lang="es-MX" sz="1600" spc="10" dirty="0">
                          <a:effectLst/>
                          <a:latin typeface="+mj-lt"/>
                        </a:rPr>
                        <a:t>l</a:t>
                      </a:r>
                      <a:r>
                        <a:rPr lang="es-MX" sz="1600" dirty="0">
                          <a:effectLst/>
                          <a:latin typeface="+mj-lt"/>
                        </a:rPr>
                        <a:t>a</a:t>
                      </a:r>
                      <a:r>
                        <a:rPr lang="es-MX" sz="1600" spc="95" dirty="0">
                          <a:effectLst/>
                          <a:latin typeface="+mj-lt"/>
                        </a:rPr>
                        <a:t> </a:t>
                      </a:r>
                      <a:r>
                        <a:rPr lang="es-MX" sz="1600" dirty="0">
                          <a:effectLst/>
                          <a:latin typeface="+mj-lt"/>
                        </a:rPr>
                        <a:t>vig</a:t>
                      </a:r>
                      <a:r>
                        <a:rPr lang="es-MX" sz="1600" spc="5" dirty="0">
                          <a:effectLst/>
                          <a:latin typeface="+mj-lt"/>
                        </a:rPr>
                        <a:t>e</a:t>
                      </a:r>
                      <a:r>
                        <a:rPr lang="es-MX" sz="1600" dirty="0">
                          <a:effectLst/>
                          <a:latin typeface="+mj-lt"/>
                        </a:rPr>
                        <a:t>ncia</a:t>
                      </a:r>
                      <a:r>
                        <a:rPr lang="es-MX" sz="1600" spc="95" dirty="0">
                          <a:effectLst/>
                          <a:latin typeface="+mj-lt"/>
                        </a:rPr>
                        <a:t> </a:t>
                      </a:r>
                      <a:r>
                        <a:rPr lang="es-MX" sz="1600" spc="-5" dirty="0">
                          <a:effectLst/>
                          <a:latin typeface="+mj-lt"/>
                        </a:rPr>
                        <a:t>de</a:t>
                      </a:r>
                      <a:r>
                        <a:rPr lang="es-MX" sz="1600" dirty="0">
                          <a:effectLst/>
                          <a:latin typeface="+mj-lt"/>
                        </a:rPr>
                        <a:t>l</a:t>
                      </a:r>
                      <a:r>
                        <a:rPr lang="es-MX" sz="1600" spc="105" dirty="0">
                          <a:effectLst/>
                          <a:latin typeface="+mj-lt"/>
                        </a:rPr>
                        <a:t> </a:t>
                      </a:r>
                      <a:r>
                        <a:rPr lang="es-MX" sz="1600" spc="5" dirty="0">
                          <a:effectLst/>
                          <a:latin typeface="+mj-lt"/>
                        </a:rPr>
                        <a:t>c</a:t>
                      </a:r>
                      <a:r>
                        <a:rPr lang="es-MX" sz="1600" dirty="0">
                          <a:effectLst/>
                          <a:latin typeface="+mj-lt"/>
                        </a:rPr>
                        <a:t>on</a:t>
                      </a:r>
                      <a:r>
                        <a:rPr lang="es-MX" sz="1600" spc="5" dirty="0">
                          <a:effectLst/>
                          <a:latin typeface="+mj-lt"/>
                        </a:rPr>
                        <a:t>t</a:t>
                      </a:r>
                      <a:r>
                        <a:rPr lang="es-MX" sz="1600" dirty="0">
                          <a:effectLst/>
                          <a:latin typeface="+mj-lt"/>
                        </a:rPr>
                        <a:t>ra</a:t>
                      </a:r>
                      <a:r>
                        <a:rPr lang="es-MX" sz="1600" spc="5" dirty="0">
                          <a:effectLst/>
                          <a:latin typeface="+mj-lt"/>
                        </a:rPr>
                        <a:t>t</a:t>
                      </a:r>
                      <a:r>
                        <a:rPr lang="es-MX" sz="1600" dirty="0">
                          <a:effectLst/>
                          <a:latin typeface="+mj-lt"/>
                        </a:rPr>
                        <a:t>o</a:t>
                      </a:r>
                      <a:r>
                        <a:rPr lang="es-MX" sz="1600" spc="110" dirty="0">
                          <a:effectLst/>
                          <a:latin typeface="+mj-lt"/>
                        </a:rPr>
                        <a:t> </a:t>
                      </a:r>
                      <a:r>
                        <a:rPr lang="es-MX" sz="1600" spc="-115" dirty="0">
                          <a:effectLst/>
                          <a:latin typeface="+mj-lt"/>
                        </a:rPr>
                        <a:t>y</a:t>
                      </a:r>
                      <a:r>
                        <a:rPr lang="es-MX" sz="1600" dirty="0">
                          <a:effectLst/>
                          <a:latin typeface="+mj-lt"/>
                        </a:rPr>
                        <a:t>,</a:t>
                      </a:r>
                      <a:r>
                        <a:rPr lang="es-MX" sz="1600" spc="110" dirty="0">
                          <a:effectLst/>
                          <a:latin typeface="+mj-lt"/>
                        </a:rPr>
                        <a:t> </a:t>
                      </a:r>
                      <a:r>
                        <a:rPr lang="es-MX" sz="1600" spc="-5" dirty="0">
                          <a:effectLst/>
                          <a:latin typeface="+mj-lt"/>
                        </a:rPr>
                        <a:t>un</a:t>
                      </a:r>
                      <a:r>
                        <a:rPr lang="es-MX" sz="1600" dirty="0">
                          <a:effectLst/>
                          <a:latin typeface="+mj-lt"/>
                        </a:rPr>
                        <a:t>a</a:t>
                      </a:r>
                      <a:r>
                        <a:rPr lang="es-MX" sz="1600" spc="115" dirty="0">
                          <a:effectLst/>
                          <a:latin typeface="+mj-lt"/>
                        </a:rPr>
                        <a:t> </a:t>
                      </a:r>
                      <a:r>
                        <a:rPr lang="es-MX" sz="1600" spc="-5" dirty="0">
                          <a:effectLst/>
                          <a:latin typeface="+mj-lt"/>
                        </a:rPr>
                        <a:t>vez qu</a:t>
                      </a:r>
                      <a:r>
                        <a:rPr lang="es-MX" sz="1600" dirty="0">
                          <a:effectLst/>
                          <a:latin typeface="+mj-lt"/>
                        </a:rPr>
                        <a:t>e</a:t>
                      </a:r>
                      <a:r>
                        <a:rPr lang="es-MX" sz="1600" spc="-20" dirty="0">
                          <a:effectLst/>
                          <a:latin typeface="+mj-lt"/>
                        </a:rPr>
                        <a:t> </a:t>
                      </a:r>
                      <a:r>
                        <a:rPr lang="es-MX" sz="1600" dirty="0">
                          <a:effectLst/>
                          <a:latin typeface="+mj-lt"/>
                        </a:rPr>
                        <a:t>es</a:t>
                      </a:r>
                      <a:r>
                        <a:rPr lang="es-MX" sz="1600" spc="10" dirty="0">
                          <a:effectLst/>
                          <a:latin typeface="+mj-lt"/>
                        </a:rPr>
                        <a:t>t</a:t>
                      </a:r>
                      <a:r>
                        <a:rPr lang="es-MX" sz="1600" dirty="0">
                          <a:effectLst/>
                          <a:latin typeface="+mj-lt"/>
                        </a:rPr>
                        <a:t>e</a:t>
                      </a:r>
                      <a:r>
                        <a:rPr lang="es-MX" sz="1600" spc="-30" dirty="0">
                          <a:effectLst/>
                          <a:latin typeface="+mj-lt"/>
                        </a:rPr>
                        <a:t> </a:t>
                      </a:r>
                      <a:r>
                        <a:rPr lang="es-MX" sz="1600" spc="10" dirty="0">
                          <a:effectLst/>
                          <a:latin typeface="+mj-lt"/>
                        </a:rPr>
                        <a:t>c</a:t>
                      </a:r>
                      <a:r>
                        <a:rPr lang="es-MX" sz="1600" dirty="0">
                          <a:effectLst/>
                          <a:latin typeface="+mj-lt"/>
                        </a:rPr>
                        <a:t>onc</a:t>
                      </a:r>
                      <a:r>
                        <a:rPr lang="es-MX" sz="1600" spc="10" dirty="0">
                          <a:effectLst/>
                          <a:latin typeface="+mj-lt"/>
                        </a:rPr>
                        <a:t>lu</a:t>
                      </a:r>
                      <a:r>
                        <a:rPr lang="es-MX" sz="1600" spc="-15" dirty="0">
                          <a:effectLst/>
                          <a:latin typeface="+mj-lt"/>
                        </a:rPr>
                        <a:t>y</a:t>
                      </a:r>
                      <a:r>
                        <a:rPr lang="es-MX" sz="1600" spc="10" dirty="0">
                          <a:effectLst/>
                          <a:latin typeface="+mj-lt"/>
                        </a:rPr>
                        <a:t>a</a:t>
                      </a:r>
                      <a:r>
                        <a:rPr lang="es-MX" sz="1600" dirty="0">
                          <a:effectLst/>
                          <a:latin typeface="+mj-lt"/>
                        </a:rPr>
                        <a:t>,</a:t>
                      </a:r>
                      <a:r>
                        <a:rPr lang="es-MX" sz="1600" spc="-25" dirty="0">
                          <a:effectLst/>
                          <a:latin typeface="+mj-lt"/>
                        </a:rPr>
                        <a:t> </a:t>
                      </a:r>
                      <a:r>
                        <a:rPr lang="es-MX" sz="1600" spc="10" dirty="0">
                          <a:effectLst/>
                          <a:latin typeface="+mj-lt"/>
                        </a:rPr>
                        <a:t>p</a:t>
                      </a:r>
                      <a:r>
                        <a:rPr lang="es-MX" sz="1600" dirty="0">
                          <a:effectLst/>
                          <a:latin typeface="+mj-lt"/>
                        </a:rPr>
                        <a:t>or</a:t>
                      </a:r>
                      <a:r>
                        <a:rPr lang="es-MX" sz="1600" spc="-15" dirty="0">
                          <a:effectLst/>
                          <a:latin typeface="+mj-lt"/>
                        </a:rPr>
                        <a:t> </a:t>
                      </a:r>
                      <a:r>
                        <a:rPr lang="es-MX" sz="1600" spc="-5" dirty="0">
                          <a:effectLst/>
                          <a:latin typeface="+mj-lt"/>
                        </a:rPr>
                        <a:t>u</a:t>
                      </a:r>
                      <a:r>
                        <a:rPr lang="es-MX" sz="1600" dirty="0">
                          <a:effectLst/>
                          <a:latin typeface="+mj-lt"/>
                        </a:rPr>
                        <a:t>n</a:t>
                      </a:r>
                      <a:r>
                        <a:rPr lang="es-MX" sz="1600" spc="-15" dirty="0">
                          <a:effectLst/>
                          <a:latin typeface="+mj-lt"/>
                        </a:rPr>
                        <a:t> </a:t>
                      </a:r>
                      <a:r>
                        <a:rPr lang="es-MX" sz="1600" dirty="0">
                          <a:effectLst/>
                          <a:latin typeface="+mj-lt"/>
                        </a:rPr>
                        <a:t>p</a:t>
                      </a:r>
                      <a:r>
                        <a:rPr lang="es-MX" sz="1600" spc="5" dirty="0">
                          <a:effectLst/>
                          <a:latin typeface="+mj-lt"/>
                        </a:rPr>
                        <a:t>e</a:t>
                      </a:r>
                      <a:r>
                        <a:rPr lang="es-MX" sz="1600" dirty="0">
                          <a:effectLst/>
                          <a:latin typeface="+mj-lt"/>
                        </a:rPr>
                        <a:t>ri</a:t>
                      </a:r>
                      <a:r>
                        <a:rPr lang="es-MX" sz="1600" spc="10" dirty="0">
                          <a:effectLst/>
                          <a:latin typeface="+mj-lt"/>
                        </a:rPr>
                        <a:t>o</a:t>
                      </a:r>
                      <a:r>
                        <a:rPr lang="es-MX" sz="1600" dirty="0">
                          <a:effectLst/>
                          <a:latin typeface="+mj-lt"/>
                        </a:rPr>
                        <a:t>do</a:t>
                      </a:r>
                      <a:r>
                        <a:rPr lang="es-MX" sz="1600" spc="-20" dirty="0">
                          <a:effectLst/>
                          <a:latin typeface="+mj-lt"/>
                        </a:rPr>
                        <a:t> </a:t>
                      </a:r>
                      <a:r>
                        <a:rPr lang="es-MX" sz="1600" spc="-5" dirty="0">
                          <a:effectLst/>
                          <a:latin typeface="+mj-lt"/>
                        </a:rPr>
                        <a:t>n</a:t>
                      </a:r>
                      <a:r>
                        <a:rPr lang="es-MX" sz="1600" dirty="0">
                          <a:effectLst/>
                          <a:latin typeface="+mj-lt"/>
                        </a:rPr>
                        <a:t>o</a:t>
                      </a:r>
                      <a:r>
                        <a:rPr lang="es-MX" sz="1600" spc="-15" dirty="0">
                          <a:effectLst/>
                          <a:latin typeface="+mj-lt"/>
                        </a:rPr>
                        <a:t> </a:t>
                      </a:r>
                      <a:r>
                        <a:rPr lang="es-MX" sz="1600" spc="10" dirty="0">
                          <a:effectLst/>
                          <a:latin typeface="+mj-lt"/>
                        </a:rPr>
                        <a:t>me</a:t>
                      </a:r>
                      <a:r>
                        <a:rPr lang="es-MX" sz="1600" dirty="0">
                          <a:effectLst/>
                          <a:latin typeface="+mj-lt"/>
                        </a:rPr>
                        <a:t>nor</a:t>
                      </a:r>
                      <a:r>
                        <a:rPr lang="es-MX" sz="1600" spc="-15" dirty="0">
                          <a:effectLst/>
                          <a:latin typeface="+mj-lt"/>
                        </a:rPr>
                        <a:t> </a:t>
                      </a:r>
                      <a:r>
                        <a:rPr lang="es-MX" sz="1600" dirty="0">
                          <a:effectLst/>
                          <a:latin typeface="+mj-lt"/>
                        </a:rPr>
                        <a:t>a</a:t>
                      </a:r>
                      <a:r>
                        <a:rPr lang="es-MX" sz="1600" spc="-15" dirty="0">
                          <a:effectLst/>
                          <a:latin typeface="+mj-lt"/>
                        </a:rPr>
                        <a:t> </a:t>
                      </a:r>
                      <a:r>
                        <a:rPr lang="es-MX" sz="1600" spc="-5" dirty="0">
                          <a:effectLst/>
                          <a:latin typeface="+mj-lt"/>
                        </a:rPr>
                        <a:t>10 año</a:t>
                      </a:r>
                      <a:r>
                        <a:rPr lang="es-MX" sz="1600" dirty="0">
                          <a:effectLst/>
                          <a:latin typeface="+mj-lt"/>
                        </a:rPr>
                        <a:t>s</a:t>
                      </a:r>
                      <a:r>
                        <a:rPr lang="es-MX" sz="1600" spc="205" dirty="0">
                          <a:effectLst/>
                          <a:latin typeface="+mj-lt"/>
                        </a:rPr>
                        <a:t> </a:t>
                      </a:r>
                      <a:r>
                        <a:rPr lang="es-MX" sz="1600" dirty="0">
                          <a:effectLst/>
                          <a:latin typeface="+mj-lt"/>
                        </a:rPr>
                        <a:t>c</a:t>
                      </a:r>
                      <a:r>
                        <a:rPr lang="es-MX" sz="1600" spc="10" dirty="0">
                          <a:effectLst/>
                          <a:latin typeface="+mj-lt"/>
                        </a:rPr>
                        <a:t>o</a:t>
                      </a:r>
                      <a:r>
                        <a:rPr lang="es-MX" sz="1600" dirty="0">
                          <a:effectLst/>
                          <a:latin typeface="+mj-lt"/>
                        </a:rPr>
                        <a:t>nt</a:t>
                      </a:r>
                      <a:r>
                        <a:rPr lang="es-MX" sz="1600" spc="5" dirty="0">
                          <a:effectLst/>
                          <a:latin typeface="+mj-lt"/>
                        </a:rPr>
                        <a:t>a</a:t>
                      </a:r>
                      <a:r>
                        <a:rPr lang="es-MX" sz="1600" dirty="0">
                          <a:effectLst/>
                          <a:latin typeface="+mj-lt"/>
                        </a:rPr>
                        <a:t>do</a:t>
                      </a:r>
                      <a:r>
                        <a:rPr lang="es-MX" sz="1600" spc="210" dirty="0">
                          <a:effectLst/>
                          <a:latin typeface="+mj-lt"/>
                        </a:rPr>
                        <a:t> </a:t>
                      </a:r>
                      <a:r>
                        <a:rPr lang="es-MX" sz="1600" dirty="0">
                          <a:effectLst/>
                          <a:latin typeface="+mj-lt"/>
                        </a:rPr>
                        <a:t>a</a:t>
                      </a:r>
                      <a:r>
                        <a:rPr lang="es-MX" sz="1600" spc="205" dirty="0">
                          <a:effectLst/>
                          <a:latin typeface="+mj-lt"/>
                        </a:rPr>
                        <a:t> </a:t>
                      </a:r>
                      <a:r>
                        <a:rPr lang="es-MX" sz="1600" dirty="0">
                          <a:effectLst/>
                          <a:latin typeface="+mj-lt"/>
                        </a:rPr>
                        <a:t>p</a:t>
                      </a:r>
                      <a:r>
                        <a:rPr lang="es-MX" sz="1600" spc="5" dirty="0">
                          <a:effectLst/>
                          <a:latin typeface="+mj-lt"/>
                        </a:rPr>
                        <a:t>a</a:t>
                      </a:r>
                      <a:r>
                        <a:rPr lang="es-MX" sz="1600" dirty="0">
                          <a:effectLst/>
                          <a:latin typeface="+mj-lt"/>
                        </a:rPr>
                        <a:t>r</a:t>
                      </a:r>
                      <a:r>
                        <a:rPr lang="es-MX" sz="1600" spc="10" dirty="0">
                          <a:effectLst/>
                          <a:latin typeface="+mj-lt"/>
                        </a:rPr>
                        <a:t>t</a:t>
                      </a:r>
                      <a:r>
                        <a:rPr lang="es-MX" sz="1600" dirty="0">
                          <a:effectLst/>
                          <a:latin typeface="+mj-lt"/>
                        </a:rPr>
                        <a:t>ir</a:t>
                      </a:r>
                      <a:r>
                        <a:rPr lang="es-MX" sz="1600" spc="205" dirty="0">
                          <a:effectLst/>
                          <a:latin typeface="+mj-lt"/>
                        </a:rPr>
                        <a:t> </a:t>
                      </a:r>
                      <a:r>
                        <a:rPr lang="es-MX" sz="1600" spc="10" dirty="0">
                          <a:effectLst/>
                          <a:latin typeface="+mj-lt"/>
                        </a:rPr>
                        <a:t>d</a:t>
                      </a:r>
                      <a:r>
                        <a:rPr lang="es-MX" sz="1600" dirty="0">
                          <a:effectLst/>
                          <a:latin typeface="+mj-lt"/>
                        </a:rPr>
                        <a:t>e</a:t>
                      </a:r>
                      <a:r>
                        <a:rPr lang="es-MX" sz="1600" spc="210" dirty="0">
                          <a:effectLst/>
                          <a:latin typeface="+mj-lt"/>
                        </a:rPr>
                        <a:t> </a:t>
                      </a:r>
                      <a:r>
                        <a:rPr lang="es-MX" sz="1600" dirty="0">
                          <a:effectLst/>
                          <a:latin typeface="+mj-lt"/>
                        </a:rPr>
                        <a:t>dic</a:t>
                      </a:r>
                      <a:r>
                        <a:rPr lang="es-MX" sz="1600" spc="10" dirty="0">
                          <a:effectLst/>
                          <a:latin typeface="+mj-lt"/>
                        </a:rPr>
                        <a:t>h</a:t>
                      </a:r>
                      <a:r>
                        <a:rPr lang="es-MX" sz="1600" dirty="0">
                          <a:effectLst/>
                          <a:latin typeface="+mj-lt"/>
                        </a:rPr>
                        <a:t>a</a:t>
                      </a:r>
                      <a:r>
                        <a:rPr lang="es-MX" sz="1600" spc="195" dirty="0">
                          <a:effectLst/>
                          <a:latin typeface="+mj-lt"/>
                        </a:rPr>
                        <a:t> </a:t>
                      </a:r>
                      <a:r>
                        <a:rPr lang="es-MX" sz="1600" spc="10" dirty="0">
                          <a:effectLst/>
                          <a:latin typeface="+mj-lt"/>
                        </a:rPr>
                        <a:t>c</a:t>
                      </a:r>
                      <a:r>
                        <a:rPr lang="es-MX" sz="1600" dirty="0">
                          <a:effectLst/>
                          <a:latin typeface="+mj-lt"/>
                        </a:rPr>
                        <a:t>onc</a:t>
                      </a:r>
                      <a:r>
                        <a:rPr lang="es-MX" sz="1600" spc="10" dirty="0">
                          <a:effectLst/>
                          <a:latin typeface="+mj-lt"/>
                        </a:rPr>
                        <a:t>l</a:t>
                      </a:r>
                      <a:r>
                        <a:rPr lang="es-MX" sz="1600" dirty="0">
                          <a:effectLst/>
                          <a:latin typeface="+mj-lt"/>
                        </a:rPr>
                        <a:t>us</a:t>
                      </a:r>
                      <a:r>
                        <a:rPr lang="es-MX" sz="1600" spc="10" dirty="0">
                          <a:effectLst/>
                          <a:latin typeface="+mj-lt"/>
                        </a:rPr>
                        <a:t>i</a:t>
                      </a:r>
                      <a:r>
                        <a:rPr lang="es-MX" sz="1600" dirty="0">
                          <a:effectLst/>
                          <a:latin typeface="+mj-lt"/>
                        </a:rPr>
                        <a:t>ón,</a:t>
                      </a:r>
                      <a:r>
                        <a:rPr lang="es-MX" sz="1600" spc="210" dirty="0">
                          <a:effectLst/>
                          <a:latin typeface="+mj-lt"/>
                        </a:rPr>
                        <a:t> </a:t>
                      </a:r>
                      <a:r>
                        <a:rPr lang="es-MX" sz="1600" dirty="0">
                          <a:effectLst/>
                          <a:latin typeface="+mj-lt"/>
                        </a:rPr>
                        <a:t>o</a:t>
                      </a:r>
                      <a:r>
                        <a:rPr lang="es-MX" sz="1600" spc="205" dirty="0">
                          <a:effectLst/>
                          <a:latin typeface="+mj-lt"/>
                        </a:rPr>
                        <a:t> </a:t>
                      </a:r>
                      <a:r>
                        <a:rPr lang="es-MX" sz="1600" dirty="0">
                          <a:effectLst/>
                          <a:latin typeface="+mj-lt"/>
                        </a:rPr>
                        <a:t>a part</a:t>
                      </a:r>
                      <a:r>
                        <a:rPr lang="es-MX" sz="1600" spc="10" dirty="0">
                          <a:effectLst/>
                          <a:latin typeface="+mj-lt"/>
                        </a:rPr>
                        <a:t>i</a:t>
                      </a:r>
                      <a:r>
                        <a:rPr lang="es-MX" sz="1600" dirty="0">
                          <a:effectLst/>
                          <a:latin typeface="+mj-lt"/>
                        </a:rPr>
                        <a:t>r</a:t>
                      </a:r>
                      <a:r>
                        <a:rPr lang="es-MX" sz="1600" spc="10" dirty="0">
                          <a:effectLst/>
                          <a:latin typeface="+mj-lt"/>
                        </a:rPr>
                        <a:t> </a:t>
                      </a:r>
                      <a:r>
                        <a:rPr lang="es-MX" sz="1600" spc="-5" dirty="0">
                          <a:effectLst/>
                          <a:latin typeface="+mj-lt"/>
                        </a:rPr>
                        <a:t>d</a:t>
                      </a:r>
                      <a:r>
                        <a:rPr lang="es-MX" sz="1600" dirty="0">
                          <a:effectLst/>
                          <a:latin typeface="+mj-lt"/>
                        </a:rPr>
                        <a:t>e</a:t>
                      </a:r>
                      <a:r>
                        <a:rPr lang="es-MX" sz="1600" spc="5" dirty="0">
                          <a:effectLst/>
                          <a:latin typeface="+mj-lt"/>
                        </a:rPr>
                        <a:t> </a:t>
                      </a:r>
                      <a:r>
                        <a:rPr lang="es-MX" sz="1600" dirty="0">
                          <a:effectLst/>
                          <a:latin typeface="+mj-lt"/>
                        </a:rPr>
                        <a:t>q</a:t>
                      </a:r>
                      <a:r>
                        <a:rPr lang="es-MX" sz="1600" spc="5" dirty="0">
                          <a:effectLst/>
                          <a:latin typeface="+mj-lt"/>
                        </a:rPr>
                        <a:t>u</a:t>
                      </a:r>
                      <a:r>
                        <a:rPr lang="es-MX" sz="1600" dirty="0">
                          <a:effectLst/>
                          <a:latin typeface="+mj-lt"/>
                        </a:rPr>
                        <a:t>e se</a:t>
                      </a:r>
                      <a:r>
                        <a:rPr lang="es-MX" sz="1600" spc="5" dirty="0">
                          <a:effectLst/>
                          <a:latin typeface="+mj-lt"/>
                        </a:rPr>
                        <a:t> </a:t>
                      </a:r>
                      <a:r>
                        <a:rPr lang="es-MX" sz="1600" dirty="0">
                          <a:effectLst/>
                          <a:latin typeface="+mj-lt"/>
                        </a:rPr>
                        <a:t>ll</a:t>
                      </a:r>
                      <a:r>
                        <a:rPr lang="es-MX" sz="1600" spc="10" dirty="0">
                          <a:effectLst/>
                          <a:latin typeface="+mj-lt"/>
                        </a:rPr>
                        <a:t>e</a:t>
                      </a:r>
                      <a:r>
                        <a:rPr lang="es-MX" sz="1600" dirty="0">
                          <a:effectLst/>
                          <a:latin typeface="+mj-lt"/>
                        </a:rPr>
                        <a:t>ve</a:t>
                      </a:r>
                      <a:r>
                        <a:rPr lang="es-MX" sz="1600" spc="10" dirty="0">
                          <a:effectLst/>
                          <a:latin typeface="+mj-lt"/>
                        </a:rPr>
                        <a:t> </a:t>
                      </a:r>
                      <a:r>
                        <a:rPr lang="es-MX" sz="1600" dirty="0">
                          <a:effectLst/>
                          <a:latin typeface="+mj-lt"/>
                        </a:rPr>
                        <a:t>a </a:t>
                      </a:r>
                      <a:r>
                        <a:rPr lang="es-MX" sz="1600" spc="10" dirty="0">
                          <a:effectLst/>
                          <a:latin typeface="+mj-lt"/>
                        </a:rPr>
                        <a:t>c</a:t>
                      </a:r>
                      <a:r>
                        <a:rPr lang="es-MX" sz="1600" dirty="0">
                          <a:effectLst/>
                          <a:latin typeface="+mj-lt"/>
                        </a:rPr>
                        <a:t>abo</a:t>
                      </a:r>
                      <a:r>
                        <a:rPr lang="es-MX" sz="1600" spc="5" dirty="0">
                          <a:effectLst/>
                          <a:latin typeface="+mj-lt"/>
                        </a:rPr>
                        <a:t> </a:t>
                      </a:r>
                      <a:r>
                        <a:rPr lang="es-MX" sz="1600" dirty="0">
                          <a:effectLst/>
                          <a:latin typeface="+mj-lt"/>
                        </a:rPr>
                        <a:t>la</a:t>
                      </a:r>
                      <a:r>
                        <a:rPr lang="es-MX" sz="1600" spc="10" dirty="0">
                          <a:effectLst/>
                          <a:latin typeface="+mj-lt"/>
                        </a:rPr>
                        <a:t> </a:t>
                      </a:r>
                      <a:r>
                        <a:rPr lang="es-MX" sz="1600" dirty="0">
                          <a:effectLst/>
                          <a:latin typeface="+mj-lt"/>
                        </a:rPr>
                        <a:t>o</a:t>
                      </a:r>
                      <a:r>
                        <a:rPr lang="es-MX" sz="1600" spc="5" dirty="0">
                          <a:effectLst/>
                          <a:latin typeface="+mj-lt"/>
                        </a:rPr>
                        <a:t>p</a:t>
                      </a:r>
                      <a:r>
                        <a:rPr lang="es-MX" sz="1600" dirty="0">
                          <a:effectLst/>
                          <a:latin typeface="+mj-lt"/>
                        </a:rPr>
                        <a:t>er</a:t>
                      </a:r>
                      <a:r>
                        <a:rPr lang="es-MX" sz="1600" spc="10" dirty="0">
                          <a:effectLst/>
                          <a:latin typeface="+mj-lt"/>
                        </a:rPr>
                        <a:t>a</a:t>
                      </a:r>
                      <a:r>
                        <a:rPr lang="es-MX" sz="1600" dirty="0">
                          <a:effectLst/>
                          <a:latin typeface="+mj-lt"/>
                        </a:rPr>
                        <a:t>ción</a:t>
                      </a:r>
                      <a:r>
                        <a:rPr lang="es-MX" sz="1600" spc="20" dirty="0">
                          <a:effectLst/>
                          <a:latin typeface="+mj-lt"/>
                        </a:rPr>
                        <a:t> </a:t>
                      </a:r>
                      <a:r>
                        <a:rPr lang="es-MX" sz="1600" spc="-5" dirty="0">
                          <a:effectLst/>
                          <a:latin typeface="+mj-lt"/>
                        </a:rPr>
                        <a:t>d</a:t>
                      </a:r>
                      <a:r>
                        <a:rPr lang="es-MX" sz="1600" dirty="0">
                          <a:effectLst/>
                          <a:latin typeface="+mj-lt"/>
                        </a:rPr>
                        <a:t>e</a:t>
                      </a:r>
                      <a:r>
                        <a:rPr lang="es-MX" sz="1600" spc="5" dirty="0">
                          <a:effectLst/>
                          <a:latin typeface="+mj-lt"/>
                        </a:rPr>
                        <a:t> </a:t>
                      </a:r>
                      <a:r>
                        <a:rPr lang="es-MX" sz="1600" spc="-5" dirty="0">
                          <a:effectLst/>
                          <a:latin typeface="+mj-lt"/>
                        </a:rPr>
                        <a:t>que </a:t>
                      </a:r>
                      <a:r>
                        <a:rPr lang="es-MX" sz="1600" dirty="0">
                          <a:effectLst/>
                          <a:latin typeface="+mj-lt"/>
                        </a:rPr>
                        <a:t>se</a:t>
                      </a:r>
                      <a:r>
                        <a:rPr lang="es-MX" sz="1600" spc="-20" dirty="0">
                          <a:effectLst/>
                          <a:latin typeface="+mj-lt"/>
                        </a:rPr>
                        <a:t> </a:t>
                      </a:r>
                      <a:r>
                        <a:rPr lang="es-MX" sz="1600" spc="-5" dirty="0">
                          <a:effectLst/>
                          <a:latin typeface="+mj-lt"/>
                        </a:rPr>
                        <a:t>trat</a:t>
                      </a:r>
                      <a:r>
                        <a:rPr lang="es-MX" sz="1600" dirty="0">
                          <a:effectLst/>
                          <a:latin typeface="+mj-lt"/>
                        </a:rPr>
                        <a:t>e</a:t>
                      </a:r>
                      <a:r>
                        <a:rPr lang="es-MX" sz="1600" spc="-5" dirty="0">
                          <a:effectLst/>
                          <a:latin typeface="+mj-lt"/>
                        </a:rPr>
                        <a:t> e</a:t>
                      </a:r>
                      <a:r>
                        <a:rPr lang="es-MX" sz="1600" dirty="0">
                          <a:effectLst/>
                          <a:latin typeface="+mj-lt"/>
                        </a:rPr>
                        <a:t>n</a:t>
                      </a:r>
                      <a:r>
                        <a:rPr lang="es-MX" sz="1600" spc="-15" dirty="0">
                          <a:effectLst/>
                          <a:latin typeface="+mj-lt"/>
                        </a:rPr>
                        <a:t> </a:t>
                      </a:r>
                      <a:r>
                        <a:rPr lang="es-MX" sz="1600" spc="-5" dirty="0">
                          <a:effectLst/>
                          <a:latin typeface="+mj-lt"/>
                        </a:rPr>
                        <a:t>e</a:t>
                      </a:r>
                      <a:r>
                        <a:rPr lang="es-MX" sz="1600" dirty="0">
                          <a:effectLst/>
                          <a:latin typeface="+mj-lt"/>
                        </a:rPr>
                        <a:t>l</a:t>
                      </a:r>
                      <a:r>
                        <a:rPr lang="es-MX" sz="1600" spc="-35" dirty="0">
                          <a:effectLst/>
                          <a:latin typeface="+mj-lt"/>
                        </a:rPr>
                        <a:t> </a:t>
                      </a:r>
                      <a:r>
                        <a:rPr lang="es-MX" sz="1600" dirty="0">
                          <a:effectLst/>
                          <a:latin typeface="+mj-lt"/>
                        </a:rPr>
                        <a:t>caso</a:t>
                      </a:r>
                      <a:r>
                        <a:rPr lang="es-MX" sz="1600" spc="-5" dirty="0">
                          <a:effectLst/>
                          <a:latin typeface="+mj-lt"/>
                        </a:rPr>
                        <a:t> d</a:t>
                      </a:r>
                      <a:r>
                        <a:rPr lang="es-MX" sz="1600" dirty="0">
                          <a:effectLst/>
                          <a:latin typeface="+mj-lt"/>
                        </a:rPr>
                        <a:t>e</a:t>
                      </a:r>
                      <a:r>
                        <a:rPr lang="es-MX" sz="1600" spc="-15" dirty="0">
                          <a:effectLst/>
                          <a:latin typeface="+mj-lt"/>
                        </a:rPr>
                        <a:t> </a:t>
                      </a:r>
                      <a:r>
                        <a:rPr lang="es-MX" sz="1600" dirty="0">
                          <a:effectLst/>
                          <a:latin typeface="+mj-lt"/>
                        </a:rPr>
                        <a:t>usuarios.</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954009894"/>
                  </a:ext>
                </a:extLst>
              </a:tr>
              <a:tr h="70316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lnSpc>
                          <a:spcPts val="750"/>
                        </a:lnSpc>
                        <a:spcBef>
                          <a:spcPts val="20"/>
                        </a:spcBef>
                        <a:spcAft>
                          <a:spcPts val="0"/>
                        </a:spcAft>
                      </a:pPr>
                      <a:r>
                        <a:rPr lang="es-MX" sz="1600" dirty="0">
                          <a:effectLst/>
                          <a:latin typeface="+mj-lt"/>
                        </a:rPr>
                        <a:t> </a:t>
                      </a:r>
                    </a:p>
                    <a:p>
                      <a:pPr algn="l">
                        <a:lnSpc>
                          <a:spcPts val="1000"/>
                        </a:lnSpc>
                        <a:spcAft>
                          <a:spcPts val="0"/>
                        </a:spcAft>
                      </a:pPr>
                      <a:r>
                        <a:rPr lang="es-MX" sz="1600" dirty="0">
                          <a:effectLst/>
                          <a:latin typeface="+mj-lt"/>
                        </a:rPr>
                        <a:t> </a:t>
                      </a:r>
                      <a:r>
                        <a:rPr lang="es-MX" sz="1600" spc="-5" noProof="0" dirty="0">
                          <a:effectLst/>
                          <a:latin typeface="+mj-lt"/>
                        </a:rPr>
                        <a:t>Inform</a:t>
                      </a:r>
                      <a:r>
                        <a:rPr lang="es-MX" sz="1600" noProof="0" dirty="0">
                          <a:effectLst/>
                          <a:latin typeface="+mj-lt"/>
                        </a:rPr>
                        <a:t>e</a:t>
                      </a:r>
                      <a:r>
                        <a:rPr lang="es-MX" sz="1600" spc="-30" noProof="0" dirty="0">
                          <a:effectLst/>
                          <a:latin typeface="+mj-lt"/>
                        </a:rPr>
                        <a:t> </a:t>
                      </a:r>
                      <a:r>
                        <a:rPr lang="es-MX" sz="1600" spc="-5" noProof="0" dirty="0">
                          <a:effectLst/>
                          <a:latin typeface="+mj-lt"/>
                        </a:rPr>
                        <a:t>d</a:t>
                      </a:r>
                      <a:r>
                        <a:rPr lang="es-MX" sz="1600" noProof="0" dirty="0">
                          <a:effectLst/>
                          <a:latin typeface="+mj-lt"/>
                        </a:rPr>
                        <a:t>e</a:t>
                      </a:r>
                      <a:r>
                        <a:rPr lang="es-MX" sz="1600" spc="-45" noProof="0" dirty="0">
                          <a:effectLst/>
                          <a:latin typeface="+mj-lt"/>
                        </a:rPr>
                        <a:t> </a:t>
                      </a:r>
                      <a:r>
                        <a:rPr lang="es-MX" sz="1600" spc="-5" noProof="0" dirty="0">
                          <a:effectLst/>
                          <a:latin typeface="+mj-lt"/>
                        </a:rPr>
                        <a:t>auditoría</a:t>
                      </a:r>
                      <a:endParaRPr lang="es-MX" sz="1600" noProof="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090">
                        <a:lnSpc>
                          <a:spcPct val="104000"/>
                        </a:lnSpc>
                        <a:spcBef>
                          <a:spcPts val="360"/>
                        </a:spcBef>
                        <a:spcAft>
                          <a:spcPts val="0"/>
                        </a:spcAft>
                      </a:pPr>
                      <a:r>
                        <a:rPr lang="es-MX" sz="1600" dirty="0">
                          <a:effectLst/>
                          <a:latin typeface="+mj-lt"/>
                        </a:rPr>
                        <a:t>Resul</a:t>
                      </a:r>
                      <a:r>
                        <a:rPr lang="es-MX" sz="1600" spc="10" dirty="0">
                          <a:effectLst/>
                          <a:latin typeface="+mj-lt"/>
                        </a:rPr>
                        <a:t>t</a:t>
                      </a:r>
                      <a:r>
                        <a:rPr lang="es-MX" sz="1600" dirty="0">
                          <a:effectLst/>
                          <a:latin typeface="+mj-lt"/>
                        </a:rPr>
                        <a:t>a</a:t>
                      </a:r>
                      <a:r>
                        <a:rPr lang="es-MX" sz="1600" spc="5" dirty="0">
                          <a:effectLst/>
                          <a:latin typeface="+mj-lt"/>
                        </a:rPr>
                        <a:t>d</a:t>
                      </a:r>
                      <a:r>
                        <a:rPr lang="es-MX" sz="1600" dirty="0">
                          <a:effectLst/>
                          <a:latin typeface="+mj-lt"/>
                        </a:rPr>
                        <a:t>os</a:t>
                      </a:r>
                      <a:r>
                        <a:rPr lang="es-MX" sz="1600" spc="130" dirty="0">
                          <a:effectLst/>
                          <a:latin typeface="+mj-lt"/>
                        </a:rPr>
                        <a:t> </a:t>
                      </a:r>
                      <a:r>
                        <a:rPr lang="es-MX" sz="1600" spc="-5" dirty="0">
                          <a:effectLst/>
                          <a:latin typeface="+mj-lt"/>
                        </a:rPr>
                        <a:t>d</a:t>
                      </a:r>
                      <a:r>
                        <a:rPr lang="es-MX" sz="1600" dirty="0">
                          <a:effectLst/>
                          <a:latin typeface="+mj-lt"/>
                        </a:rPr>
                        <a:t>e</a:t>
                      </a:r>
                      <a:r>
                        <a:rPr lang="es-MX" sz="1600" spc="135" dirty="0">
                          <a:effectLst/>
                          <a:latin typeface="+mj-lt"/>
                        </a:rPr>
                        <a:t> </a:t>
                      </a:r>
                      <a:r>
                        <a:rPr lang="es-MX" sz="1600" dirty="0">
                          <a:effectLst/>
                          <a:latin typeface="+mj-lt"/>
                        </a:rPr>
                        <a:t>la</a:t>
                      </a:r>
                      <a:r>
                        <a:rPr lang="es-MX" sz="1600" spc="130" dirty="0">
                          <a:effectLst/>
                          <a:latin typeface="+mj-lt"/>
                        </a:rPr>
                        <a:t> </a:t>
                      </a:r>
                      <a:r>
                        <a:rPr lang="es-MX" sz="1600" spc="10" dirty="0">
                          <a:effectLst/>
                          <a:latin typeface="+mj-lt"/>
                        </a:rPr>
                        <a:t>re</a:t>
                      </a:r>
                      <a:r>
                        <a:rPr lang="es-MX" sz="1600" spc="-15" dirty="0">
                          <a:effectLst/>
                          <a:latin typeface="+mj-lt"/>
                        </a:rPr>
                        <a:t>v</a:t>
                      </a:r>
                      <a:r>
                        <a:rPr lang="es-MX" sz="1600" dirty="0">
                          <a:effectLst/>
                          <a:latin typeface="+mj-lt"/>
                        </a:rPr>
                        <a:t>is</a:t>
                      </a:r>
                      <a:r>
                        <a:rPr lang="es-MX" sz="1600" spc="10" dirty="0">
                          <a:effectLst/>
                          <a:latin typeface="+mj-lt"/>
                        </a:rPr>
                        <a:t>i</a:t>
                      </a:r>
                      <a:r>
                        <a:rPr lang="es-MX" sz="1600" dirty="0">
                          <a:effectLst/>
                          <a:latin typeface="+mj-lt"/>
                        </a:rPr>
                        <a:t>ón</a:t>
                      </a:r>
                      <a:r>
                        <a:rPr lang="es-MX" sz="1600" spc="135" dirty="0">
                          <a:effectLst/>
                          <a:latin typeface="+mj-lt"/>
                        </a:rPr>
                        <a:t> </a:t>
                      </a:r>
                      <a:r>
                        <a:rPr lang="es-MX" sz="1600" spc="10" dirty="0">
                          <a:effectLst/>
                          <a:latin typeface="+mj-lt"/>
                        </a:rPr>
                        <a:t>r</a:t>
                      </a:r>
                      <a:r>
                        <a:rPr lang="es-MX" sz="1600" dirty="0">
                          <a:effectLst/>
                          <a:latin typeface="+mj-lt"/>
                        </a:rPr>
                        <a:t>ealiz</a:t>
                      </a:r>
                      <a:r>
                        <a:rPr lang="es-MX" sz="1600" spc="5" dirty="0">
                          <a:effectLst/>
                          <a:latin typeface="+mj-lt"/>
                        </a:rPr>
                        <a:t>a</a:t>
                      </a:r>
                      <a:r>
                        <a:rPr lang="es-MX" sz="1600" dirty="0">
                          <a:effectLst/>
                          <a:latin typeface="+mj-lt"/>
                        </a:rPr>
                        <a:t>da</a:t>
                      </a:r>
                      <a:r>
                        <a:rPr lang="es-MX" sz="1600" spc="130" dirty="0">
                          <a:effectLst/>
                          <a:latin typeface="+mj-lt"/>
                        </a:rPr>
                        <a:t> </a:t>
                      </a:r>
                      <a:r>
                        <a:rPr lang="es-MX" sz="1600" spc="10" dirty="0">
                          <a:effectLst/>
                          <a:latin typeface="+mj-lt"/>
                        </a:rPr>
                        <a:t>p</a:t>
                      </a:r>
                      <a:r>
                        <a:rPr lang="es-MX" sz="1600" dirty="0">
                          <a:effectLst/>
                          <a:latin typeface="+mj-lt"/>
                        </a:rPr>
                        <a:t>or</a:t>
                      </a:r>
                      <a:r>
                        <a:rPr lang="es-MX" sz="1600" spc="145" dirty="0">
                          <a:effectLst/>
                          <a:latin typeface="+mj-lt"/>
                        </a:rPr>
                        <a:t> </a:t>
                      </a:r>
                      <a:r>
                        <a:rPr lang="es-MX" sz="1600" spc="-5" dirty="0">
                          <a:effectLst/>
                          <a:latin typeface="+mj-lt"/>
                        </a:rPr>
                        <a:t>e</a:t>
                      </a:r>
                      <a:r>
                        <a:rPr lang="es-MX" sz="1600" dirty="0">
                          <a:effectLst/>
                          <a:latin typeface="+mj-lt"/>
                        </a:rPr>
                        <a:t>l</a:t>
                      </a:r>
                      <a:r>
                        <a:rPr lang="es-MX" sz="1600" spc="120" dirty="0">
                          <a:effectLst/>
                          <a:latin typeface="+mj-lt"/>
                        </a:rPr>
                        <a:t> </a:t>
                      </a:r>
                      <a:r>
                        <a:rPr lang="es-MX" sz="1600" spc="10" dirty="0">
                          <a:effectLst/>
                          <a:latin typeface="+mj-lt"/>
                        </a:rPr>
                        <a:t>á</a:t>
                      </a:r>
                      <a:r>
                        <a:rPr lang="es-MX" sz="1600" dirty="0">
                          <a:effectLst/>
                          <a:latin typeface="+mj-lt"/>
                        </a:rPr>
                        <a:t>r</a:t>
                      </a:r>
                      <a:r>
                        <a:rPr lang="es-MX" sz="1600" spc="10" dirty="0">
                          <a:effectLst/>
                          <a:latin typeface="+mj-lt"/>
                        </a:rPr>
                        <a:t>e</a:t>
                      </a:r>
                      <a:r>
                        <a:rPr lang="es-MX" sz="1600" dirty="0">
                          <a:effectLst/>
                          <a:latin typeface="+mj-lt"/>
                        </a:rPr>
                        <a:t>a</a:t>
                      </a:r>
                      <a:r>
                        <a:rPr lang="es-MX" sz="1600" spc="130" dirty="0">
                          <a:effectLst/>
                          <a:latin typeface="+mj-lt"/>
                        </a:rPr>
                        <a:t> </a:t>
                      </a:r>
                      <a:r>
                        <a:rPr lang="es-MX" sz="1600" spc="-5" dirty="0">
                          <a:effectLst/>
                          <a:latin typeface="+mj-lt"/>
                        </a:rPr>
                        <a:t>de </a:t>
                      </a:r>
                      <a:r>
                        <a:rPr lang="es-MX" sz="1600" dirty="0">
                          <a:effectLst/>
                          <a:latin typeface="+mj-lt"/>
                        </a:rPr>
                        <a:t>auditoría</a:t>
                      </a:r>
                      <a:r>
                        <a:rPr lang="es-MX" sz="1600" spc="-30" dirty="0">
                          <a:effectLst/>
                          <a:latin typeface="+mj-lt"/>
                        </a:rPr>
                        <a:t> </a:t>
                      </a:r>
                      <a:r>
                        <a:rPr lang="es-MX" sz="1600" dirty="0">
                          <a:effectLst/>
                          <a:latin typeface="+mj-lt"/>
                        </a:rPr>
                        <a:t>o</a:t>
                      </a:r>
                      <a:r>
                        <a:rPr lang="es-MX" sz="1600" spc="-45" dirty="0">
                          <a:effectLst/>
                          <a:latin typeface="+mj-lt"/>
                        </a:rPr>
                        <a:t> </a:t>
                      </a:r>
                      <a:r>
                        <a:rPr lang="es-MX" sz="1600" spc="-5" dirty="0">
                          <a:effectLst/>
                          <a:latin typeface="+mj-lt"/>
                        </a:rPr>
                        <a:t>audito</a:t>
                      </a:r>
                      <a:r>
                        <a:rPr lang="es-MX" sz="1600" dirty="0">
                          <a:effectLst/>
                          <a:latin typeface="+mj-lt"/>
                        </a:rPr>
                        <a:t>r</a:t>
                      </a:r>
                      <a:r>
                        <a:rPr lang="es-MX" sz="1600" spc="-30" dirty="0">
                          <a:effectLst/>
                          <a:latin typeface="+mj-lt"/>
                        </a:rPr>
                        <a:t> </a:t>
                      </a:r>
                      <a:r>
                        <a:rPr lang="es-MX" sz="1600" dirty="0">
                          <a:effectLst/>
                          <a:latin typeface="+mj-lt"/>
                        </a:rPr>
                        <a:t>e</a:t>
                      </a:r>
                      <a:r>
                        <a:rPr lang="es-MX" sz="1600" spc="-15" dirty="0">
                          <a:effectLst/>
                          <a:latin typeface="+mj-lt"/>
                        </a:rPr>
                        <a:t>x</a:t>
                      </a:r>
                      <a:r>
                        <a:rPr lang="es-MX" sz="1600" dirty="0">
                          <a:effectLst/>
                          <a:latin typeface="+mj-lt"/>
                        </a:rPr>
                        <a:t>terno</a:t>
                      </a:r>
                      <a:r>
                        <a:rPr lang="es-MX" sz="1600" spc="-15" dirty="0">
                          <a:effectLst/>
                          <a:latin typeface="+mj-lt"/>
                        </a:rPr>
                        <a:t> </a:t>
                      </a:r>
                      <a:r>
                        <a:rPr lang="es-MX" sz="1600" dirty="0">
                          <a:effectLst/>
                          <a:latin typeface="+mj-lt"/>
                        </a:rPr>
                        <a:t>indep</a:t>
                      </a:r>
                      <a:r>
                        <a:rPr lang="es-MX" sz="1600" spc="-5" dirty="0">
                          <a:effectLst/>
                          <a:latin typeface="+mj-lt"/>
                        </a:rPr>
                        <a:t>e</a:t>
                      </a:r>
                      <a:r>
                        <a:rPr lang="es-MX" sz="1600" dirty="0">
                          <a:effectLst/>
                          <a:latin typeface="+mj-lt"/>
                        </a:rPr>
                        <a:t>ndien</a:t>
                      </a:r>
                      <a:r>
                        <a:rPr lang="es-MX" sz="1600" spc="-5" dirty="0">
                          <a:effectLst/>
                          <a:latin typeface="+mj-lt"/>
                        </a:rPr>
                        <a:t>te</a:t>
                      </a:r>
                      <a:r>
                        <a:rPr lang="es-MX" sz="1600" dirty="0">
                          <a:effectLst/>
                          <a:latin typeface="+mj-lt"/>
                        </a:rPr>
                        <a:t>.</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85725">
                        <a:spcBef>
                          <a:spcPts val="360"/>
                        </a:spcBef>
                        <a:spcAft>
                          <a:spcPts val="0"/>
                        </a:spcAft>
                      </a:pPr>
                      <a:r>
                        <a:rPr lang="es-MX" sz="1600" dirty="0">
                          <a:effectLst/>
                          <a:latin typeface="+mj-lt"/>
                        </a:rPr>
                        <a:t>Durante</a:t>
                      </a:r>
                      <a:r>
                        <a:rPr lang="es-MX" sz="1600" spc="-5" dirty="0">
                          <a:effectLst/>
                          <a:latin typeface="+mj-lt"/>
                        </a:rPr>
                        <a:t> u</a:t>
                      </a:r>
                      <a:r>
                        <a:rPr lang="es-MX" sz="1600" dirty="0">
                          <a:effectLst/>
                          <a:latin typeface="+mj-lt"/>
                        </a:rPr>
                        <a:t>n</a:t>
                      </a:r>
                      <a:r>
                        <a:rPr lang="es-MX" sz="1600" spc="-20" dirty="0">
                          <a:effectLst/>
                          <a:latin typeface="+mj-lt"/>
                        </a:rPr>
                        <a:t> </a:t>
                      </a:r>
                      <a:r>
                        <a:rPr lang="es-MX" sz="1600" spc="-5" dirty="0">
                          <a:effectLst/>
                          <a:latin typeface="+mj-lt"/>
                        </a:rPr>
                        <a:t>plaz</a:t>
                      </a:r>
                      <a:r>
                        <a:rPr lang="es-MX" sz="1600" dirty="0">
                          <a:effectLst/>
                          <a:latin typeface="+mj-lt"/>
                        </a:rPr>
                        <a:t>o</a:t>
                      </a:r>
                      <a:r>
                        <a:rPr lang="es-MX" sz="1600" spc="-20" dirty="0">
                          <a:effectLst/>
                          <a:latin typeface="+mj-lt"/>
                        </a:rPr>
                        <a:t> </a:t>
                      </a:r>
                      <a:r>
                        <a:rPr lang="es-MX" sz="1600" spc="-5" dirty="0">
                          <a:effectLst/>
                          <a:latin typeface="+mj-lt"/>
                        </a:rPr>
                        <a:t>n</a:t>
                      </a:r>
                      <a:r>
                        <a:rPr lang="es-MX" sz="1600" dirty="0">
                          <a:effectLst/>
                          <a:latin typeface="+mj-lt"/>
                        </a:rPr>
                        <a:t>o</a:t>
                      </a:r>
                      <a:r>
                        <a:rPr lang="es-MX" sz="1600" spc="-20" dirty="0">
                          <a:effectLst/>
                          <a:latin typeface="+mj-lt"/>
                        </a:rPr>
                        <a:t> </a:t>
                      </a:r>
                      <a:r>
                        <a:rPr lang="es-MX" sz="1600" dirty="0">
                          <a:effectLst/>
                          <a:latin typeface="+mj-lt"/>
                        </a:rPr>
                        <a:t>menor</a:t>
                      </a:r>
                      <a:r>
                        <a:rPr lang="es-MX" sz="1600" spc="5" dirty="0">
                          <a:effectLst/>
                          <a:latin typeface="+mj-lt"/>
                        </a:rPr>
                        <a:t> </a:t>
                      </a:r>
                      <a:r>
                        <a:rPr lang="es-MX" sz="1600" dirty="0">
                          <a:effectLst/>
                          <a:latin typeface="+mj-lt"/>
                        </a:rPr>
                        <a:t>a</a:t>
                      </a:r>
                      <a:r>
                        <a:rPr lang="es-MX" sz="1600" spc="-20" dirty="0">
                          <a:effectLst/>
                          <a:latin typeface="+mj-lt"/>
                        </a:rPr>
                        <a:t> </a:t>
                      </a:r>
                      <a:r>
                        <a:rPr lang="es-MX" sz="1600" dirty="0">
                          <a:effectLst/>
                          <a:latin typeface="+mj-lt"/>
                        </a:rPr>
                        <a:t>cinco</a:t>
                      </a:r>
                      <a:r>
                        <a:rPr lang="es-MX" sz="1600" spc="-25" dirty="0">
                          <a:effectLst/>
                          <a:latin typeface="+mj-lt"/>
                        </a:rPr>
                        <a:t> </a:t>
                      </a:r>
                      <a:r>
                        <a:rPr lang="es-MX" sz="1600" spc="-5" dirty="0">
                          <a:effectLst/>
                          <a:latin typeface="+mj-lt"/>
                        </a:rPr>
                        <a:t>año</a:t>
                      </a:r>
                      <a:r>
                        <a:rPr lang="es-MX" sz="1600" dirty="0">
                          <a:effectLst/>
                          <a:latin typeface="+mj-lt"/>
                        </a:rPr>
                        <a:t>s.</a:t>
                      </a:r>
                      <a:endParaRPr lang="es-MX" sz="1600" dirty="0">
                        <a:effectLst/>
                        <a:latin typeface="+mj-lt"/>
                        <a:ea typeface="Calibri" panose="020F0502020204030204" pitchFamily="34" charset="0"/>
                        <a:cs typeface="Times New Roman" panose="02020603050405020304" pitchFamily="18" charset="0"/>
                      </a:endParaRPr>
                    </a:p>
                  </a:txBody>
                  <a:tcPr marL="0" marR="0" marT="0" marB="0">
                    <a:lnL w="6350" cap="flat" cmpd="sng" algn="ctr">
                      <a:solidFill>
                        <a:srgbClr val="4472C4"/>
                      </a:solidFill>
                      <a:prstDash val="solid"/>
                      <a:miter lim="800000"/>
                    </a:lnL>
                    <a:lnR w="6350" cap="flat" cmpd="sng" algn="ctr">
                      <a:solidFill>
                        <a:srgbClr val="4472C4"/>
                      </a:solidFill>
                      <a:prstDash val="solid"/>
                      <a:miter lim="800000"/>
                    </a:lnR>
                    <a:lnT w="6350" cap="flat" cmpd="sng" algn="ctr">
                      <a:solidFill>
                        <a:srgbClr val="4472C4"/>
                      </a:solidFill>
                      <a:prstDash val="solid"/>
                      <a:miter lim="800000"/>
                    </a:lnT>
                    <a:lnB w="6350" cap="flat" cmpd="sng" algn="ctr">
                      <a:solidFill>
                        <a:srgbClr val="4472C4"/>
                      </a:solid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641266147"/>
                  </a:ext>
                </a:extLst>
              </a:tr>
            </a:tbl>
          </a:graphicData>
        </a:graphic>
      </p:graphicFrame>
    </p:spTree>
    <p:extLst>
      <p:ext uri="{BB962C8B-B14F-4D97-AF65-F5344CB8AC3E}">
        <p14:creationId xmlns:p14="http://schemas.microsoft.com/office/powerpoint/2010/main" val="491538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1B6C-826E-9AEB-AF28-A2795BEE72FE}"/>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B43817F7-C327-0709-81A1-B61C3D9974FC}"/>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77D4E804-253E-899D-17FB-5080B94AE0F9}"/>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34</a:t>
            </a:fld>
            <a:endParaRPr lang="en-US"/>
          </a:p>
        </p:txBody>
      </p:sp>
      <p:sp>
        <p:nvSpPr>
          <p:cNvPr id="10" name="Marcador de texto 9">
            <a:extLst>
              <a:ext uri="{FF2B5EF4-FFF2-40B4-BE49-F238E27FC236}">
                <a16:creationId xmlns:a16="http://schemas.microsoft.com/office/drawing/2014/main" id="{5D7E909C-DFC4-9888-ACE9-96F0035D138F}"/>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ítulo 20">
            <a:extLst>
              <a:ext uri="{FF2B5EF4-FFF2-40B4-BE49-F238E27FC236}">
                <a16:creationId xmlns:a16="http://schemas.microsoft.com/office/drawing/2014/main" id="{BD1AD125-16BD-1DD2-3519-64CAAF1D39FF}"/>
              </a:ext>
            </a:extLst>
          </p:cNvPr>
          <p:cNvSpPr txBox="1">
            <a:spLocks/>
          </p:cNvSpPr>
          <p:nvPr/>
        </p:nvSpPr>
        <p:spPr>
          <a:xfrm>
            <a:off x="439259" y="1254488"/>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Lista de Personas Bloqueadas</a:t>
            </a:r>
            <a:endParaRPr lang="es-ES" dirty="0"/>
          </a:p>
        </p:txBody>
      </p:sp>
      <p:sp>
        <p:nvSpPr>
          <p:cNvPr id="3" name="Marcador de texto 21">
            <a:extLst>
              <a:ext uri="{FF2B5EF4-FFF2-40B4-BE49-F238E27FC236}">
                <a16:creationId xmlns:a16="http://schemas.microsoft.com/office/drawing/2014/main" id="{FFE8AD80-6415-3C99-3130-FBC01AD7D8D0}"/>
              </a:ext>
            </a:extLst>
          </p:cNvPr>
          <p:cNvSpPr>
            <a:spLocks noGrp="1"/>
          </p:cNvSpPr>
          <p:nvPr>
            <p:ph type="body" sz="quarter" idx="50"/>
          </p:nvPr>
        </p:nvSpPr>
        <p:spPr>
          <a:xfrm>
            <a:off x="596603" y="4140563"/>
            <a:ext cx="3341369" cy="1286482"/>
          </a:xfrm>
        </p:spPr>
        <p:txBody>
          <a:bodyPr/>
          <a:lstStyle/>
          <a:p>
            <a:r>
              <a:rPr lang="es-MX" dirty="0"/>
              <a:t>Suspender de manera inmediata la realización de cualquier acto, operación o servicio.</a:t>
            </a:r>
          </a:p>
          <a:p>
            <a:endParaRPr lang="es-ES" dirty="0"/>
          </a:p>
        </p:txBody>
      </p:sp>
      <p:sp>
        <p:nvSpPr>
          <p:cNvPr id="4" name="Marcador de texto 22">
            <a:extLst>
              <a:ext uri="{FF2B5EF4-FFF2-40B4-BE49-F238E27FC236}">
                <a16:creationId xmlns:a16="http://schemas.microsoft.com/office/drawing/2014/main" id="{A92511CF-8D1F-C3F0-FCB1-48F02FBD8FB8}"/>
              </a:ext>
            </a:extLst>
          </p:cNvPr>
          <p:cNvSpPr txBox="1">
            <a:spLocks/>
          </p:cNvSpPr>
          <p:nvPr/>
        </p:nvSpPr>
        <p:spPr>
          <a:xfrm>
            <a:off x="421956" y="3708755"/>
            <a:ext cx="3341369"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a:t>Acción inmediata</a:t>
            </a:r>
            <a:endParaRPr lang="es-ES" dirty="0"/>
          </a:p>
        </p:txBody>
      </p:sp>
      <p:sp>
        <p:nvSpPr>
          <p:cNvPr id="6" name="Marcador de texto 23">
            <a:extLst>
              <a:ext uri="{FF2B5EF4-FFF2-40B4-BE49-F238E27FC236}">
                <a16:creationId xmlns:a16="http://schemas.microsoft.com/office/drawing/2014/main" id="{F93EB684-7FE3-1611-AAC0-51B459FAEC49}"/>
              </a:ext>
            </a:extLst>
          </p:cNvPr>
          <p:cNvSpPr>
            <a:spLocks noGrp="1"/>
          </p:cNvSpPr>
          <p:nvPr>
            <p:ph type="body" sz="quarter" idx="52"/>
          </p:nvPr>
        </p:nvSpPr>
        <p:spPr>
          <a:xfrm>
            <a:off x="4423488" y="4132943"/>
            <a:ext cx="3341369" cy="1301722"/>
          </a:xfrm>
        </p:spPr>
        <p:txBody>
          <a:bodyPr/>
          <a:lstStyle/>
          <a:p>
            <a:r>
              <a:rPr lang="es-MX" dirty="0"/>
              <a:t>Remitir a la SHCP, por conducto de la CNBV, dentro de las 24 horas contadas a partir de que conozca dicha información, señalando en la descripción que se trata de Lista de Personas Bloqueadas</a:t>
            </a:r>
          </a:p>
        </p:txBody>
      </p:sp>
      <p:sp>
        <p:nvSpPr>
          <p:cNvPr id="7" name="Marcador de texto 24">
            <a:extLst>
              <a:ext uri="{FF2B5EF4-FFF2-40B4-BE49-F238E27FC236}">
                <a16:creationId xmlns:a16="http://schemas.microsoft.com/office/drawing/2014/main" id="{8249DA87-FF9B-39DE-BE44-8B73DE94393D}"/>
              </a:ext>
            </a:extLst>
          </p:cNvPr>
          <p:cNvSpPr>
            <a:spLocks noGrp="1"/>
          </p:cNvSpPr>
          <p:nvPr>
            <p:ph type="body" sz="quarter" idx="53"/>
          </p:nvPr>
        </p:nvSpPr>
        <p:spPr>
          <a:xfrm>
            <a:off x="4414836" y="3708755"/>
            <a:ext cx="3341369" cy="294648"/>
          </a:xfrm>
        </p:spPr>
        <p:txBody>
          <a:bodyPr/>
          <a:lstStyle/>
          <a:p>
            <a:r>
              <a:rPr lang="es-MX" dirty="0"/>
              <a:t>Reporte 24 horas</a:t>
            </a:r>
            <a:endParaRPr lang="es-ES" dirty="0"/>
          </a:p>
        </p:txBody>
      </p:sp>
      <p:sp>
        <p:nvSpPr>
          <p:cNvPr id="11" name="Marcador de texto 25">
            <a:extLst>
              <a:ext uri="{FF2B5EF4-FFF2-40B4-BE49-F238E27FC236}">
                <a16:creationId xmlns:a16="http://schemas.microsoft.com/office/drawing/2014/main" id="{97098DF4-5824-E782-C65C-E8FD05042B83}"/>
              </a:ext>
            </a:extLst>
          </p:cNvPr>
          <p:cNvSpPr txBox="1">
            <a:spLocks/>
          </p:cNvSpPr>
          <p:nvPr/>
        </p:nvSpPr>
        <p:spPr>
          <a:xfrm>
            <a:off x="8407716" y="4140563"/>
            <a:ext cx="3341369" cy="1478272"/>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lgn="just">
              <a:buNone/>
            </a:pPr>
            <a:r>
              <a:rPr lang="es-MX" sz="1200" dirty="0"/>
              <a:t>Si SAM ha suspendido los actos, operaciones o servicios con sus clientes, contrapartes, distribuidores o prospectos a cliente, de manera inmediata deberá hacer de su conocimiento dicha situación por escrito, en el que se deberá informar los fundamentos y la causa o causas de dicha inclusión, así como que, dentro de los 10 días hábiles siguientes al día de la recepción del citado escrito, podrán acudir ante la autoridad competente.</a:t>
            </a:r>
            <a:endParaRPr lang="es-ES" sz="1200" dirty="0"/>
          </a:p>
        </p:txBody>
      </p:sp>
      <p:sp>
        <p:nvSpPr>
          <p:cNvPr id="12" name="Marcador de texto 26">
            <a:extLst>
              <a:ext uri="{FF2B5EF4-FFF2-40B4-BE49-F238E27FC236}">
                <a16:creationId xmlns:a16="http://schemas.microsoft.com/office/drawing/2014/main" id="{74C1DE7C-4FB3-00AD-82C7-656BF3BA6AC4}"/>
              </a:ext>
            </a:extLst>
          </p:cNvPr>
          <p:cNvSpPr txBox="1">
            <a:spLocks/>
          </p:cNvSpPr>
          <p:nvPr/>
        </p:nvSpPr>
        <p:spPr>
          <a:xfrm>
            <a:off x="8407716" y="3708755"/>
            <a:ext cx="3341369" cy="294648"/>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None/>
            </a:pPr>
            <a:r>
              <a:rPr lang="da-DK" sz="1600" dirty="0" err="1">
                <a:latin typeface="+mj-lt"/>
              </a:rPr>
              <a:t>Notificación</a:t>
            </a:r>
            <a:endParaRPr lang="da-DK" sz="1600" dirty="0">
              <a:latin typeface="+mj-lt"/>
            </a:endParaRPr>
          </a:p>
        </p:txBody>
      </p:sp>
      <p:cxnSp>
        <p:nvCxnSpPr>
          <p:cNvPr id="13" name="Conector recto 12">
            <a:extLst>
              <a:ext uri="{FF2B5EF4-FFF2-40B4-BE49-F238E27FC236}">
                <a16:creationId xmlns:a16="http://schemas.microsoft.com/office/drawing/2014/main" id="{69D039B2-EF3A-44D7-3C71-9CBB9C64397F}"/>
              </a:ext>
            </a:extLst>
          </p:cNvPr>
          <p:cNvCxnSpPr>
            <a:cxnSpLocks/>
          </p:cNvCxnSpPr>
          <p:nvPr/>
        </p:nvCxnSpPr>
        <p:spPr>
          <a:xfrm>
            <a:off x="421956" y="3598927"/>
            <a:ext cx="3341369"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Gráfico 13">
            <a:extLst>
              <a:ext uri="{FF2B5EF4-FFF2-40B4-BE49-F238E27FC236}">
                <a16:creationId xmlns:a16="http://schemas.microsoft.com/office/drawing/2014/main" id="{A8988ABD-02E8-2E98-3937-ED300A38A4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25075" y="3189945"/>
            <a:ext cx="292500" cy="292500"/>
          </a:xfrm>
          <a:prstGeom prst="rect">
            <a:avLst/>
          </a:prstGeom>
        </p:spPr>
      </p:pic>
      <p:pic>
        <p:nvPicPr>
          <p:cNvPr id="15" name="Gráfico 14">
            <a:extLst>
              <a:ext uri="{FF2B5EF4-FFF2-40B4-BE49-F238E27FC236}">
                <a16:creationId xmlns:a16="http://schemas.microsoft.com/office/drawing/2014/main" id="{32883BBF-4ED6-4929-780E-8F692CF008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99798" y="3189945"/>
            <a:ext cx="292500" cy="292500"/>
          </a:xfrm>
          <a:prstGeom prst="rect">
            <a:avLst/>
          </a:prstGeom>
        </p:spPr>
      </p:pic>
      <p:pic>
        <p:nvPicPr>
          <p:cNvPr id="16" name="Gráfico 15">
            <a:extLst>
              <a:ext uri="{FF2B5EF4-FFF2-40B4-BE49-F238E27FC236}">
                <a16:creationId xmlns:a16="http://schemas.microsoft.com/office/drawing/2014/main" id="{FB6D644C-C337-F16C-C8EB-72A0FDAC9B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0353" y="3189945"/>
            <a:ext cx="292500" cy="292500"/>
          </a:xfrm>
          <a:prstGeom prst="rect">
            <a:avLst/>
          </a:prstGeom>
        </p:spPr>
      </p:pic>
      <p:cxnSp>
        <p:nvCxnSpPr>
          <p:cNvPr id="17" name="Conector recto 16">
            <a:extLst>
              <a:ext uri="{FF2B5EF4-FFF2-40B4-BE49-F238E27FC236}">
                <a16:creationId xmlns:a16="http://schemas.microsoft.com/office/drawing/2014/main" id="{138C940D-194A-D5CF-EEB6-39F6E0B6FE1A}"/>
              </a:ext>
            </a:extLst>
          </p:cNvPr>
          <p:cNvCxnSpPr>
            <a:cxnSpLocks/>
          </p:cNvCxnSpPr>
          <p:nvPr/>
        </p:nvCxnSpPr>
        <p:spPr>
          <a:xfrm>
            <a:off x="4407216" y="3608121"/>
            <a:ext cx="3341369"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3F20A7D-2FDD-95A1-9EA4-829EF1679DE1}"/>
              </a:ext>
            </a:extLst>
          </p:cNvPr>
          <p:cNvCxnSpPr>
            <a:cxnSpLocks/>
          </p:cNvCxnSpPr>
          <p:nvPr/>
        </p:nvCxnSpPr>
        <p:spPr>
          <a:xfrm>
            <a:off x="8392476" y="3608121"/>
            <a:ext cx="3341369"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4B81CF3-47C6-4B49-727C-B3D9EB827277}"/>
              </a:ext>
            </a:extLst>
          </p:cNvPr>
          <p:cNvSpPr txBox="1"/>
          <p:nvPr/>
        </p:nvSpPr>
        <p:spPr>
          <a:xfrm>
            <a:off x="330516" y="1693245"/>
            <a:ext cx="10571164" cy="923330"/>
          </a:xfrm>
          <a:prstGeom prst="rect">
            <a:avLst/>
          </a:prstGeom>
          <a:noFill/>
        </p:spPr>
        <p:txBody>
          <a:bodyPr wrap="square" rtlCol="0">
            <a:spAutoFit/>
          </a:bodyPr>
          <a:lstStyle/>
          <a:p>
            <a:r>
              <a:rPr lang="es-MX" dirty="0">
                <a:latin typeface="Santander Text Light" panose="020B0304020201020104" pitchFamily="34" charset="0"/>
              </a:rPr>
              <a:t>En caso de que SAM identifique que dentro de la Lista de Personas Bloqueadas se encuentra el nombre de alguno de sus clientes, contrapartes, distribuidores y prospectos a cliente deberá tomar las siguientes medidas:</a:t>
            </a:r>
          </a:p>
        </p:txBody>
      </p:sp>
    </p:spTree>
    <p:extLst>
      <p:ext uri="{BB962C8B-B14F-4D97-AF65-F5344CB8AC3E}">
        <p14:creationId xmlns:p14="http://schemas.microsoft.com/office/powerpoint/2010/main" val="3956165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54B7-77D8-FDA4-4802-80C2B35698B6}"/>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1A2AA111-0832-D7DA-4A3B-9243B7D36FD0}"/>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41A6ADBB-D663-19A6-AA32-06E5549A090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35</a:t>
            </a:fld>
            <a:endParaRPr lang="en-US"/>
          </a:p>
        </p:txBody>
      </p:sp>
      <p:sp>
        <p:nvSpPr>
          <p:cNvPr id="10" name="Marcador de texto 9">
            <a:extLst>
              <a:ext uri="{FF2B5EF4-FFF2-40B4-BE49-F238E27FC236}">
                <a16:creationId xmlns:a16="http://schemas.microsoft.com/office/drawing/2014/main" id="{A669C863-6F38-1B7E-177F-1BBE2E82C489}"/>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20091973-DF79-91CF-6AB7-E0DA49F953F3}"/>
              </a:ext>
            </a:extLst>
          </p:cNvPr>
          <p:cNvSpPr>
            <a:spLocks noGrp="1"/>
          </p:cNvSpPr>
          <p:nvPr>
            <p:ph type="body" sz="quarter" idx="50"/>
          </p:nvPr>
        </p:nvSpPr>
        <p:spPr>
          <a:xfrm>
            <a:off x="371721" y="1025169"/>
            <a:ext cx="10951654" cy="3896328"/>
          </a:xfrm>
        </p:spPr>
        <p:txBody>
          <a:bodyPr/>
          <a:lstStyle/>
          <a:p>
            <a:r>
              <a:rPr lang="es-ES" sz="2400" dirty="0">
                <a:latin typeface="Santander Headline" panose="020B0504020201020104"/>
              </a:rPr>
              <a:t>Programa de Sanciones</a:t>
            </a:r>
          </a:p>
          <a:p>
            <a:pPr algn="just">
              <a:lnSpc>
                <a:spcPct val="115000"/>
              </a:lnSpc>
              <a:spcAft>
                <a:spcPts val="800"/>
              </a:spcAft>
              <a:buNone/>
            </a:pPr>
            <a:r>
              <a:rPr lang="es-MX" sz="1400" kern="100" dirty="0">
                <a:effectLst/>
                <a:latin typeface="+mn-lt"/>
                <a:ea typeface="Avenir Next LT Pro" panose="020B0504020202020204" pitchFamily="34" charset="0"/>
                <a:cs typeface="Times New Roman" panose="02020603050405020304" pitchFamily="18" charset="0"/>
              </a:rPr>
              <a:t>Los gobiernos de países y organizaciones internacionales (por ejemplo: la Organización de las Naciones Unidas) imponen sanciones económicas y comerciales para promover la seguridad nacional e internacional y otros objetivos de sus políticas. Se han impuesto sanciones contra países, sus gobiernos e instrumentos (por ejemplo: empresas estatales), e individuos y entidades, incluidos terroristas conocidos o presuntos y otros criminales (por ejemplo: narcotraficantes). Las sanciones pueden prohibir o limitar la participación en transacciones comerciales o prestaciones de servicios, incluidos los servicios financieros, a personas o entidades incluidas en las listas de sanciones y, en algunos casos, ciudadanos o residentes de un país sancionado. </a:t>
            </a:r>
          </a:p>
          <a:p>
            <a:pPr algn="just">
              <a:lnSpc>
                <a:spcPct val="115000"/>
              </a:lnSpc>
              <a:spcAft>
                <a:spcPts val="800"/>
              </a:spcAft>
              <a:buNone/>
            </a:pPr>
            <a:r>
              <a:rPr lang="es-MX" sz="1400" kern="100" dirty="0">
                <a:effectLst/>
                <a:latin typeface="+mn-lt"/>
                <a:ea typeface="Avenir Next LT Pro" panose="020B0504020202020204" pitchFamily="34" charset="0"/>
                <a:cs typeface="Times New Roman" panose="02020603050405020304" pitchFamily="18" charset="0"/>
              </a:rPr>
              <a:t>Las Sociedades Operadoras de Fondos de Inversión deben cumplir con los requisitos legales de las autoridades y organismos que emiten las sanciones  que les son aplicables, o potencialmente enfrentar penalizaciones civiles o penales. Las sanciones de un país pueden aplicarse a personas que residen en ese país, a negocios realizados en el país, así como a operaciones financieras cuyas transacciones pasan por ese país, o lo involucran de otra manera. En particular, la Oficina de Control de Activos Extranjeros (OFAC) del Departamento del Tesoro de Estados Unidos ha tomado varias medidas contra instituciones financieras u otras empresas fuera de Estados Unidos de Norteamérica por transacciones que fluyeron a través de Estados Unidos de Norteamérica y violaron las leyes de sanciones de Estados Unidos de Norteamérica. </a:t>
            </a:r>
            <a:r>
              <a:rPr lang="es-ES" sz="1400" kern="100" dirty="0">
                <a:effectLst/>
                <a:latin typeface="+mn-lt"/>
                <a:ea typeface="Avenir Next LT Pro" panose="020B0504020202020204" pitchFamily="34" charset="0"/>
                <a:cs typeface="Times New Roman" panose="02020603050405020304" pitchFamily="18" charset="0"/>
              </a:rPr>
              <a:t>Adicionalmente, debe considerarse que el Departamento de Estado de Estados Unidos de Norteamérica designó, el 20 de febrero de 2025, a cárteles con operación en México como organizaciones terroristas extranjeras (</a:t>
            </a:r>
            <a:r>
              <a:rPr lang="es-ES" sz="1400" i="1" kern="100" dirty="0">
                <a:effectLst/>
                <a:latin typeface="+mn-lt"/>
                <a:ea typeface="Avenir Next LT Pro" panose="020B0504020202020204" pitchFamily="34" charset="0"/>
                <a:cs typeface="Times New Roman" panose="02020603050405020304" pitchFamily="18" charset="0"/>
              </a:rPr>
              <a:t>FTO</a:t>
            </a:r>
            <a:r>
              <a:rPr lang="es-ES" sz="1400" kern="100" dirty="0">
                <a:effectLst/>
                <a:latin typeface="+mn-lt"/>
                <a:ea typeface="Avenir Next LT Pro" panose="020B0504020202020204" pitchFamily="34" charset="0"/>
                <a:cs typeface="Times New Roman" panose="02020603050405020304" pitchFamily="18" charset="0"/>
              </a:rPr>
              <a:t>) y terroristas globales especialmente designados (</a:t>
            </a:r>
            <a:r>
              <a:rPr lang="es-ES" sz="1400" i="1" kern="100" dirty="0">
                <a:effectLst/>
                <a:latin typeface="+mn-lt"/>
                <a:ea typeface="Avenir Next LT Pro" panose="020B0504020202020204" pitchFamily="34" charset="0"/>
                <a:cs typeface="Times New Roman" panose="02020603050405020304" pitchFamily="18" charset="0"/>
              </a:rPr>
              <a:t>SDGT</a:t>
            </a:r>
            <a:r>
              <a:rPr lang="es-ES" sz="1400" kern="100" dirty="0">
                <a:effectLst/>
                <a:latin typeface="+mn-lt"/>
                <a:ea typeface="Avenir Next LT Pro" panose="020B0504020202020204" pitchFamily="34" charset="0"/>
                <a:cs typeface="Times New Roman" panose="02020603050405020304" pitchFamily="18" charset="0"/>
              </a:rPr>
              <a:t>). </a:t>
            </a:r>
            <a:r>
              <a:rPr lang="es-MX" sz="1400" kern="100" dirty="0">
                <a:effectLst/>
                <a:latin typeface="+mn-lt"/>
                <a:ea typeface="Avenir Next LT Pro" panose="020B0504020202020204" pitchFamily="34" charset="0"/>
                <a:cs typeface="Times New Roman" panose="02020603050405020304" pitchFamily="18" charset="0"/>
              </a:rPr>
              <a:t>Otras autoridades que emiten o administran programas de sanciones económicas pueden tener una visión igualmente amplia de su propia jurisdicción y prohibiciones, por lo que es importante que las Sociedades Operadoras de Fondos de Inversión consideren los requisitos de sanciones aplicables a todos los aspectos de sus transacciones comerciales. </a:t>
            </a:r>
          </a:p>
          <a:p>
            <a:pPr marR="2540">
              <a:lnSpc>
                <a:spcPct val="107000"/>
              </a:lnSpc>
              <a:spcAft>
                <a:spcPts val="380"/>
              </a:spcAft>
              <a:buNone/>
            </a:pPr>
            <a:endParaRPr lang="es-MX" sz="1000" kern="100" dirty="0">
              <a:solidFill>
                <a:srgbClr val="000000"/>
              </a:solidFill>
              <a:effectLst/>
              <a:latin typeface="Calibri" panose="020F0502020204030204" pitchFamily="34" charset="0"/>
              <a:ea typeface="Calibri" panose="020F0502020204030204" pitchFamily="34" charset="0"/>
            </a:endParaRPr>
          </a:p>
          <a:p>
            <a:pPr marR="2540">
              <a:lnSpc>
                <a:spcPct val="107000"/>
              </a:lnSpc>
              <a:spcAft>
                <a:spcPts val="380"/>
              </a:spcAft>
            </a:pPr>
            <a:r>
              <a:rPr lang="es-MX" sz="1800" kern="100" dirty="0">
                <a:solidFill>
                  <a:srgbClr val="000000"/>
                </a:solidFill>
                <a:effectLst/>
                <a:latin typeface="Calibri" panose="020F0502020204030204" pitchFamily="34" charset="0"/>
                <a:ea typeface="Calibri" panose="020F0502020204030204" pitchFamily="34" charset="0"/>
              </a:rPr>
              <a:t> </a:t>
            </a:r>
          </a:p>
          <a:p>
            <a:endParaRPr lang="es-ES" dirty="0"/>
          </a:p>
        </p:txBody>
      </p:sp>
    </p:spTree>
    <p:extLst>
      <p:ext uri="{BB962C8B-B14F-4D97-AF65-F5344CB8AC3E}">
        <p14:creationId xmlns:p14="http://schemas.microsoft.com/office/powerpoint/2010/main" val="1992976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6B71-9D7D-378C-9E8D-5C82075720EF}"/>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A18E535D-1701-505E-C7B0-0E2DEAF70EEC}"/>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1DD81ED4-4B48-93CD-3708-10376F49072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36</a:t>
            </a:fld>
            <a:endParaRPr lang="en-US"/>
          </a:p>
        </p:txBody>
      </p:sp>
      <p:sp>
        <p:nvSpPr>
          <p:cNvPr id="10" name="Marcador de texto 9">
            <a:extLst>
              <a:ext uri="{FF2B5EF4-FFF2-40B4-BE49-F238E27FC236}">
                <a16:creationId xmlns:a16="http://schemas.microsoft.com/office/drawing/2014/main" id="{08D29362-5D8C-AF73-2C43-D1E691698422}"/>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94F0B0AD-1F86-D1C1-A5CE-4F1B8F52ACC5}"/>
              </a:ext>
            </a:extLst>
          </p:cNvPr>
          <p:cNvSpPr>
            <a:spLocks noGrp="1"/>
          </p:cNvSpPr>
          <p:nvPr>
            <p:ph type="title"/>
          </p:nvPr>
        </p:nvSpPr>
        <p:spPr>
          <a:xfrm>
            <a:off x="447566" y="1302321"/>
            <a:ext cx="11235350" cy="657916"/>
          </a:xfrm>
        </p:spPr>
        <p:txBody>
          <a:bodyPr>
            <a:normAutofit/>
          </a:bodyPr>
          <a:lstStyle/>
          <a:p>
            <a:r>
              <a:rPr lang="es-MX" dirty="0"/>
              <a:t>¿Qué es el enfoque basado en riesgos?</a:t>
            </a:r>
            <a:endParaRPr lang="en-GB" dirty="0"/>
          </a:p>
        </p:txBody>
      </p:sp>
      <p:sp>
        <p:nvSpPr>
          <p:cNvPr id="3" name="Rectángulo 2">
            <a:extLst>
              <a:ext uri="{FF2B5EF4-FFF2-40B4-BE49-F238E27FC236}">
                <a16:creationId xmlns:a16="http://schemas.microsoft.com/office/drawing/2014/main" id="{477F0599-5859-1286-5A47-60D9B84D1B39}"/>
              </a:ext>
            </a:extLst>
          </p:cNvPr>
          <p:cNvSpPr/>
          <p:nvPr/>
        </p:nvSpPr>
        <p:spPr>
          <a:xfrm>
            <a:off x="1226146" y="2774053"/>
            <a:ext cx="9081781" cy="2555998"/>
          </a:xfrm>
          <a:prstGeom prst="rect">
            <a:avLst/>
          </a:prstGeom>
          <a:noFill/>
          <a:ln>
            <a:noFill/>
          </a:ln>
          <a:effectLst/>
        </p:spPr>
        <p:txBody>
          <a:bodyPr spcFirstLastPara="0" vert="horz" wrap="square" lIns="76200" tIns="76200" rIns="76200" bIns="76200" numCol="1" spcCol="1270" anchor="t" anchorCtr="0">
            <a:noAutofit/>
          </a:bodyPr>
          <a:lstStyle/>
          <a:p>
            <a:pPr marL="0" marR="0" lvl="0" indent="0" algn="just" defTabSz="889000" eaLnBrk="1" fontAlgn="auto" latinLnBrk="0" hangingPunct="1">
              <a:lnSpc>
                <a:spcPct val="150000"/>
              </a:lnSpc>
              <a:spcBef>
                <a:spcPts val="600"/>
              </a:spcBef>
              <a:spcAft>
                <a:spcPts val="600"/>
              </a:spcAft>
              <a:buClrTx/>
              <a:buSzTx/>
              <a:buFontTx/>
              <a:buNone/>
              <a:tabLst/>
              <a:defRPr/>
            </a:pPr>
            <a:r>
              <a:rPr kumimoji="0" lang="es-MX" b="0" i="0" u="none" strike="noStrike" kern="1200" cap="none" spc="0" normalizeH="0" baseline="0" noProof="0" dirty="0">
                <a:ln>
                  <a:noFill/>
                </a:ln>
                <a:solidFill>
                  <a:sysClr val="windowText" lastClr="000000">
                    <a:hueOff val="0"/>
                    <a:satOff val="0"/>
                    <a:lumOff val="0"/>
                    <a:alphaOff val="0"/>
                  </a:sysClr>
                </a:solidFill>
                <a:effectLst/>
                <a:uLnTx/>
                <a:uFillTx/>
                <a:latin typeface="Santander Text Light" panose="020B0304020201020104" pitchFamily="34" charset="0"/>
              </a:rPr>
              <a:t>Un  Enfoque Basado en Riesgo (EBR) de PLD/CFT significa que se espera que </a:t>
            </a:r>
            <a:r>
              <a:rPr lang="es-MX" dirty="0">
                <a:solidFill>
                  <a:sysClr val="windowText" lastClr="000000">
                    <a:hueOff val="0"/>
                    <a:satOff val="0"/>
                    <a:lumOff val="0"/>
                    <a:alphaOff val="0"/>
                  </a:sysClr>
                </a:solidFill>
                <a:latin typeface="Santander Text Light" panose="020B0304020201020104" pitchFamily="34" charset="0"/>
              </a:rPr>
              <a:t>todas las áreas de SAM</a:t>
            </a:r>
            <a:r>
              <a:rPr kumimoji="0" lang="es-MX" b="0" i="0" u="none" strike="noStrike" kern="1200" cap="none" spc="0" normalizeH="0" baseline="0" noProof="0" dirty="0">
                <a:ln>
                  <a:noFill/>
                </a:ln>
                <a:solidFill>
                  <a:sysClr val="windowText" lastClr="000000">
                    <a:hueOff val="0"/>
                    <a:satOff val="0"/>
                    <a:lumOff val="0"/>
                    <a:alphaOff val="0"/>
                  </a:sysClr>
                </a:solidFill>
                <a:effectLst/>
                <a:uLnTx/>
                <a:uFillTx/>
                <a:latin typeface="Santander Text Light" panose="020B0304020201020104" pitchFamily="34" charset="0"/>
              </a:rPr>
              <a:t>, deben identificar, evaluar y entender los riesgos de LD/FT a los que están expuestos y adoptar las medidas adecuadas para mitigar de manera efectiva dichos riesgos.</a:t>
            </a:r>
          </a:p>
        </p:txBody>
      </p:sp>
    </p:spTree>
    <p:extLst>
      <p:ext uri="{BB962C8B-B14F-4D97-AF65-F5344CB8AC3E}">
        <p14:creationId xmlns:p14="http://schemas.microsoft.com/office/powerpoint/2010/main" val="3767936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D3071-BA9A-3DD6-620F-AFA9A3D0A08D}"/>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E4F44417-1463-B942-7D27-74A7C0917C9E}"/>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E2CE9A79-AD2B-94E0-C32A-D510D6EBB10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37</a:t>
            </a:fld>
            <a:endParaRPr lang="en-US"/>
          </a:p>
        </p:txBody>
      </p:sp>
      <p:sp>
        <p:nvSpPr>
          <p:cNvPr id="10" name="Marcador de texto 9">
            <a:extLst>
              <a:ext uri="{FF2B5EF4-FFF2-40B4-BE49-F238E27FC236}">
                <a16:creationId xmlns:a16="http://schemas.microsoft.com/office/drawing/2014/main" id="{8FB43AB7-B859-B471-FAC4-B9411577D6C3}"/>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A4078C2C-75BA-84D2-EE17-F14883E07A39}"/>
              </a:ext>
            </a:extLst>
          </p:cNvPr>
          <p:cNvSpPr>
            <a:spLocks noGrp="1"/>
          </p:cNvSpPr>
          <p:nvPr>
            <p:ph type="title"/>
          </p:nvPr>
        </p:nvSpPr>
        <p:spPr>
          <a:xfrm>
            <a:off x="447566" y="1127957"/>
            <a:ext cx="11235350" cy="657916"/>
          </a:xfrm>
        </p:spPr>
        <p:txBody>
          <a:bodyPr>
            <a:normAutofit/>
          </a:bodyPr>
          <a:lstStyle/>
          <a:p>
            <a:r>
              <a:rPr lang="es-MX" dirty="0"/>
              <a:t>Aplicación EBR</a:t>
            </a:r>
            <a:endParaRPr lang="en-GB" dirty="0"/>
          </a:p>
        </p:txBody>
      </p:sp>
      <p:graphicFrame>
        <p:nvGraphicFramePr>
          <p:cNvPr id="3" name="Diagrama 2">
            <a:extLst>
              <a:ext uri="{FF2B5EF4-FFF2-40B4-BE49-F238E27FC236}">
                <a16:creationId xmlns:a16="http://schemas.microsoft.com/office/drawing/2014/main" id="{0C0827F3-654B-F67C-C225-6B3D4C48B302}"/>
              </a:ext>
            </a:extLst>
          </p:cNvPr>
          <p:cNvGraphicFramePr/>
          <p:nvPr>
            <p:extLst>
              <p:ext uri="{D42A27DB-BD31-4B8C-83A1-F6EECF244321}">
                <p14:modId xmlns:p14="http://schemas.microsoft.com/office/powerpoint/2010/main" val="2260901682"/>
              </p:ext>
            </p:extLst>
          </p:nvPr>
        </p:nvGraphicFramePr>
        <p:xfrm>
          <a:off x="273268" y="1784708"/>
          <a:ext cx="7385269" cy="46154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a 3">
            <a:extLst>
              <a:ext uri="{FF2B5EF4-FFF2-40B4-BE49-F238E27FC236}">
                <a16:creationId xmlns:a16="http://schemas.microsoft.com/office/drawing/2014/main" id="{21E962F3-B8FC-6014-9842-D3C3414C391E}"/>
              </a:ext>
            </a:extLst>
          </p:cNvPr>
          <p:cNvGraphicFramePr/>
          <p:nvPr>
            <p:extLst>
              <p:ext uri="{D42A27DB-BD31-4B8C-83A1-F6EECF244321}">
                <p14:modId xmlns:p14="http://schemas.microsoft.com/office/powerpoint/2010/main" val="2250818656"/>
              </p:ext>
            </p:extLst>
          </p:nvPr>
        </p:nvGraphicFramePr>
        <p:xfrm>
          <a:off x="7427310" y="2353488"/>
          <a:ext cx="3745187" cy="31810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358733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CC86-317A-35B5-8F05-694457619967}"/>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B5F97101-90AE-E207-42D3-EC4014856023}"/>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D60CABCD-BD13-B8E3-7787-BF717D2F679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38</a:t>
            </a:fld>
            <a:endParaRPr lang="en-US"/>
          </a:p>
        </p:txBody>
      </p:sp>
      <p:sp>
        <p:nvSpPr>
          <p:cNvPr id="10" name="Marcador de texto 9">
            <a:extLst>
              <a:ext uri="{FF2B5EF4-FFF2-40B4-BE49-F238E27FC236}">
                <a16:creationId xmlns:a16="http://schemas.microsoft.com/office/drawing/2014/main" id="{BBC35DFC-5E0D-2849-A1A1-FC63C77534DD}"/>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2" name="Title 1">
            <a:extLst>
              <a:ext uri="{FF2B5EF4-FFF2-40B4-BE49-F238E27FC236}">
                <a16:creationId xmlns:a16="http://schemas.microsoft.com/office/drawing/2014/main" id="{39DA408C-951C-6A64-68EA-8BB503084D75}"/>
              </a:ext>
            </a:extLst>
          </p:cNvPr>
          <p:cNvSpPr>
            <a:spLocks noGrp="1"/>
          </p:cNvSpPr>
          <p:nvPr>
            <p:ph type="title"/>
          </p:nvPr>
        </p:nvSpPr>
        <p:spPr>
          <a:xfrm>
            <a:off x="447566" y="1001833"/>
            <a:ext cx="11235350" cy="657916"/>
          </a:xfrm>
        </p:spPr>
        <p:txBody>
          <a:bodyPr>
            <a:normAutofit/>
          </a:bodyPr>
          <a:lstStyle/>
          <a:p>
            <a:r>
              <a:rPr lang="es-MX" dirty="0"/>
              <a:t>Las 3 líneas de defensa</a:t>
            </a:r>
            <a:endParaRPr lang="en-GB" dirty="0"/>
          </a:p>
        </p:txBody>
      </p:sp>
      <p:graphicFrame>
        <p:nvGraphicFramePr>
          <p:cNvPr id="3" name="Marcador de contenido 1">
            <a:extLst>
              <a:ext uri="{FF2B5EF4-FFF2-40B4-BE49-F238E27FC236}">
                <a16:creationId xmlns:a16="http://schemas.microsoft.com/office/drawing/2014/main" id="{D498173B-7D3E-7257-DF7E-A5B1B4F827A2}"/>
              </a:ext>
            </a:extLst>
          </p:cNvPr>
          <p:cNvGraphicFramePr>
            <a:graphicFrameLocks/>
          </p:cNvGraphicFramePr>
          <p:nvPr>
            <p:extLst>
              <p:ext uri="{D42A27DB-BD31-4B8C-83A1-F6EECF244321}">
                <p14:modId xmlns:p14="http://schemas.microsoft.com/office/powerpoint/2010/main" val="682707706"/>
              </p:ext>
            </p:extLst>
          </p:nvPr>
        </p:nvGraphicFramePr>
        <p:xfrm>
          <a:off x="696909" y="1376214"/>
          <a:ext cx="10801200" cy="52614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8276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2374-69A1-9C89-187F-A64D83F74752}"/>
            </a:ext>
          </a:extLst>
        </p:cNvPr>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CED252EC-D359-7FC7-1C20-6844E16260CD}"/>
              </a:ext>
            </a:extLst>
          </p:cNvPr>
          <p:cNvCxnSpPr>
            <a:cxnSpLocks/>
          </p:cNvCxnSpPr>
          <p:nvPr/>
        </p:nvCxnSpPr>
        <p:spPr>
          <a:xfrm>
            <a:off x="460376" y="6089396"/>
            <a:ext cx="33958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object 9">
            <a:extLst>
              <a:ext uri="{FF2B5EF4-FFF2-40B4-BE49-F238E27FC236}">
                <a16:creationId xmlns:a16="http://schemas.microsoft.com/office/drawing/2014/main" id="{B83F7EED-656B-0CEF-B257-A0BD8C68AA6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39</a:t>
            </a:fld>
            <a:endParaRPr lang="en-US"/>
          </a:p>
        </p:txBody>
      </p:sp>
      <p:sp>
        <p:nvSpPr>
          <p:cNvPr id="10" name="Marcador de texto 9">
            <a:extLst>
              <a:ext uri="{FF2B5EF4-FFF2-40B4-BE49-F238E27FC236}">
                <a16:creationId xmlns:a16="http://schemas.microsoft.com/office/drawing/2014/main" id="{E26E22EF-73E3-A4C3-EB04-B59E87FD659E}"/>
              </a:ext>
            </a:extLst>
          </p:cNvPr>
          <p:cNvSpPr>
            <a:spLocks noGrp="1"/>
          </p:cNvSpPr>
          <p:nvPr>
            <p:ph type="body" sz="quarter" idx="51"/>
          </p:nvPr>
        </p:nvSpPr>
        <p:spPr>
          <a:xfrm>
            <a:off x="332555" y="1470160"/>
            <a:ext cx="5119686" cy="294648"/>
          </a:xfrm>
        </p:spPr>
        <p:txBody>
          <a:bodyPr/>
          <a:lstStyle/>
          <a:p>
            <a:endParaRPr lang="es-MX" dirty="0"/>
          </a:p>
          <a:p>
            <a:endParaRPr lang="es-MX" dirty="0"/>
          </a:p>
        </p:txBody>
      </p:sp>
      <p:sp>
        <p:nvSpPr>
          <p:cNvPr id="8" name="Marcador de texto 1">
            <a:extLst>
              <a:ext uri="{FF2B5EF4-FFF2-40B4-BE49-F238E27FC236}">
                <a16:creationId xmlns:a16="http://schemas.microsoft.com/office/drawing/2014/main" id="{0AAAF965-40C3-5C81-664C-430CF8E6BD88}"/>
              </a:ext>
            </a:extLst>
          </p:cNvPr>
          <p:cNvSpPr>
            <a:spLocks noGrp="1"/>
          </p:cNvSpPr>
          <p:nvPr>
            <p:ph type="body" sz="quarter" idx="50"/>
          </p:nvPr>
        </p:nvSpPr>
        <p:spPr>
          <a:xfrm>
            <a:off x="371721" y="1491513"/>
            <a:ext cx="10951654" cy="3896328"/>
          </a:xfrm>
        </p:spPr>
        <p:txBody>
          <a:bodyPr/>
          <a:lstStyle/>
          <a:p>
            <a:r>
              <a:rPr lang="en-GB" dirty="0"/>
              <a:t>SAM da </a:t>
            </a:r>
            <a:r>
              <a:rPr lang="en-GB" dirty="0" err="1"/>
              <a:t>cumplimiento</a:t>
            </a:r>
            <a:r>
              <a:rPr lang="en-GB" dirty="0"/>
              <a:t> a las </a:t>
            </a:r>
            <a:r>
              <a:rPr lang="en-GB" dirty="0" err="1"/>
              <a:t>Disposiciones</a:t>
            </a:r>
            <a:r>
              <a:rPr lang="en-GB" dirty="0"/>
              <a:t> de </a:t>
            </a:r>
            <a:r>
              <a:rPr lang="en-GB" dirty="0" err="1"/>
              <a:t>Carácter</a:t>
            </a:r>
            <a:r>
              <a:rPr lang="en-GB" dirty="0"/>
              <a:t> General </a:t>
            </a:r>
            <a:r>
              <a:rPr lang="en-GB" dirty="0" err="1"/>
              <a:t>previstas</a:t>
            </a:r>
            <a:r>
              <a:rPr lang="en-GB" dirty="0"/>
              <a:t> en </a:t>
            </a:r>
            <a:r>
              <a:rPr lang="en-GB" dirty="0" err="1"/>
              <a:t>el</a:t>
            </a:r>
            <a:r>
              <a:rPr lang="en-GB" dirty="0"/>
              <a:t> ARTÍCULO 91 De la Ley de </a:t>
            </a:r>
            <a:r>
              <a:rPr lang="en-GB" dirty="0" err="1"/>
              <a:t>Inversión</a:t>
            </a:r>
            <a:r>
              <a:rPr lang="en-GB" dirty="0"/>
              <a:t>, en </a:t>
            </a:r>
            <a:r>
              <a:rPr lang="en-GB" dirty="0" err="1"/>
              <a:t>materia</a:t>
            </a:r>
            <a:r>
              <a:rPr lang="en-GB" dirty="0"/>
              <a:t> de Prevencin de Lavado de Dinero y </a:t>
            </a:r>
            <a:r>
              <a:rPr lang="en-GB" dirty="0" err="1"/>
              <a:t>Financiamiento</a:t>
            </a:r>
            <a:r>
              <a:rPr lang="en-GB" dirty="0"/>
              <a:t> al </a:t>
            </a:r>
            <a:r>
              <a:rPr lang="en-GB" dirty="0" err="1"/>
              <a:t>Terrórismo</a:t>
            </a:r>
            <a:r>
              <a:rPr lang="en-GB" dirty="0"/>
              <a:t>, </a:t>
            </a:r>
            <a:r>
              <a:rPr lang="en-GB" dirty="0" err="1"/>
              <a:t>vigentes</a:t>
            </a:r>
            <a:r>
              <a:rPr lang="en-GB" dirty="0"/>
              <a:t>.</a:t>
            </a:r>
          </a:p>
          <a:p>
            <a:pPr marL="0" indent="0">
              <a:buNone/>
            </a:pPr>
            <a:r>
              <a:rPr lang="en-GB" dirty="0">
                <a:hlinkClick r:id="rId2"/>
              </a:rPr>
              <a:t>https://www.gob.mx/shcp/documentos/uif-marco-juridico-disposiciones-de-caracter-general</a:t>
            </a:r>
            <a:endParaRPr lang="en-GB" dirty="0"/>
          </a:p>
          <a:p>
            <a:pPr marL="0" indent="0">
              <a:buNone/>
            </a:pPr>
            <a:endParaRPr lang="en-GB" dirty="0"/>
          </a:p>
          <a:p>
            <a:r>
              <a:rPr lang="en-GB" dirty="0"/>
              <a:t>Para </a:t>
            </a:r>
            <a:r>
              <a:rPr lang="en-GB" dirty="0" err="1"/>
              <a:t>cualquier</a:t>
            </a:r>
            <a:r>
              <a:rPr lang="en-GB" dirty="0"/>
              <a:t>  </a:t>
            </a:r>
            <a:r>
              <a:rPr lang="en-GB" dirty="0" err="1"/>
              <a:t>denuncia</a:t>
            </a:r>
            <a:r>
              <a:rPr lang="en-GB" dirty="0"/>
              <a:t> o </a:t>
            </a:r>
            <a:r>
              <a:rPr lang="en-GB" dirty="0" err="1"/>
              <a:t>tema</a:t>
            </a:r>
            <a:r>
              <a:rPr lang="en-GB" dirty="0"/>
              <a:t> </a:t>
            </a:r>
            <a:r>
              <a:rPr lang="en-GB" dirty="0" err="1"/>
              <a:t>relacionado</a:t>
            </a:r>
            <a:r>
              <a:rPr lang="en-GB" dirty="0"/>
              <a:t> a PLD / CFT escribe al </a:t>
            </a:r>
            <a:r>
              <a:rPr lang="en-GB" dirty="0" err="1"/>
              <a:t>Oficial</a:t>
            </a:r>
            <a:r>
              <a:rPr lang="en-GB" dirty="0"/>
              <a:t> de </a:t>
            </a:r>
            <a:r>
              <a:rPr lang="en-GB" dirty="0" err="1"/>
              <a:t>Cumplimiento</a:t>
            </a:r>
            <a:r>
              <a:rPr lang="en-GB" dirty="0"/>
              <a:t> a:</a:t>
            </a:r>
          </a:p>
          <a:p>
            <a:pPr marL="0" indent="0">
              <a:buNone/>
            </a:pPr>
            <a:r>
              <a:rPr lang="en-GB" dirty="0">
                <a:hlinkClick r:id="rId3"/>
              </a:rPr>
              <a:t>pld.cft@santanderam.com</a:t>
            </a:r>
            <a:endParaRPr lang="en-GB" dirty="0"/>
          </a:p>
          <a:p>
            <a:endParaRPr lang="es-ES" dirty="0"/>
          </a:p>
        </p:txBody>
      </p:sp>
    </p:spTree>
    <p:extLst>
      <p:ext uri="{BB962C8B-B14F-4D97-AF65-F5344CB8AC3E}">
        <p14:creationId xmlns:p14="http://schemas.microsoft.com/office/powerpoint/2010/main" val="190665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2F06E4D-F194-18BD-F051-2A8E4154999E}"/>
              </a:ext>
            </a:extLst>
          </p:cNvPr>
          <p:cNvSpPr>
            <a:spLocks noGrp="1"/>
          </p:cNvSpPr>
          <p:nvPr>
            <p:ph type="body" sz="quarter" idx="49"/>
          </p:nvPr>
        </p:nvSpPr>
        <p:spPr/>
        <p:txBody>
          <a:bodyPr/>
          <a:lstStyle/>
          <a:p>
            <a:r>
              <a:rPr lang="es-ES" err="1"/>
              <a:t>Thank</a:t>
            </a:r>
            <a:r>
              <a:rPr lang="es-ES"/>
              <a:t> </a:t>
            </a:r>
            <a:r>
              <a:rPr lang="es-ES" err="1"/>
              <a:t>You</a:t>
            </a:r>
            <a:endParaRPr lang="es-ES"/>
          </a:p>
        </p:txBody>
      </p:sp>
      <p:sp>
        <p:nvSpPr>
          <p:cNvPr id="3" name="Marcador de texto 2">
            <a:extLst>
              <a:ext uri="{FF2B5EF4-FFF2-40B4-BE49-F238E27FC236}">
                <a16:creationId xmlns:a16="http://schemas.microsoft.com/office/drawing/2014/main" id="{BAD21326-3B08-DEC4-5A32-4A02F3D3A71F}"/>
              </a:ext>
            </a:extLst>
          </p:cNvPr>
          <p:cNvSpPr>
            <a:spLocks noGrp="1"/>
          </p:cNvSpPr>
          <p:nvPr>
            <p:ph type="body" sz="quarter" idx="50"/>
          </p:nvPr>
        </p:nvSpPr>
        <p:spPr/>
        <p:txBody>
          <a:bodyPr/>
          <a:lstStyle/>
          <a:p>
            <a:r>
              <a:rPr lang="es-ES"/>
              <a:t>Gracias</a:t>
            </a:r>
          </a:p>
        </p:txBody>
      </p:sp>
    </p:spTree>
    <p:extLst>
      <p:ext uri="{BB962C8B-B14F-4D97-AF65-F5344CB8AC3E}">
        <p14:creationId xmlns:p14="http://schemas.microsoft.com/office/powerpoint/2010/main" val="41214917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M Template">
  <a:themeElements>
    <a:clrScheme name="SAM COLORES DEFINITIVOS">
      <a:dk1>
        <a:srgbClr val="000715"/>
      </a:dk1>
      <a:lt1>
        <a:srgbClr val="FFFFFF"/>
      </a:lt1>
      <a:dk2>
        <a:srgbClr val="E8E8E8"/>
      </a:dk2>
      <a:lt2>
        <a:srgbClr val="AEAEAE"/>
      </a:lt2>
      <a:accent1>
        <a:srgbClr val="002630"/>
      </a:accent1>
      <a:accent2>
        <a:srgbClr val="005471"/>
      </a:accent2>
      <a:accent3>
        <a:srgbClr val="EC0000"/>
      </a:accent3>
      <a:accent4>
        <a:srgbClr val="E8E8E8"/>
      </a:accent4>
      <a:accent5>
        <a:srgbClr val="9A004F"/>
      </a:accent5>
      <a:accent6>
        <a:srgbClr val="D0B047"/>
      </a:accent6>
      <a:hlink>
        <a:srgbClr val="005471"/>
      </a:hlink>
      <a:folHlink>
        <a:srgbClr val="D0D0D0"/>
      </a:folHlink>
    </a:clrScheme>
    <a:fontScheme name="Personalizado 7">
      <a:majorFont>
        <a:latin typeface="Santander Headline"/>
        <a:ea typeface=""/>
        <a:cs typeface=""/>
      </a:majorFont>
      <a:minorFont>
        <a:latin typeface="Santander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916749-190E-45F9-A073-DD20677149D6}">
  <we:reference id="wa104038830" version="1.0.0.3" store="es-ES" storeType="OMEX"/>
  <we:alternateReferences>
    <we:reference id="wa104038830" version="1.0.0.3" store="wa10403883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4526CD282F02A44869A9D2B36E84B2A" ma:contentTypeVersion="5" ma:contentTypeDescription="Crear nuevo documento." ma:contentTypeScope="" ma:versionID="4f65e74797fd73c9dfcce1cb58a6d8fc">
  <xsd:schema xmlns:xsd="http://www.w3.org/2001/XMLSchema" xmlns:xs="http://www.w3.org/2001/XMLSchema" xmlns:p="http://schemas.microsoft.com/office/2006/metadata/properties" xmlns:ns2="6a3a5e9b-ee09-41e2-808a-978ed94a5e6b" targetNamespace="http://schemas.microsoft.com/office/2006/metadata/properties" ma:root="true" ma:fieldsID="d92b696e926173bb3ecfe7820df93b29" ns2:_="">
    <xsd:import namespace="6a3a5e9b-ee09-41e2-808a-978ed94a5e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3a5e9b-ee09-41e2-808a-978ed94a5e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5488B7F-1300-43A6-89EA-067A0847E82A}"/>
</file>

<file path=customXml/itemProps2.xml><?xml version="1.0" encoding="utf-8"?>
<ds:datastoreItem xmlns:ds="http://schemas.openxmlformats.org/officeDocument/2006/customXml" ds:itemID="{E2F0701E-18B0-4B77-BEF5-71F2BA78AB34}">
  <ds:schemaRefs>
    <ds:schemaRef ds:uri="http://schemas.microsoft.com/sharepoint/v3/contenttype/forms"/>
  </ds:schemaRefs>
</ds:datastoreItem>
</file>

<file path=customXml/itemProps3.xml><?xml version="1.0" encoding="utf-8"?>
<ds:datastoreItem xmlns:ds="http://schemas.openxmlformats.org/officeDocument/2006/customXml" ds:itemID="{CD80A52F-0007-436D-858B-9C2DFCD1745E}">
  <ds:schemaRefs>
    <ds:schemaRef ds:uri="15bf3627-e75a-4965-8e67-080ecda9c9e8"/>
    <ds:schemaRef ds:uri="6a9c8a1f-63c6-4195-95bb-3ca98dcaa5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3622</Words>
  <Application>Microsoft Office PowerPoint</Application>
  <PresentationFormat>Panorámica</PresentationFormat>
  <Paragraphs>393</Paragraphs>
  <Slides>40</Slides>
  <Notes>7</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1</vt:i4>
      </vt:variant>
      <vt:variant>
        <vt:lpstr>Títulos de diapositiva</vt:lpstr>
      </vt:variant>
      <vt:variant>
        <vt:i4>40</vt:i4>
      </vt:variant>
    </vt:vector>
  </HeadingPairs>
  <TitlesOfParts>
    <vt:vector size="52" baseType="lpstr">
      <vt:lpstr>DengXian</vt:lpstr>
      <vt:lpstr>Santander Headline</vt:lpstr>
      <vt:lpstr>Santander Headline Light</vt:lpstr>
      <vt:lpstr>Aptos</vt:lpstr>
      <vt:lpstr>Arial</vt:lpstr>
      <vt:lpstr>Calibri</vt:lpstr>
      <vt:lpstr>Santander Text</vt:lpstr>
      <vt:lpstr>Santander Text Light</vt:lpstr>
      <vt:lpstr>Santander Text SemiBold</vt:lpstr>
      <vt:lpstr>Symbol</vt:lpstr>
      <vt:lpstr>SAM Template</vt:lpstr>
      <vt:lpstr>Diapositiva de think-cell</vt:lpstr>
      <vt:lpstr>Presentación de PowerPoint</vt:lpstr>
      <vt:lpstr>Presentación de PowerPoint</vt:lpstr>
      <vt:lpstr>Lavado de Dinero </vt:lpstr>
      <vt:lpstr>Principales actos del lavado de dinero </vt:lpstr>
      <vt:lpstr>Presentación de PowerPoint</vt:lpstr>
      <vt:lpstr>Lavado de dinero: Etapas</vt:lpstr>
      <vt:lpstr>Lavado de Dinero: Etapa Colocación</vt:lpstr>
      <vt:lpstr>Lavado de Dinero: Etapa Colocación / Proceso</vt:lpstr>
      <vt:lpstr>Lavado de Dinero: Etapa Estratificación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Diferencias entre Lavado de Dinero y Financiamiento al Terrorismo</vt:lpstr>
      <vt:lpstr>Presentación de PowerPoint</vt:lpstr>
      <vt:lpstr>Penas aplicables al Lavado de Dinero y al Financiamiento al Terrorismo</vt:lpstr>
      <vt:lpstr>Agravantes del Lavado de Dinero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es el enfoque basado en riesgos?</vt:lpstr>
      <vt:lpstr>Aplicación EBR</vt:lpstr>
      <vt:lpstr>Las 3 líneas de defensa</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Karina Chocano Palomino</dc:creator>
  <cp:lastModifiedBy>Tapia Gonzalez Adriana</cp:lastModifiedBy>
  <cp:revision>9</cp:revision>
  <cp:lastPrinted>2023-11-20T15:37:31Z</cp:lastPrinted>
  <dcterms:created xsi:type="dcterms:W3CDTF">2019-01-11T18:46:24Z</dcterms:created>
  <dcterms:modified xsi:type="dcterms:W3CDTF">2025-10-01T01:23:45Z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0x01010044526CD282F02A44869A9D2B36E84B2A</vt:lpwstr>
  </property>
  <property fmtid="{D5CDD505-2E9C-101B-9397-08002B2CF9AE}" pid="3" name="Order">
    <vt:r8>115100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y fmtid="{D5CDD505-2E9C-101B-9397-08002B2CF9AE}" pid="11" name="MSIP_Label_41b88ec2-a72b-4523-9e84-0458a1764731_Enabled">
    <vt:lpwstr>true</vt:lpwstr>
  </property>
  <property fmtid="{D5CDD505-2E9C-101B-9397-08002B2CF9AE}" pid="12" name="MSIP_Label_41b88ec2-a72b-4523-9e84-0458a1764731_SetDate">
    <vt:lpwstr>2025-06-30T22:25:35Z</vt:lpwstr>
  </property>
  <property fmtid="{D5CDD505-2E9C-101B-9397-08002B2CF9AE}" pid="13" name="MSIP_Label_41b88ec2-a72b-4523-9e84-0458a1764731_Method">
    <vt:lpwstr>Privileged</vt:lpwstr>
  </property>
  <property fmtid="{D5CDD505-2E9C-101B-9397-08002B2CF9AE}" pid="14" name="MSIP_Label_41b88ec2-a72b-4523-9e84-0458a1764731_Name">
    <vt:lpwstr>Public O365</vt:lpwstr>
  </property>
  <property fmtid="{D5CDD505-2E9C-101B-9397-08002B2CF9AE}" pid="15" name="MSIP_Label_41b88ec2-a72b-4523-9e84-0458a1764731_SiteId">
    <vt:lpwstr>35595a02-4d6d-44ac-99e1-f9ab4cd872db</vt:lpwstr>
  </property>
  <property fmtid="{D5CDD505-2E9C-101B-9397-08002B2CF9AE}" pid="16" name="MSIP_Label_41b88ec2-a72b-4523-9e84-0458a1764731_ActionId">
    <vt:lpwstr>52304584-50ab-4bda-be95-1a61dcf22af3</vt:lpwstr>
  </property>
  <property fmtid="{D5CDD505-2E9C-101B-9397-08002B2CF9AE}" pid="17" name="MSIP_Label_41b88ec2-a72b-4523-9e84-0458a1764731_ContentBits">
    <vt:lpwstr>0</vt:lpwstr>
  </property>
  <property fmtid="{D5CDD505-2E9C-101B-9397-08002B2CF9AE}" pid="18" name="MSIP_Label_41b88ec2-a72b-4523-9e84-0458a1764731_Tag">
    <vt:lpwstr>10, 0, 1, 1</vt:lpwstr>
  </property>
</Properties>
</file>